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81"/>
  </p:notesMasterIdLst>
  <p:handoutMasterIdLst>
    <p:handoutMasterId r:id="rId82"/>
  </p:handoutMasterIdLst>
  <p:sldIdLst>
    <p:sldId id="257" r:id="rId5"/>
    <p:sldId id="259" r:id="rId6"/>
    <p:sldId id="262" r:id="rId7"/>
    <p:sldId id="264" r:id="rId8"/>
    <p:sldId id="265" r:id="rId9"/>
    <p:sldId id="270" r:id="rId10"/>
    <p:sldId id="258" r:id="rId11"/>
    <p:sldId id="267" r:id="rId12"/>
    <p:sldId id="268" r:id="rId13"/>
    <p:sldId id="269" r:id="rId14"/>
    <p:sldId id="274" r:id="rId15"/>
    <p:sldId id="271" r:id="rId16"/>
    <p:sldId id="276" r:id="rId17"/>
    <p:sldId id="272" r:id="rId18"/>
    <p:sldId id="283" r:id="rId19"/>
    <p:sldId id="284" r:id="rId20"/>
    <p:sldId id="285" r:id="rId21"/>
    <p:sldId id="286" r:id="rId22"/>
    <p:sldId id="288" r:id="rId23"/>
    <p:sldId id="287" r:id="rId24"/>
    <p:sldId id="289" r:id="rId25"/>
    <p:sldId id="290" r:id="rId26"/>
    <p:sldId id="293" r:id="rId27"/>
    <p:sldId id="261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8" r:id="rId38"/>
    <p:sldId id="309" r:id="rId39"/>
    <p:sldId id="278" r:id="rId40"/>
    <p:sldId id="279" r:id="rId41"/>
    <p:sldId id="280" r:id="rId42"/>
    <p:sldId id="281" r:id="rId43"/>
    <p:sldId id="306" r:id="rId44"/>
    <p:sldId id="307" r:id="rId45"/>
    <p:sldId id="311" r:id="rId46"/>
    <p:sldId id="312" r:id="rId47"/>
    <p:sldId id="313" r:id="rId48"/>
    <p:sldId id="342" r:id="rId49"/>
    <p:sldId id="314" r:id="rId50"/>
    <p:sldId id="260" r:id="rId51"/>
    <p:sldId id="315" r:id="rId52"/>
    <p:sldId id="316" r:id="rId53"/>
    <p:sldId id="326" r:id="rId54"/>
    <p:sldId id="292" r:id="rId55"/>
    <p:sldId id="317" r:id="rId56"/>
    <p:sldId id="294" r:id="rId57"/>
    <p:sldId id="318" r:id="rId58"/>
    <p:sldId id="319" r:id="rId59"/>
    <p:sldId id="320" r:id="rId60"/>
    <p:sldId id="321" r:id="rId61"/>
    <p:sldId id="322" r:id="rId62"/>
    <p:sldId id="325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291" r:id="rId74"/>
    <p:sldId id="337" r:id="rId75"/>
    <p:sldId id="338" r:id="rId76"/>
    <p:sldId id="339" r:id="rId77"/>
    <p:sldId id="340" r:id="rId78"/>
    <p:sldId id="341" r:id="rId79"/>
    <p:sldId id="277" r:id="rId80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99C89-C87E-4820-A850-4650139C5FD2}" v="18" dt="2023-02-22T14:44:49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36" autoAdjust="0"/>
    <p:restoredTop sz="93451" autoAdjust="0"/>
  </p:normalViewPr>
  <p:slideViewPr>
    <p:cSldViewPr snapToGrid="0">
      <p:cViewPr varScale="1">
        <p:scale>
          <a:sx n="70" d="100"/>
          <a:sy n="70" d="100"/>
        </p:scale>
        <p:origin x="45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microsoft.com/office/2016/11/relationships/changesInfo" Target="changesInfos/changesInfo1.xml"/><Relationship Id="rId61" Type="http://schemas.openxmlformats.org/officeDocument/2006/relationships/slide" Target="slides/slide57.xml"/><Relationship Id="rId8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A94A67B5-D675-48F1-BE77-66606163E92D}"/>
    <pc:docChg chg="custSel addSld delSld modSld">
      <pc:chgData name="Ben C L FUNG" userId="2bc1a8d8-82cc-46fb-a66a-21e3967849fb" providerId="ADAL" clId="{A94A67B5-D675-48F1-BE77-66606163E92D}" dt="2023-02-08T13:51:45.178" v="142" actId="27636"/>
      <pc:docMkLst>
        <pc:docMk/>
      </pc:docMkLst>
      <pc:sldChg chg="modSp mod">
        <pc:chgData name="Ben C L FUNG" userId="2bc1a8d8-82cc-46fb-a66a-21e3967849fb" providerId="ADAL" clId="{A94A67B5-D675-48F1-BE77-66606163E92D}" dt="2023-02-08T13:45:31.814" v="89" actId="20577"/>
        <pc:sldMkLst>
          <pc:docMk/>
          <pc:sldMk cId="1613474009" sldId="257"/>
        </pc:sldMkLst>
        <pc:spChg chg="mod">
          <ac:chgData name="Ben C L FUNG" userId="2bc1a8d8-82cc-46fb-a66a-21e3967849fb" providerId="ADAL" clId="{A94A67B5-D675-48F1-BE77-66606163E92D}" dt="2023-02-08T13:45:31.814" v="89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mod">
        <pc:chgData name="Ben C L FUNG" userId="2bc1a8d8-82cc-46fb-a66a-21e3967849fb" providerId="ADAL" clId="{A94A67B5-D675-48F1-BE77-66606163E92D}" dt="2023-02-08T13:45:56.350" v="101" actId="20577"/>
        <pc:sldMkLst>
          <pc:docMk/>
          <pc:sldMk cId="2368919398" sldId="259"/>
        </pc:sldMkLst>
        <pc:spChg chg="mod">
          <ac:chgData name="Ben C L FUNG" userId="2bc1a8d8-82cc-46fb-a66a-21e3967849fb" providerId="ADAL" clId="{A94A67B5-D675-48F1-BE77-66606163E92D}" dt="2023-02-08T13:45:56.350" v="101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84542955" sldId="26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62806213" sldId="26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37506441" sldId="26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718769407" sldId="26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23993323" sldId="26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019549267" sldId="27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582707076" sldId="27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05213590" sldId="27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12661107" sldId="28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79582460" sldId="28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4763862" sldId="289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736765447" sldId="29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006402878" sldId="31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65731510" sldId="320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59294353" sldId="32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84218118" sldId="32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11714189" sldId="323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89622294" sldId="324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215091214" sldId="325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021325755" sldId="326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965464839" sldId="327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160846026" sldId="32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59348982" sldId="329"/>
        </pc:sldMkLst>
      </pc:sldChg>
      <pc:sldChg chg="add del">
        <pc:chgData name="Ben C L FUNG" userId="2bc1a8d8-82cc-46fb-a66a-21e3967849fb" providerId="ADAL" clId="{A94A67B5-D675-48F1-BE77-66606163E92D}" dt="2023-02-08T13:45:35.804" v="90" actId="47"/>
        <pc:sldMkLst>
          <pc:docMk/>
          <pc:sldMk cId="0" sldId="331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007442616" sldId="331"/>
        </pc:sldMkLst>
      </pc:sldChg>
      <pc:sldChg chg="modSp add mod">
        <pc:chgData name="Ben C L FUNG" userId="2bc1a8d8-82cc-46fb-a66a-21e3967849fb" providerId="ADAL" clId="{A94A67B5-D675-48F1-BE77-66606163E92D}" dt="2023-02-08T13:51:45.178" v="142" actId="27636"/>
        <pc:sldMkLst>
          <pc:docMk/>
          <pc:sldMk cId="0" sldId="332"/>
        </pc:sldMkLst>
        <pc:spChg chg="mod">
          <ac:chgData name="Ben C L FUNG" userId="2bc1a8d8-82cc-46fb-a66a-21e3967849fb" providerId="ADAL" clId="{A94A67B5-D675-48F1-BE77-66606163E92D}" dt="2023-02-08T13:46:07.412" v="113" actId="1076"/>
          <ac:spMkLst>
            <pc:docMk/>
            <pc:sldMk cId="0" sldId="332"/>
            <ac:spMk id="4098" creationId="{681931CD-6CF2-193B-4065-F60A17C33A58}"/>
          </ac:spMkLst>
        </pc:spChg>
        <pc:spChg chg="mod">
          <ac:chgData name="Ben C L FUNG" userId="2bc1a8d8-82cc-46fb-a66a-21e3967849fb" providerId="ADAL" clId="{A94A67B5-D675-48F1-BE77-66606163E92D}" dt="2023-02-08T13:51:45.178" v="142" actId="27636"/>
          <ac:spMkLst>
            <pc:docMk/>
            <pc:sldMk cId="0" sldId="332"/>
            <ac:spMk id="4099" creationId="{0F56F6C0-9125-114A-569E-A030F636DE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42966114" sldId="332"/>
        </pc:sldMkLst>
      </pc:sldChg>
      <pc:sldChg chg="modSp add del mod">
        <pc:chgData name="Ben C L FUNG" userId="2bc1a8d8-82cc-46fb-a66a-21e3967849fb" providerId="ADAL" clId="{A94A67B5-D675-48F1-BE77-66606163E92D}" dt="2023-02-08T13:46:11.644" v="114" actId="47"/>
        <pc:sldMkLst>
          <pc:docMk/>
          <pc:sldMk cId="0" sldId="333"/>
        </pc:sldMkLst>
        <pc:spChg chg="mod">
          <ac:chgData name="Ben C L FUNG" userId="2bc1a8d8-82cc-46fb-a66a-21e3967849fb" providerId="ADAL" clId="{A94A67B5-D675-48F1-BE77-66606163E92D}" dt="2023-02-08T13:44:54.336" v="5" actId="27636"/>
          <ac:spMkLst>
            <pc:docMk/>
            <pc:sldMk cId="0" sldId="333"/>
            <ac:spMk id="5122" creationId="{A74025CF-235C-BB10-EA49-D60C961E1F28}"/>
          </ac:spMkLst>
        </pc:spChg>
        <pc:spChg chg="mod">
          <ac:chgData name="Ben C L FUNG" userId="2bc1a8d8-82cc-46fb-a66a-21e3967849fb" providerId="ADAL" clId="{A94A67B5-D675-48F1-BE77-66606163E92D}" dt="2023-02-08T13:44:54.335" v="4" actId="27636"/>
          <ac:spMkLst>
            <pc:docMk/>
            <pc:sldMk cId="0" sldId="333"/>
            <ac:spMk id="5123" creationId="{F92B6E4B-B642-F8F7-B3B8-D92CCD64E8D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946441910" sldId="333"/>
        </pc:sldMkLst>
      </pc:sldChg>
      <pc:sldChg chg="modSp add mod">
        <pc:chgData name="Ben C L FUNG" userId="2bc1a8d8-82cc-46fb-a66a-21e3967849fb" providerId="ADAL" clId="{A94A67B5-D675-48F1-BE77-66606163E92D}" dt="2023-02-08T13:44:54.354" v="7" actId="27636"/>
        <pc:sldMkLst>
          <pc:docMk/>
          <pc:sldMk cId="0" sldId="334"/>
        </pc:sldMkLst>
        <pc:spChg chg="mod">
          <ac:chgData name="Ben C L FUNG" userId="2bc1a8d8-82cc-46fb-a66a-21e3967849fb" providerId="ADAL" clId="{A94A67B5-D675-48F1-BE77-66606163E92D}" dt="2023-02-08T13:44:54.354" v="7" actId="27636"/>
          <ac:spMkLst>
            <pc:docMk/>
            <pc:sldMk cId="0" sldId="334"/>
            <ac:spMk id="6146" creationId="{DB3F4CE1-F66D-056C-F15E-8ECB23744407}"/>
          </ac:spMkLst>
        </pc:spChg>
        <pc:spChg chg="mod">
          <ac:chgData name="Ben C L FUNG" userId="2bc1a8d8-82cc-46fb-a66a-21e3967849fb" providerId="ADAL" clId="{A94A67B5-D675-48F1-BE77-66606163E92D}" dt="2023-02-08T13:44:54.353" v="6" actId="27636"/>
          <ac:spMkLst>
            <pc:docMk/>
            <pc:sldMk cId="0" sldId="334"/>
            <ac:spMk id="6147" creationId="{7F1DA558-62CE-BC6E-F6E8-9764646C842D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197716553" sldId="334"/>
        </pc:sldMkLst>
      </pc:sldChg>
      <pc:sldChg chg="modSp add mod">
        <pc:chgData name="Ben C L FUNG" userId="2bc1a8d8-82cc-46fb-a66a-21e3967849fb" providerId="ADAL" clId="{A94A67B5-D675-48F1-BE77-66606163E92D}" dt="2023-02-08T13:44:54.382" v="9" actId="27636"/>
        <pc:sldMkLst>
          <pc:docMk/>
          <pc:sldMk cId="0" sldId="335"/>
        </pc:sldMkLst>
        <pc:spChg chg="mod">
          <ac:chgData name="Ben C L FUNG" userId="2bc1a8d8-82cc-46fb-a66a-21e3967849fb" providerId="ADAL" clId="{A94A67B5-D675-48F1-BE77-66606163E92D}" dt="2023-02-08T13:44:54.382" v="9" actId="27636"/>
          <ac:spMkLst>
            <pc:docMk/>
            <pc:sldMk cId="0" sldId="335"/>
            <ac:spMk id="7170" creationId="{A48C3067-DA90-5A9E-C4A7-778606AC2609}"/>
          </ac:spMkLst>
        </pc:spChg>
        <pc:spChg chg="mod">
          <ac:chgData name="Ben C L FUNG" userId="2bc1a8d8-82cc-46fb-a66a-21e3967849fb" providerId="ADAL" clId="{A94A67B5-D675-48F1-BE77-66606163E92D}" dt="2023-02-08T13:44:54.382" v="8" actId="27636"/>
          <ac:spMkLst>
            <pc:docMk/>
            <pc:sldMk cId="0" sldId="335"/>
            <ac:spMk id="7171" creationId="{2595CE02-C5C3-C4C3-A4A7-8862D65592A4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883094066" sldId="335"/>
        </pc:sldMkLst>
      </pc:sldChg>
      <pc:sldChg chg="modSp add mod">
        <pc:chgData name="Ben C L FUNG" userId="2bc1a8d8-82cc-46fb-a66a-21e3967849fb" providerId="ADAL" clId="{A94A67B5-D675-48F1-BE77-66606163E92D}" dt="2023-02-08T13:44:54.385" v="10" actId="27636"/>
        <pc:sldMkLst>
          <pc:docMk/>
          <pc:sldMk cId="0" sldId="336"/>
        </pc:sldMkLst>
        <pc:spChg chg="mod">
          <ac:chgData name="Ben C L FUNG" userId="2bc1a8d8-82cc-46fb-a66a-21e3967849fb" providerId="ADAL" clId="{A94A67B5-D675-48F1-BE77-66606163E92D}" dt="2023-02-08T13:44:54.385" v="10" actId="27636"/>
          <ac:spMkLst>
            <pc:docMk/>
            <pc:sldMk cId="0" sldId="336"/>
            <ac:spMk id="8194" creationId="{7B82919E-D880-3FD4-F446-AF6AC4CAC1E1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923947471" sldId="336"/>
        </pc:sldMkLst>
      </pc:sldChg>
      <pc:sldChg chg="modSp add mod">
        <pc:chgData name="Ben C L FUNG" userId="2bc1a8d8-82cc-46fb-a66a-21e3967849fb" providerId="ADAL" clId="{A94A67B5-D675-48F1-BE77-66606163E92D}" dt="2023-02-08T13:44:54.407" v="12" actId="27636"/>
        <pc:sldMkLst>
          <pc:docMk/>
          <pc:sldMk cId="0" sldId="337"/>
        </pc:sldMkLst>
        <pc:spChg chg="mod">
          <ac:chgData name="Ben C L FUNG" userId="2bc1a8d8-82cc-46fb-a66a-21e3967849fb" providerId="ADAL" clId="{A94A67B5-D675-48F1-BE77-66606163E92D}" dt="2023-02-08T13:44:54.387" v="11" actId="27636"/>
          <ac:spMkLst>
            <pc:docMk/>
            <pc:sldMk cId="0" sldId="337"/>
            <ac:spMk id="9218" creationId="{699FEEFB-26D5-9BA5-E841-D84FE697C3C5}"/>
          </ac:spMkLst>
        </pc:spChg>
        <pc:spChg chg="mod">
          <ac:chgData name="Ben C L FUNG" userId="2bc1a8d8-82cc-46fb-a66a-21e3967849fb" providerId="ADAL" clId="{A94A67B5-D675-48F1-BE77-66606163E92D}" dt="2023-02-08T13:44:54.407" v="12" actId="27636"/>
          <ac:spMkLst>
            <pc:docMk/>
            <pc:sldMk cId="0" sldId="337"/>
            <ac:spMk id="9219" creationId="{98685F08-0F1D-0F63-9339-A4028DD2FC69}"/>
          </ac:spMkLst>
        </pc:spChg>
      </pc:sldChg>
      <pc:sldChg chg="add del">
        <pc:chgData name="Ben C L FUNG" userId="2bc1a8d8-82cc-46fb-a66a-21e3967849fb" providerId="ADAL" clId="{A94A67B5-D675-48F1-BE77-66606163E92D}" dt="2023-02-08T13:50:27.982" v="139" actId="47"/>
        <pc:sldMkLst>
          <pc:docMk/>
          <pc:sldMk cId="0" sldId="338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806349047" sldId="338"/>
        </pc:sldMkLst>
      </pc:sldChg>
      <pc:sldChg chg="modSp add mod">
        <pc:chgData name="Ben C L FUNG" userId="2bc1a8d8-82cc-46fb-a66a-21e3967849fb" providerId="ADAL" clId="{A94A67B5-D675-48F1-BE77-66606163E92D}" dt="2023-02-08T13:44:54.434" v="14" actId="27636"/>
        <pc:sldMkLst>
          <pc:docMk/>
          <pc:sldMk cId="0" sldId="339"/>
        </pc:sldMkLst>
        <pc:spChg chg="mod">
          <ac:chgData name="Ben C L FUNG" userId="2bc1a8d8-82cc-46fb-a66a-21e3967849fb" providerId="ADAL" clId="{A94A67B5-D675-48F1-BE77-66606163E92D}" dt="2023-02-08T13:44:54.434" v="14" actId="27636"/>
          <ac:spMkLst>
            <pc:docMk/>
            <pc:sldMk cId="0" sldId="339"/>
            <ac:spMk id="11266" creationId="{5BA6840F-E016-2F02-247E-CA9091CC0C79}"/>
          </ac:spMkLst>
        </pc:spChg>
        <pc:spChg chg="mod">
          <ac:chgData name="Ben C L FUNG" userId="2bc1a8d8-82cc-46fb-a66a-21e3967849fb" providerId="ADAL" clId="{A94A67B5-D675-48F1-BE77-66606163E92D}" dt="2023-02-08T13:44:54.433" v="13" actId="27636"/>
          <ac:spMkLst>
            <pc:docMk/>
            <pc:sldMk cId="0" sldId="339"/>
            <ac:spMk id="27651" creationId="{54A31025-264E-3222-BF4E-97E8E5D9FC8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618705715" sldId="339"/>
        </pc:sldMkLst>
      </pc:sldChg>
      <pc:sldChg chg="modSp add mod">
        <pc:chgData name="Ben C L FUNG" userId="2bc1a8d8-82cc-46fb-a66a-21e3967849fb" providerId="ADAL" clId="{A94A67B5-D675-48F1-BE77-66606163E92D}" dt="2023-02-08T13:44:54.460" v="16" actId="27636"/>
        <pc:sldMkLst>
          <pc:docMk/>
          <pc:sldMk cId="0" sldId="340"/>
        </pc:sldMkLst>
        <pc:spChg chg="mod">
          <ac:chgData name="Ben C L FUNG" userId="2bc1a8d8-82cc-46fb-a66a-21e3967849fb" providerId="ADAL" clId="{A94A67B5-D675-48F1-BE77-66606163E92D}" dt="2023-02-08T13:44:54.460" v="16" actId="27636"/>
          <ac:spMkLst>
            <pc:docMk/>
            <pc:sldMk cId="0" sldId="340"/>
            <ac:spMk id="12290" creationId="{98CB7133-4871-4837-DA08-C0B401A4C1D4}"/>
          </ac:spMkLst>
        </pc:spChg>
        <pc:spChg chg="mod">
          <ac:chgData name="Ben C L FUNG" userId="2bc1a8d8-82cc-46fb-a66a-21e3967849fb" providerId="ADAL" clId="{A94A67B5-D675-48F1-BE77-66606163E92D}" dt="2023-02-08T13:44:54.459" v="15" actId="27636"/>
          <ac:spMkLst>
            <pc:docMk/>
            <pc:sldMk cId="0" sldId="340"/>
            <ac:spMk id="12291" creationId="{DD45CBC1-8793-F63A-44A0-B24874D8ED70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719621672" sldId="340"/>
        </pc:sldMkLst>
      </pc:sldChg>
      <pc:sldChg chg="modSp add mod">
        <pc:chgData name="Ben C L FUNG" userId="2bc1a8d8-82cc-46fb-a66a-21e3967849fb" providerId="ADAL" clId="{A94A67B5-D675-48F1-BE77-66606163E92D}" dt="2023-02-08T13:44:54.462" v="17" actId="27636"/>
        <pc:sldMkLst>
          <pc:docMk/>
          <pc:sldMk cId="0" sldId="341"/>
        </pc:sldMkLst>
        <pc:spChg chg="mod">
          <ac:chgData name="Ben C L FUNG" userId="2bc1a8d8-82cc-46fb-a66a-21e3967849fb" providerId="ADAL" clId="{A94A67B5-D675-48F1-BE77-66606163E92D}" dt="2023-02-08T13:44:54.462" v="17" actId="27636"/>
          <ac:spMkLst>
            <pc:docMk/>
            <pc:sldMk cId="0" sldId="341"/>
            <ac:spMk id="13314" creationId="{0116996D-704E-2F43-BD0B-EF434DE1ED4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244147216" sldId="341"/>
        </pc:sldMkLst>
      </pc:sldChg>
      <pc:sldChg chg="add del">
        <pc:chgData name="Ben C L FUNG" userId="2bc1a8d8-82cc-46fb-a66a-21e3967849fb" providerId="ADAL" clId="{A94A67B5-D675-48F1-BE77-66606163E92D}" dt="2023-02-08T13:51:31.870" v="140" actId="47"/>
        <pc:sldMkLst>
          <pc:docMk/>
          <pc:sldMk cId="0" sldId="342"/>
        </pc:sldMkLst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8413500" sldId="342"/>
        </pc:sldMkLst>
      </pc:sldChg>
      <pc:sldChg chg="modSp add mod">
        <pc:chgData name="Ben C L FUNG" userId="2bc1a8d8-82cc-46fb-a66a-21e3967849fb" providerId="ADAL" clId="{A94A67B5-D675-48F1-BE77-66606163E92D}" dt="2023-02-08T13:44:54.482" v="19" actId="27636"/>
        <pc:sldMkLst>
          <pc:docMk/>
          <pc:sldMk cId="0" sldId="343"/>
        </pc:sldMkLst>
        <pc:spChg chg="mod">
          <ac:chgData name="Ben C L FUNG" userId="2bc1a8d8-82cc-46fb-a66a-21e3967849fb" providerId="ADAL" clId="{A94A67B5-D675-48F1-BE77-66606163E92D}" dt="2023-02-08T13:44:54.482" v="19" actId="27636"/>
          <ac:spMkLst>
            <pc:docMk/>
            <pc:sldMk cId="0" sldId="343"/>
            <ac:spMk id="15362" creationId="{BCB9253C-E1B5-7D18-71A3-DD70E517A911}"/>
          </ac:spMkLst>
        </pc:spChg>
        <pc:spChg chg="mod">
          <ac:chgData name="Ben C L FUNG" userId="2bc1a8d8-82cc-46fb-a66a-21e3967849fb" providerId="ADAL" clId="{A94A67B5-D675-48F1-BE77-66606163E92D}" dt="2023-02-08T13:44:54.481" v="18" actId="27636"/>
          <ac:spMkLst>
            <pc:docMk/>
            <pc:sldMk cId="0" sldId="343"/>
            <ac:spMk id="15363" creationId="{9A04E522-5D2B-27EA-22BD-17C167B49892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54306053" sldId="343"/>
        </pc:sldMkLst>
      </pc:sldChg>
      <pc:sldChg chg="modSp add mod">
        <pc:chgData name="Ben C L FUNG" userId="2bc1a8d8-82cc-46fb-a66a-21e3967849fb" providerId="ADAL" clId="{A94A67B5-D675-48F1-BE77-66606163E92D}" dt="2023-02-08T13:44:54.506" v="21" actId="27636"/>
        <pc:sldMkLst>
          <pc:docMk/>
          <pc:sldMk cId="0" sldId="344"/>
        </pc:sldMkLst>
        <pc:spChg chg="mod">
          <ac:chgData name="Ben C L FUNG" userId="2bc1a8d8-82cc-46fb-a66a-21e3967849fb" providerId="ADAL" clId="{A94A67B5-D675-48F1-BE77-66606163E92D}" dt="2023-02-08T13:44:54.485" v="20" actId="27636"/>
          <ac:spMkLst>
            <pc:docMk/>
            <pc:sldMk cId="0" sldId="344"/>
            <ac:spMk id="16386" creationId="{A2D23D7D-E3ED-5A34-4837-5DDE4EDD2470}"/>
          </ac:spMkLst>
        </pc:spChg>
        <pc:spChg chg="mod">
          <ac:chgData name="Ben C L FUNG" userId="2bc1a8d8-82cc-46fb-a66a-21e3967849fb" providerId="ADAL" clId="{A94A67B5-D675-48F1-BE77-66606163E92D}" dt="2023-02-08T13:44:54.506" v="21" actId="27636"/>
          <ac:spMkLst>
            <pc:docMk/>
            <pc:sldMk cId="0" sldId="344"/>
            <ac:spMk id="16387" creationId="{B7D07B88-D56C-F71F-1D1E-4324FD9B20CA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621148625" sldId="344"/>
        </pc:sldMkLst>
      </pc:sldChg>
      <pc:sldChg chg="modSp add del mod">
        <pc:chgData name="Ben C L FUNG" userId="2bc1a8d8-82cc-46fb-a66a-21e3967849fb" providerId="ADAL" clId="{A94A67B5-D675-48F1-BE77-66606163E92D}" dt="2023-02-08T13:50:01.659" v="138" actId="47"/>
        <pc:sldMkLst>
          <pc:docMk/>
          <pc:sldMk cId="0" sldId="345"/>
        </pc:sldMkLst>
        <pc:spChg chg="mod">
          <ac:chgData name="Ben C L FUNG" userId="2bc1a8d8-82cc-46fb-a66a-21e3967849fb" providerId="ADAL" clId="{A94A67B5-D675-48F1-BE77-66606163E92D}" dt="2023-02-08T13:44:54.510" v="22" actId="27636"/>
          <ac:spMkLst>
            <pc:docMk/>
            <pc:sldMk cId="0" sldId="345"/>
            <ac:spMk id="17410" creationId="{5B5A8F69-B6FF-AB8D-0D82-73381EEF184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381072170" sldId="345"/>
        </pc:sldMkLst>
      </pc:sldChg>
      <pc:sldChg chg="modSp add mod">
        <pc:chgData name="Ben C L FUNG" userId="2bc1a8d8-82cc-46fb-a66a-21e3967849fb" providerId="ADAL" clId="{A94A67B5-D675-48F1-BE77-66606163E92D}" dt="2023-02-08T13:44:54.539" v="24" actId="27636"/>
        <pc:sldMkLst>
          <pc:docMk/>
          <pc:sldMk cId="0" sldId="346"/>
        </pc:sldMkLst>
        <pc:spChg chg="mod">
          <ac:chgData name="Ben C L FUNG" userId="2bc1a8d8-82cc-46fb-a66a-21e3967849fb" providerId="ADAL" clId="{A94A67B5-D675-48F1-BE77-66606163E92D}" dt="2023-02-08T13:44:54.539" v="24" actId="27636"/>
          <ac:spMkLst>
            <pc:docMk/>
            <pc:sldMk cId="0" sldId="346"/>
            <ac:spMk id="18434" creationId="{F61D71AE-F617-93CD-B055-573CCE4012FE}"/>
          </ac:spMkLst>
        </pc:spChg>
        <pc:spChg chg="mod">
          <ac:chgData name="Ben C L FUNG" userId="2bc1a8d8-82cc-46fb-a66a-21e3967849fb" providerId="ADAL" clId="{A94A67B5-D675-48F1-BE77-66606163E92D}" dt="2023-02-08T13:44:54.538" v="23" actId="27636"/>
          <ac:spMkLst>
            <pc:docMk/>
            <pc:sldMk cId="0" sldId="346"/>
            <ac:spMk id="18435" creationId="{680A9FCE-E88A-3221-D3A7-7BC6E997500B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2420793727" sldId="346"/>
        </pc:sldMkLst>
      </pc:sldChg>
      <pc:sldChg chg="modSp add mod">
        <pc:chgData name="Ben C L FUNG" userId="2bc1a8d8-82cc-46fb-a66a-21e3967849fb" providerId="ADAL" clId="{A94A67B5-D675-48F1-BE77-66606163E92D}" dt="2023-02-08T13:44:54.542" v="25" actId="27636"/>
        <pc:sldMkLst>
          <pc:docMk/>
          <pc:sldMk cId="0" sldId="347"/>
        </pc:sldMkLst>
        <pc:spChg chg="mod">
          <ac:chgData name="Ben C L FUNG" userId="2bc1a8d8-82cc-46fb-a66a-21e3967849fb" providerId="ADAL" clId="{A94A67B5-D675-48F1-BE77-66606163E92D}" dt="2023-02-08T13:44:54.542" v="25" actId="27636"/>
          <ac:spMkLst>
            <pc:docMk/>
            <pc:sldMk cId="0" sldId="347"/>
            <ac:spMk id="19458" creationId="{DE56BF53-C977-E1B6-8253-94F2685EAFF6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38805331" sldId="347"/>
        </pc:sldMkLst>
      </pc:sldChg>
      <pc:sldChg chg="modSp add mod">
        <pc:chgData name="Ben C L FUNG" userId="2bc1a8d8-82cc-46fb-a66a-21e3967849fb" providerId="ADAL" clId="{A94A67B5-D675-48F1-BE77-66606163E92D}" dt="2023-02-08T13:44:54.544" v="26" actId="27636"/>
        <pc:sldMkLst>
          <pc:docMk/>
          <pc:sldMk cId="0" sldId="348"/>
        </pc:sldMkLst>
        <pc:spChg chg="mod">
          <ac:chgData name="Ben C L FUNG" userId="2bc1a8d8-82cc-46fb-a66a-21e3967849fb" providerId="ADAL" clId="{A94A67B5-D675-48F1-BE77-66606163E92D}" dt="2023-02-08T13:44:54.544" v="26" actId="27636"/>
          <ac:spMkLst>
            <pc:docMk/>
            <pc:sldMk cId="0" sldId="348"/>
            <ac:spMk id="20482" creationId="{A9B6D5F6-919E-FE29-3437-8C38347B9A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1843780382" sldId="348"/>
        </pc:sldMkLst>
      </pc:sldChg>
      <pc:sldChg chg="modSp add mod">
        <pc:chgData name="Ben C L FUNG" userId="2bc1a8d8-82cc-46fb-a66a-21e3967849fb" providerId="ADAL" clId="{A94A67B5-D675-48F1-BE77-66606163E92D}" dt="2023-02-08T13:44:54.560" v="28" actId="27636"/>
        <pc:sldMkLst>
          <pc:docMk/>
          <pc:sldMk cId="0" sldId="349"/>
        </pc:sldMkLst>
        <pc:spChg chg="mod">
          <ac:chgData name="Ben C L FUNG" userId="2bc1a8d8-82cc-46fb-a66a-21e3967849fb" providerId="ADAL" clId="{A94A67B5-D675-48F1-BE77-66606163E92D}" dt="2023-02-08T13:44:54.560" v="28" actId="27636"/>
          <ac:spMkLst>
            <pc:docMk/>
            <pc:sldMk cId="0" sldId="349"/>
            <ac:spMk id="21506" creationId="{C21B0069-3A55-39F6-BB2A-A5445A56A263}"/>
          </ac:spMkLst>
        </pc:spChg>
        <pc:spChg chg="mod">
          <ac:chgData name="Ben C L FUNG" userId="2bc1a8d8-82cc-46fb-a66a-21e3967849fb" providerId="ADAL" clId="{A94A67B5-D675-48F1-BE77-66606163E92D}" dt="2023-02-08T13:44:54.559" v="27" actId="27636"/>
          <ac:spMkLst>
            <pc:docMk/>
            <pc:sldMk cId="0" sldId="349"/>
            <ac:spMk id="21507" creationId="{46E5CF2E-FED3-0450-7F6C-98B6E2B63675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413622959" sldId="349"/>
        </pc:sldMkLst>
      </pc:sldChg>
      <pc:sldChg chg="modSp add mod">
        <pc:chgData name="Ben C L FUNG" userId="2bc1a8d8-82cc-46fb-a66a-21e3967849fb" providerId="ADAL" clId="{A94A67B5-D675-48F1-BE77-66606163E92D}" dt="2023-02-08T13:44:54.580" v="30" actId="27636"/>
        <pc:sldMkLst>
          <pc:docMk/>
          <pc:sldMk cId="0" sldId="350"/>
        </pc:sldMkLst>
        <pc:spChg chg="mod">
          <ac:chgData name="Ben C L FUNG" userId="2bc1a8d8-82cc-46fb-a66a-21e3967849fb" providerId="ADAL" clId="{A94A67B5-D675-48F1-BE77-66606163E92D}" dt="2023-02-08T13:44:54.563" v="29" actId="27636"/>
          <ac:spMkLst>
            <pc:docMk/>
            <pc:sldMk cId="0" sldId="350"/>
            <ac:spMk id="22530" creationId="{A43FDAB4-6A98-8394-904A-2AEFE28450B3}"/>
          </ac:spMkLst>
        </pc:spChg>
        <pc:spChg chg="mod">
          <ac:chgData name="Ben C L FUNG" userId="2bc1a8d8-82cc-46fb-a66a-21e3967849fb" providerId="ADAL" clId="{A94A67B5-D675-48F1-BE77-66606163E92D}" dt="2023-02-08T13:44:54.580" v="30" actId="27636"/>
          <ac:spMkLst>
            <pc:docMk/>
            <pc:sldMk cId="0" sldId="350"/>
            <ac:spMk id="22531" creationId="{B3356062-10D7-7E85-8216-309BF8D6F6CC}"/>
          </ac:spMkLst>
        </pc:spChg>
      </pc:sldChg>
      <pc:sldChg chg="del">
        <pc:chgData name="Ben C L FUNG" userId="2bc1a8d8-82cc-46fb-a66a-21e3967849fb" providerId="ADAL" clId="{A94A67B5-D675-48F1-BE77-66606163E92D}" dt="2023-02-08T13:42:07.820" v="0" actId="47"/>
        <pc:sldMkLst>
          <pc:docMk/>
          <pc:sldMk cId="3496898112" sldId="350"/>
        </pc:sldMkLst>
      </pc:sldChg>
      <pc:sldChg chg="modSp add mod">
        <pc:chgData name="Ben C L FUNG" userId="2bc1a8d8-82cc-46fb-a66a-21e3967849fb" providerId="ADAL" clId="{A94A67B5-D675-48F1-BE77-66606163E92D}" dt="2023-02-08T13:49:38.868" v="137" actId="27636"/>
        <pc:sldMkLst>
          <pc:docMk/>
          <pc:sldMk cId="0" sldId="351"/>
        </pc:sldMkLst>
        <pc:spChg chg="mod">
          <ac:chgData name="Ben C L FUNG" userId="2bc1a8d8-82cc-46fb-a66a-21e3967849fb" providerId="ADAL" clId="{A94A67B5-D675-48F1-BE77-66606163E92D}" dt="2023-02-08T13:44:54.589" v="32" actId="27636"/>
          <ac:spMkLst>
            <pc:docMk/>
            <pc:sldMk cId="0" sldId="351"/>
            <ac:spMk id="23554" creationId="{B611F7BB-B8F1-DA53-63FD-990225E5DA7C}"/>
          </ac:spMkLst>
        </pc:spChg>
        <pc:spChg chg="mod">
          <ac:chgData name="Ben C L FUNG" userId="2bc1a8d8-82cc-46fb-a66a-21e3967849fb" providerId="ADAL" clId="{A94A67B5-D675-48F1-BE77-66606163E92D}" dt="2023-02-08T13:49:38.868" v="137" actId="27636"/>
          <ac:spMkLst>
            <pc:docMk/>
            <pc:sldMk cId="0" sldId="351"/>
            <ac:spMk id="23555" creationId="{68974A05-5590-8BB2-8BBF-C95EC8B35C75}"/>
          </ac:spMkLst>
        </pc:spChg>
      </pc:sldChg>
      <pc:sldChg chg="modSp add mod">
        <pc:chgData name="Ben C L FUNG" userId="2bc1a8d8-82cc-46fb-a66a-21e3967849fb" providerId="ADAL" clId="{A94A67B5-D675-48F1-BE77-66606163E92D}" dt="2023-02-08T13:49:22.589" v="135" actId="27636"/>
        <pc:sldMkLst>
          <pc:docMk/>
          <pc:sldMk cId="0" sldId="352"/>
        </pc:sldMkLst>
        <pc:spChg chg="mod">
          <ac:chgData name="Ben C L FUNG" userId="2bc1a8d8-82cc-46fb-a66a-21e3967849fb" providerId="ADAL" clId="{A94A67B5-D675-48F1-BE77-66606163E92D}" dt="2023-02-08T13:44:54.592" v="33" actId="27636"/>
          <ac:spMkLst>
            <pc:docMk/>
            <pc:sldMk cId="0" sldId="352"/>
            <ac:spMk id="24578" creationId="{8526166D-518C-9E97-A6F0-B996983133C8}"/>
          </ac:spMkLst>
        </pc:spChg>
        <pc:spChg chg="mod">
          <ac:chgData name="Ben C L FUNG" userId="2bc1a8d8-82cc-46fb-a66a-21e3967849fb" providerId="ADAL" clId="{A94A67B5-D675-48F1-BE77-66606163E92D}" dt="2023-02-08T13:49:22.589" v="135" actId="27636"/>
          <ac:spMkLst>
            <pc:docMk/>
            <pc:sldMk cId="0" sldId="352"/>
            <ac:spMk id="24579" creationId="{ED1C7D3F-75FC-1112-27BC-E0E1D9C05EB6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9:09.694" v="133" actId="113"/>
        <pc:sldMkLst>
          <pc:docMk/>
          <pc:sldMk cId="0" sldId="353"/>
        </pc:sldMkLst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2" creationId="{C68CFDA7-5C9E-00A5-93DC-666328D7CF5C}"/>
          </ac:spMkLst>
        </pc:spChg>
        <pc:spChg chg="add del mod">
          <ac:chgData name="Ben C L FUNG" userId="2bc1a8d8-82cc-46fb-a66a-21e3967849fb" providerId="ADAL" clId="{A94A67B5-D675-48F1-BE77-66606163E92D}" dt="2023-02-08T13:48:50.839" v="126"/>
          <ac:spMkLst>
            <pc:docMk/>
            <pc:sldMk cId="0" sldId="353"/>
            <ac:spMk id="3" creationId="{689B41AA-A569-0307-D39B-626B36E26427}"/>
          </ac:spMkLst>
        </pc:spChg>
        <pc:spChg chg="mod">
          <ac:chgData name="Ben C L FUNG" userId="2bc1a8d8-82cc-46fb-a66a-21e3967849fb" providerId="ADAL" clId="{A94A67B5-D675-48F1-BE77-66606163E92D}" dt="2023-02-08T13:48:50.892" v="127" actId="27636"/>
          <ac:spMkLst>
            <pc:docMk/>
            <pc:sldMk cId="0" sldId="353"/>
            <ac:spMk id="25602" creationId="{A1098B81-1DF2-095D-159B-E82DD29CA513}"/>
          </ac:spMkLst>
        </pc:spChg>
        <pc:spChg chg="mod">
          <ac:chgData name="Ben C L FUNG" userId="2bc1a8d8-82cc-46fb-a66a-21e3967849fb" providerId="ADAL" clId="{A94A67B5-D675-48F1-BE77-66606163E92D}" dt="2023-02-08T13:49:09.694" v="133" actId="113"/>
          <ac:spMkLst>
            <pc:docMk/>
            <pc:sldMk cId="0" sldId="353"/>
            <ac:spMk id="25603" creationId="{D0C8D714-5A99-B035-D619-0E459C0756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42" v="37" actId="27636"/>
        <pc:sldMkLst>
          <pc:docMk/>
          <pc:sldMk cId="0" sldId="354"/>
        </pc:sldMkLst>
        <pc:spChg chg="mod">
          <ac:chgData name="Ben C L FUNG" userId="2bc1a8d8-82cc-46fb-a66a-21e3967849fb" providerId="ADAL" clId="{A94A67B5-D675-48F1-BE77-66606163E92D}" dt="2023-02-08T13:44:54.642" v="37" actId="27636"/>
          <ac:spMkLst>
            <pc:docMk/>
            <pc:sldMk cId="0" sldId="354"/>
            <ac:spMk id="26626" creationId="{A39E9847-BF7C-EA14-D74A-98E78463D82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56" v="39" actId="27636"/>
        <pc:sldMkLst>
          <pc:docMk/>
          <pc:sldMk cId="0" sldId="355"/>
        </pc:sldMkLst>
        <pc:spChg chg="mod">
          <ac:chgData name="Ben C L FUNG" userId="2bc1a8d8-82cc-46fb-a66a-21e3967849fb" providerId="ADAL" clId="{A94A67B5-D675-48F1-BE77-66606163E92D}" dt="2023-02-08T13:44:54.656" v="39" actId="27636"/>
          <ac:spMkLst>
            <pc:docMk/>
            <pc:sldMk cId="0" sldId="355"/>
            <ac:spMk id="27650" creationId="{32344C27-BAD1-B11C-DE9E-B35E4001A14D}"/>
          </ac:spMkLst>
        </pc:spChg>
        <pc:spChg chg="mod">
          <ac:chgData name="Ben C L FUNG" userId="2bc1a8d8-82cc-46fb-a66a-21e3967849fb" providerId="ADAL" clId="{A94A67B5-D675-48F1-BE77-66606163E92D}" dt="2023-02-08T13:44:54.655" v="38" actId="27636"/>
          <ac:spMkLst>
            <pc:docMk/>
            <pc:sldMk cId="0" sldId="355"/>
            <ac:spMk id="27651" creationId="{3396702A-B792-5466-C03D-16E25A415BEB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2" v="41" actId="27636"/>
        <pc:sldMkLst>
          <pc:docMk/>
          <pc:sldMk cId="0" sldId="356"/>
        </pc:sldMkLst>
        <pc:spChg chg="mod">
          <ac:chgData name="Ben C L FUNG" userId="2bc1a8d8-82cc-46fb-a66a-21e3967849fb" providerId="ADAL" clId="{A94A67B5-D675-48F1-BE77-66606163E92D}" dt="2023-02-08T13:44:54.657" v="40" actId="27636"/>
          <ac:spMkLst>
            <pc:docMk/>
            <pc:sldMk cId="0" sldId="356"/>
            <ac:spMk id="28674" creationId="{15936DA9-AF9D-9461-FD43-45850CEAB86D}"/>
          </ac:spMkLst>
        </pc:spChg>
        <pc:spChg chg="mod">
          <ac:chgData name="Ben C L FUNG" userId="2bc1a8d8-82cc-46fb-a66a-21e3967849fb" providerId="ADAL" clId="{A94A67B5-D675-48F1-BE77-66606163E92D}" dt="2023-02-08T13:44:54.682" v="41" actId="27636"/>
          <ac:spMkLst>
            <pc:docMk/>
            <pc:sldMk cId="0" sldId="356"/>
            <ac:spMk id="28675" creationId="{99E68515-E92F-1350-C2A2-3F3D940FAB1D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684" v="42" actId="27636"/>
        <pc:sldMkLst>
          <pc:docMk/>
          <pc:sldMk cId="0" sldId="357"/>
        </pc:sldMkLst>
        <pc:spChg chg="mod">
          <ac:chgData name="Ben C L FUNG" userId="2bc1a8d8-82cc-46fb-a66a-21e3967849fb" providerId="ADAL" clId="{A94A67B5-D675-48F1-BE77-66606163E92D}" dt="2023-02-08T13:44:54.684" v="42" actId="27636"/>
          <ac:spMkLst>
            <pc:docMk/>
            <pc:sldMk cId="0" sldId="357"/>
            <ac:spMk id="29698" creationId="{2CB5BB71-7CB1-1864-CB22-66B9C6FEBAB0}"/>
          </ac:spMkLst>
        </pc:spChg>
      </pc:sldChg>
      <pc:sldChg chg="add del">
        <pc:chgData name="Ben C L FUNG" userId="2bc1a8d8-82cc-46fb-a66a-21e3967849fb" providerId="ADAL" clId="{A94A67B5-D675-48F1-BE77-66606163E92D}" dt="2023-02-08T13:47:09.855" v="115" actId="47"/>
        <pc:sldMkLst>
          <pc:docMk/>
          <pc:sldMk cId="0" sldId="358"/>
        </pc:sldMkLst>
      </pc:sldChg>
      <pc:sldChg chg="modSp add mod">
        <pc:chgData name="Ben C L FUNG" userId="2bc1a8d8-82cc-46fb-a66a-21e3967849fb" providerId="ADAL" clId="{A94A67B5-D675-48F1-BE77-66606163E92D}" dt="2023-02-08T13:44:54.702" v="44" actId="27636"/>
        <pc:sldMkLst>
          <pc:docMk/>
          <pc:sldMk cId="0" sldId="359"/>
        </pc:sldMkLst>
        <pc:spChg chg="mod">
          <ac:chgData name="Ben C L FUNG" userId="2bc1a8d8-82cc-46fb-a66a-21e3967849fb" providerId="ADAL" clId="{A94A67B5-D675-48F1-BE77-66606163E92D}" dt="2023-02-08T13:44:54.686" v="43" actId="27636"/>
          <ac:spMkLst>
            <pc:docMk/>
            <pc:sldMk cId="0" sldId="359"/>
            <ac:spMk id="31746" creationId="{CA585CFF-4D23-F362-7AE2-BD22DE14DD9B}"/>
          </ac:spMkLst>
        </pc:spChg>
        <pc:spChg chg="mod">
          <ac:chgData name="Ben C L FUNG" userId="2bc1a8d8-82cc-46fb-a66a-21e3967849fb" providerId="ADAL" clId="{A94A67B5-D675-48F1-BE77-66606163E92D}" dt="2023-02-08T13:44:54.702" v="44" actId="27636"/>
          <ac:spMkLst>
            <pc:docMk/>
            <pc:sldMk cId="0" sldId="359"/>
            <ac:spMk id="31747" creationId="{619A1709-E287-1AE2-3BBF-AB8A3C1EB1D2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14" v="46" actId="27636"/>
        <pc:sldMkLst>
          <pc:docMk/>
          <pc:sldMk cId="0" sldId="360"/>
        </pc:sldMkLst>
        <pc:spChg chg="mod">
          <ac:chgData name="Ben C L FUNG" userId="2bc1a8d8-82cc-46fb-a66a-21e3967849fb" providerId="ADAL" clId="{A94A67B5-D675-48F1-BE77-66606163E92D}" dt="2023-02-08T13:44:54.706" v="45" actId="27636"/>
          <ac:spMkLst>
            <pc:docMk/>
            <pc:sldMk cId="0" sldId="360"/>
            <ac:spMk id="32770" creationId="{0831C966-0ECE-5862-B308-CDB5DD252FDA}"/>
          </ac:spMkLst>
        </pc:spChg>
        <pc:spChg chg="mod">
          <ac:chgData name="Ben C L FUNG" userId="2bc1a8d8-82cc-46fb-a66a-21e3967849fb" providerId="ADAL" clId="{A94A67B5-D675-48F1-BE77-66606163E92D}" dt="2023-02-08T13:44:54.714" v="46" actId="27636"/>
          <ac:spMkLst>
            <pc:docMk/>
            <pc:sldMk cId="0" sldId="360"/>
            <ac:spMk id="32771" creationId="{DB2E7BC5-72C4-BBB5-1EE2-D4D7F66527F1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0" v="48" actId="27636"/>
        <pc:sldMkLst>
          <pc:docMk/>
          <pc:sldMk cId="0" sldId="361"/>
        </pc:sldMkLst>
        <pc:spChg chg="mod">
          <ac:chgData name="Ben C L FUNG" userId="2bc1a8d8-82cc-46fb-a66a-21e3967849fb" providerId="ADAL" clId="{A94A67B5-D675-48F1-BE77-66606163E92D}" dt="2023-02-08T13:44:54.716" v="47" actId="27636"/>
          <ac:spMkLst>
            <pc:docMk/>
            <pc:sldMk cId="0" sldId="361"/>
            <ac:spMk id="33794" creationId="{842041AE-1178-A192-2A1B-B6ACEA48BD33}"/>
          </ac:spMkLst>
        </pc:spChg>
        <pc:spChg chg="mod">
          <ac:chgData name="Ben C L FUNG" userId="2bc1a8d8-82cc-46fb-a66a-21e3967849fb" providerId="ADAL" clId="{A94A67B5-D675-48F1-BE77-66606163E92D}" dt="2023-02-08T13:44:54.720" v="48" actId="27636"/>
          <ac:spMkLst>
            <pc:docMk/>
            <pc:sldMk cId="0" sldId="361"/>
            <ac:spMk id="33795" creationId="{DC8DBB41-6D08-4BC2-0782-3210BBD4477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22" v="49" actId="27636"/>
        <pc:sldMkLst>
          <pc:docMk/>
          <pc:sldMk cId="0" sldId="362"/>
        </pc:sldMkLst>
        <pc:spChg chg="mod">
          <ac:chgData name="Ben C L FUNG" userId="2bc1a8d8-82cc-46fb-a66a-21e3967849fb" providerId="ADAL" clId="{A94A67B5-D675-48F1-BE77-66606163E92D}" dt="2023-02-08T13:44:54.722" v="49" actId="27636"/>
          <ac:spMkLst>
            <pc:docMk/>
            <pc:sldMk cId="0" sldId="362"/>
            <ac:spMk id="34818" creationId="{23D74AC9-061E-6B92-9AC2-5E2F456A7AED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1.364" v="116" actId="47"/>
        <pc:sldMkLst>
          <pc:docMk/>
          <pc:sldMk cId="0" sldId="363"/>
        </pc:sldMkLst>
        <pc:spChg chg="mod">
          <ac:chgData name="Ben C L FUNG" userId="2bc1a8d8-82cc-46fb-a66a-21e3967849fb" providerId="ADAL" clId="{A94A67B5-D675-48F1-BE77-66606163E92D}" dt="2023-02-08T13:44:54.742" v="51" actId="27636"/>
          <ac:spMkLst>
            <pc:docMk/>
            <pc:sldMk cId="0" sldId="363"/>
            <ac:spMk id="35842" creationId="{4D2658FF-173F-16FC-421C-F00BE326F642}"/>
          </ac:spMkLst>
        </pc:spChg>
        <pc:spChg chg="mod">
          <ac:chgData name="Ben C L FUNG" userId="2bc1a8d8-82cc-46fb-a66a-21e3967849fb" providerId="ADAL" clId="{A94A67B5-D675-48F1-BE77-66606163E92D}" dt="2023-02-08T13:44:54.741" v="50" actId="27636"/>
          <ac:spMkLst>
            <pc:docMk/>
            <pc:sldMk cId="0" sldId="363"/>
            <ac:spMk id="35843" creationId="{BC821DEC-D02F-CB79-E64A-87CBE1FCFB23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2.399" v="117" actId="47"/>
        <pc:sldMkLst>
          <pc:docMk/>
          <pc:sldMk cId="0" sldId="364"/>
        </pc:sldMkLst>
        <pc:spChg chg="mod">
          <ac:chgData name="Ben C L FUNG" userId="2bc1a8d8-82cc-46fb-a66a-21e3967849fb" providerId="ADAL" clId="{A94A67B5-D675-48F1-BE77-66606163E92D}" dt="2023-02-08T13:44:54.744" v="52" actId="27636"/>
          <ac:spMkLst>
            <pc:docMk/>
            <pc:sldMk cId="0" sldId="364"/>
            <ac:spMk id="36866" creationId="{CA81DB6B-2F42-1E84-4D3A-3A6FAABCD262}"/>
          </ac:spMkLst>
        </pc:spChg>
      </pc:sldChg>
      <pc:sldChg chg="modSp add del mod">
        <pc:chgData name="Ben C L FUNG" userId="2bc1a8d8-82cc-46fb-a66a-21e3967849fb" providerId="ADAL" clId="{A94A67B5-D675-48F1-BE77-66606163E92D}" dt="2023-02-08T13:47:46.557" v="118" actId="47"/>
        <pc:sldMkLst>
          <pc:docMk/>
          <pc:sldMk cId="0" sldId="365"/>
        </pc:sldMkLst>
        <pc:spChg chg="mod">
          <ac:chgData name="Ben C L FUNG" userId="2bc1a8d8-82cc-46fb-a66a-21e3967849fb" providerId="ADAL" clId="{A94A67B5-D675-48F1-BE77-66606163E92D}" dt="2023-02-08T13:44:54.757" v="54" actId="27636"/>
          <ac:spMkLst>
            <pc:docMk/>
            <pc:sldMk cId="0" sldId="365"/>
            <ac:spMk id="37890" creationId="{6D25B648-06B2-73A5-E10A-383DAD3114AD}"/>
          </ac:spMkLst>
        </pc:spChg>
        <pc:spChg chg="mod">
          <ac:chgData name="Ben C L FUNG" userId="2bc1a8d8-82cc-46fb-a66a-21e3967849fb" providerId="ADAL" clId="{A94A67B5-D675-48F1-BE77-66606163E92D}" dt="2023-02-08T13:44:54.756" v="53" actId="27636"/>
          <ac:spMkLst>
            <pc:docMk/>
            <pc:sldMk cId="0" sldId="365"/>
            <ac:spMk id="37891" creationId="{A35099B7-B9D1-0EE7-5955-14566D92A062}"/>
          </ac:spMkLst>
        </pc:spChg>
      </pc:sldChg>
      <pc:sldChg chg="addSp delSp modSp add mod">
        <pc:chgData name="Ben C L FUNG" userId="2bc1a8d8-82cc-46fb-a66a-21e3967849fb" providerId="ADAL" clId="{A94A67B5-D675-48F1-BE77-66606163E92D}" dt="2023-02-08T13:47:54.085" v="122" actId="27636"/>
        <pc:sldMkLst>
          <pc:docMk/>
          <pc:sldMk cId="0" sldId="366"/>
        </pc:sldMkLst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2" creationId="{FAD986BA-AD35-4297-FC2C-F0931F8DD45F}"/>
          </ac:spMkLst>
        </pc:spChg>
        <pc:spChg chg="add del mod">
          <ac:chgData name="Ben C L FUNG" userId="2bc1a8d8-82cc-46fb-a66a-21e3967849fb" providerId="ADAL" clId="{A94A67B5-D675-48F1-BE77-66606163E92D}" dt="2023-02-08T13:47:54.039" v="120"/>
          <ac:spMkLst>
            <pc:docMk/>
            <pc:sldMk cId="0" sldId="366"/>
            <ac:spMk id="3" creationId="{0F59431B-5070-C62E-64A8-B3186AD4403F}"/>
          </ac:spMkLst>
        </pc:spChg>
        <pc:spChg chg="mod">
          <ac:chgData name="Ben C L FUNG" userId="2bc1a8d8-82cc-46fb-a66a-21e3967849fb" providerId="ADAL" clId="{A94A67B5-D675-48F1-BE77-66606163E92D}" dt="2023-02-08T13:47:54.083" v="121" actId="27636"/>
          <ac:spMkLst>
            <pc:docMk/>
            <pc:sldMk cId="0" sldId="366"/>
            <ac:spMk id="39938" creationId="{BAECE110-CFC3-5C68-B03C-A0917E4C74FA}"/>
          </ac:spMkLst>
        </pc:spChg>
        <pc:spChg chg="mod">
          <ac:chgData name="Ben C L FUNG" userId="2bc1a8d8-82cc-46fb-a66a-21e3967849fb" providerId="ADAL" clId="{A94A67B5-D675-48F1-BE77-66606163E92D}" dt="2023-02-08T13:47:54.085" v="122" actId="27636"/>
          <ac:spMkLst>
            <pc:docMk/>
            <pc:sldMk cId="0" sldId="366"/>
            <ac:spMk id="39939" creationId="{612B03D4-B501-ED81-CEB7-DCCD17E45386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776" v="59" actId="27636"/>
        <pc:sldMkLst>
          <pc:docMk/>
          <pc:sldMk cId="0" sldId="367"/>
        </pc:sldMkLst>
        <pc:spChg chg="mod">
          <ac:chgData name="Ben C L FUNG" userId="2bc1a8d8-82cc-46fb-a66a-21e3967849fb" providerId="ADAL" clId="{A94A67B5-D675-48F1-BE77-66606163E92D}" dt="2023-02-08T13:44:54.776" v="59" actId="27636"/>
          <ac:spMkLst>
            <pc:docMk/>
            <pc:sldMk cId="0" sldId="367"/>
            <ac:spMk id="40962" creationId="{B8D32B8A-91E0-8B5A-9D14-4BDBA02B3394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2.402" v="123" actId="47"/>
        <pc:sldMkLst>
          <pc:docMk/>
          <pc:sldMk cId="0" sldId="368"/>
        </pc:sldMkLst>
        <pc:spChg chg="mod">
          <ac:chgData name="Ben C L FUNG" userId="2bc1a8d8-82cc-46fb-a66a-21e3967849fb" providerId="ADAL" clId="{A94A67B5-D675-48F1-BE77-66606163E92D}" dt="2023-02-08T13:44:54.778" v="60" actId="27636"/>
          <ac:spMkLst>
            <pc:docMk/>
            <pc:sldMk cId="0" sldId="368"/>
            <ac:spMk id="41986" creationId="{E5F175F5-8B52-BF4C-C481-611EF89FD999}"/>
          </ac:spMkLst>
        </pc:spChg>
        <pc:spChg chg="mod">
          <ac:chgData name="Ben C L FUNG" userId="2bc1a8d8-82cc-46fb-a66a-21e3967849fb" providerId="ADAL" clId="{A94A67B5-D675-48F1-BE77-66606163E92D}" dt="2023-02-08T13:44:54.803" v="61" actId="27636"/>
          <ac:spMkLst>
            <pc:docMk/>
            <pc:sldMk cId="0" sldId="368"/>
            <ac:spMk id="41987" creationId="{BC39F5A7-725D-FDFA-A2AA-A76BC6B88A4C}"/>
          </ac:spMkLst>
        </pc:spChg>
      </pc:sldChg>
      <pc:sldChg chg="modSp add del mod">
        <pc:chgData name="Ben C L FUNG" userId="2bc1a8d8-82cc-46fb-a66a-21e3967849fb" providerId="ADAL" clId="{A94A67B5-D675-48F1-BE77-66606163E92D}" dt="2023-02-08T13:48:13.132" v="124" actId="47"/>
        <pc:sldMkLst>
          <pc:docMk/>
          <pc:sldMk cId="0" sldId="369"/>
        </pc:sldMkLst>
        <pc:spChg chg="mod">
          <ac:chgData name="Ben C L FUNG" userId="2bc1a8d8-82cc-46fb-a66a-21e3967849fb" providerId="ADAL" clId="{A94A67B5-D675-48F1-BE77-66606163E92D}" dt="2023-02-08T13:44:54.805" v="62" actId="27636"/>
          <ac:spMkLst>
            <pc:docMk/>
            <pc:sldMk cId="0" sldId="369"/>
            <ac:spMk id="43010" creationId="{C3EFC8CE-BB29-52FC-91B8-C73EAFDF2CD9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09" v="64" actId="27636"/>
        <pc:sldMkLst>
          <pc:docMk/>
          <pc:sldMk cId="0" sldId="370"/>
        </pc:sldMkLst>
        <pc:spChg chg="mod">
          <ac:chgData name="Ben C L FUNG" userId="2bc1a8d8-82cc-46fb-a66a-21e3967849fb" providerId="ADAL" clId="{A94A67B5-D675-48F1-BE77-66606163E92D}" dt="2023-02-08T13:44:54.807" v="63" actId="27636"/>
          <ac:spMkLst>
            <pc:docMk/>
            <pc:sldMk cId="0" sldId="370"/>
            <ac:spMk id="44034" creationId="{DFCF945C-971D-8148-8667-8ED37221CD02}"/>
          </ac:spMkLst>
        </pc:spChg>
        <pc:spChg chg="mod">
          <ac:chgData name="Ben C L FUNG" userId="2bc1a8d8-82cc-46fb-a66a-21e3967849fb" providerId="ADAL" clId="{A94A67B5-D675-48F1-BE77-66606163E92D}" dt="2023-02-08T13:44:54.809" v="64" actId="27636"/>
          <ac:spMkLst>
            <pc:docMk/>
            <pc:sldMk cId="0" sldId="370"/>
            <ac:spMk id="44035" creationId="{FB4DC3B4-C1CE-6A18-10E7-E8D6B033ABB8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11" v="65" actId="27636"/>
        <pc:sldMkLst>
          <pc:docMk/>
          <pc:sldMk cId="0" sldId="371"/>
        </pc:sldMkLst>
        <pc:spChg chg="mod">
          <ac:chgData name="Ben C L FUNG" userId="2bc1a8d8-82cc-46fb-a66a-21e3967849fb" providerId="ADAL" clId="{A94A67B5-D675-48F1-BE77-66606163E92D}" dt="2023-02-08T13:44:54.811" v="65" actId="27636"/>
          <ac:spMkLst>
            <pc:docMk/>
            <pc:sldMk cId="0" sldId="371"/>
            <ac:spMk id="45058" creationId="{F36FDB5D-723C-2BC5-EA19-67959E7CAC4F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3" v="67" actId="27636"/>
        <pc:sldMkLst>
          <pc:docMk/>
          <pc:sldMk cId="0" sldId="372"/>
        </pc:sldMkLst>
        <pc:spChg chg="mod">
          <ac:chgData name="Ben C L FUNG" userId="2bc1a8d8-82cc-46fb-a66a-21e3967849fb" providerId="ADAL" clId="{A94A67B5-D675-48F1-BE77-66606163E92D}" dt="2023-02-08T13:44:54.813" v="66" actId="27636"/>
          <ac:spMkLst>
            <pc:docMk/>
            <pc:sldMk cId="0" sldId="372"/>
            <ac:spMk id="46082" creationId="{4CC1E7DB-AE5B-7654-D84E-0E15862AB953}"/>
          </ac:spMkLst>
        </pc:spChg>
        <pc:spChg chg="mod">
          <ac:chgData name="Ben C L FUNG" userId="2bc1a8d8-82cc-46fb-a66a-21e3967849fb" providerId="ADAL" clId="{A94A67B5-D675-48F1-BE77-66606163E92D}" dt="2023-02-08T13:44:54.823" v="67" actId="27636"/>
          <ac:spMkLst>
            <pc:docMk/>
            <pc:sldMk cId="0" sldId="372"/>
            <ac:spMk id="46083" creationId="{9C4B0383-2E05-236C-0068-36EA03F5F723}"/>
          </ac:spMkLst>
        </pc:spChg>
      </pc:sldChg>
      <pc:sldChg chg="modSp add mod">
        <pc:chgData name="Ben C L FUNG" userId="2bc1a8d8-82cc-46fb-a66a-21e3967849fb" providerId="ADAL" clId="{A94A67B5-D675-48F1-BE77-66606163E92D}" dt="2023-02-08T13:44:54.825" v="68" actId="27636"/>
        <pc:sldMkLst>
          <pc:docMk/>
          <pc:sldMk cId="0" sldId="373"/>
        </pc:sldMkLst>
        <pc:spChg chg="mod">
          <ac:chgData name="Ben C L FUNG" userId="2bc1a8d8-82cc-46fb-a66a-21e3967849fb" providerId="ADAL" clId="{A94A67B5-D675-48F1-BE77-66606163E92D}" dt="2023-02-08T13:44:54.825" v="68" actId="27636"/>
          <ac:spMkLst>
            <pc:docMk/>
            <pc:sldMk cId="0" sldId="373"/>
            <ac:spMk id="47106" creationId="{54AF2468-CF35-B138-EB0C-1BC003F38B21}"/>
          </ac:spMkLst>
        </pc:spChg>
      </pc:sldChg>
      <pc:sldChg chg="add del">
        <pc:chgData name="Ben C L FUNG" userId="2bc1a8d8-82cc-46fb-a66a-21e3967849fb" providerId="ADAL" clId="{A94A67B5-D675-48F1-BE77-66606163E92D}" dt="2023-02-08T13:48:32.681" v="125" actId="47"/>
        <pc:sldMkLst>
          <pc:docMk/>
          <pc:sldMk cId="0" sldId="374"/>
        </pc:sldMkLst>
      </pc:sldChg>
      <pc:sldChg chg="modSp add del mod">
        <pc:chgData name="Ben C L FUNG" userId="2bc1a8d8-82cc-46fb-a66a-21e3967849fb" providerId="ADAL" clId="{A94A67B5-D675-48F1-BE77-66606163E92D}" dt="2023-02-08T13:47:47.949" v="119" actId="47"/>
        <pc:sldMkLst>
          <pc:docMk/>
          <pc:sldMk cId="0" sldId="375"/>
        </pc:sldMkLst>
        <pc:spChg chg="mod">
          <ac:chgData name="Ben C L FUNG" userId="2bc1a8d8-82cc-46fb-a66a-21e3967849fb" providerId="ADAL" clId="{A94A67B5-D675-48F1-BE77-66606163E92D}" dt="2023-02-08T13:44:54.768" v="56" actId="27636"/>
          <ac:spMkLst>
            <pc:docMk/>
            <pc:sldMk cId="0" sldId="375"/>
            <ac:spMk id="38914" creationId="{A5433E67-85E8-D063-42FC-1A3BB66440B5}"/>
          </ac:spMkLst>
        </pc:spChg>
        <pc:spChg chg="mod">
          <ac:chgData name="Ben C L FUNG" userId="2bc1a8d8-82cc-46fb-a66a-21e3967849fb" providerId="ADAL" clId="{A94A67B5-D675-48F1-BE77-66606163E92D}" dt="2023-02-08T13:44:54.767" v="55" actId="27636"/>
          <ac:spMkLst>
            <pc:docMk/>
            <pc:sldMk cId="0" sldId="375"/>
            <ac:spMk id="38915" creationId="{D4D52E4F-C0F8-8656-89AB-69DC8D7EC22D}"/>
          </ac:spMkLst>
        </pc:spChg>
      </pc:sldChg>
      <pc:sldMasterChg chg="delSldLayout">
        <pc:chgData name="Ben C L FUNG" userId="2bc1a8d8-82cc-46fb-a66a-21e3967849fb" providerId="ADAL" clId="{A94A67B5-D675-48F1-BE77-66606163E92D}" dt="2023-02-08T13:48:32.681" v="125" actId="47"/>
        <pc:sldMasterMkLst>
          <pc:docMk/>
          <pc:sldMasterMk cId="1159863621" sldId="2147483922"/>
        </pc:sldMasterMkLst>
        <pc:sldLayoutChg chg="del">
          <pc:chgData name="Ben C L FUNG" userId="2bc1a8d8-82cc-46fb-a66a-21e3967849fb" providerId="ADAL" clId="{A94A67B5-D675-48F1-BE77-66606163E92D}" dt="2023-02-08T13:48:32.681" v="125" actId="47"/>
          <pc:sldLayoutMkLst>
            <pc:docMk/>
            <pc:sldMasterMk cId="1159863621" sldId="2147483922"/>
            <pc:sldLayoutMk cId="2076392380" sldId="2147483940"/>
          </pc:sldLayoutMkLst>
        </pc:sldLayoutChg>
      </pc:sldMasterChg>
    </pc:docChg>
  </pc:docChgLst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  <pc:docChgLst>
    <pc:chgData name="Ben C L FUNG" userId="2bc1a8d8-82cc-46fb-a66a-21e3967849fb" providerId="ADAL" clId="{8B799C89-C87E-4820-A850-4650139C5FD2}"/>
    <pc:docChg chg="undo custSel addSld delSld modSld sldOrd modMainMaster">
      <pc:chgData name="Ben C L FUNG" userId="2bc1a8d8-82cc-46fb-a66a-21e3967849fb" providerId="ADAL" clId="{8B799C89-C87E-4820-A850-4650139C5FD2}" dt="2023-02-22T14:46:15.959" v="929" actId="20577"/>
      <pc:docMkLst>
        <pc:docMk/>
      </pc:docMkLst>
      <pc:sldChg chg="modSp mod">
        <pc:chgData name="Ben C L FUNG" userId="2bc1a8d8-82cc-46fb-a66a-21e3967849fb" providerId="ADAL" clId="{8B799C89-C87E-4820-A850-4650139C5FD2}" dt="2023-02-22T13:56:38.589" v="57" actId="20577"/>
        <pc:sldMkLst>
          <pc:docMk/>
          <pc:sldMk cId="1613474009" sldId="257"/>
        </pc:sldMkLst>
        <pc:spChg chg="mod">
          <ac:chgData name="Ben C L FUNG" userId="2bc1a8d8-82cc-46fb-a66a-21e3967849fb" providerId="ADAL" clId="{8B799C89-C87E-4820-A850-4650139C5FD2}" dt="2023-02-22T13:56:38.589" v="57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00:35.709" v="431" actId="6549"/>
        <pc:sldMkLst>
          <pc:docMk/>
          <pc:sldMk cId="1657378173" sldId="258"/>
        </pc:sldMkLst>
        <pc:spChg chg="mod">
          <ac:chgData name="Ben C L FUNG" userId="2bc1a8d8-82cc-46fb-a66a-21e3967849fb" providerId="ADAL" clId="{8B799C89-C87E-4820-A850-4650139C5FD2}" dt="2023-02-22T14:00:35.709" v="431" actId="6549"/>
          <ac:spMkLst>
            <pc:docMk/>
            <pc:sldMk cId="1657378173" sldId="258"/>
            <ac:spMk id="4" creationId="{00000000-0000-0000-0000-000000000000}"/>
          </ac:spMkLst>
        </pc:spChg>
      </pc:sldChg>
      <pc:sldChg chg="modSp mod">
        <pc:chgData name="Ben C L FUNG" userId="2bc1a8d8-82cc-46fb-a66a-21e3967849fb" providerId="ADAL" clId="{8B799C89-C87E-4820-A850-4650139C5FD2}" dt="2023-02-22T14:18:31.759" v="548" actId="20577"/>
        <pc:sldMkLst>
          <pc:docMk/>
          <pc:sldMk cId="2368919398" sldId="259"/>
        </pc:sldMkLst>
        <pc:spChg chg="mod">
          <ac:chgData name="Ben C L FUNG" userId="2bc1a8d8-82cc-46fb-a66a-21e3967849fb" providerId="ADAL" clId="{8B799C89-C87E-4820-A850-4650139C5FD2}" dt="2023-02-22T14:18:31.759" v="548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16:34.003" v="480" actId="6549"/>
        <pc:sldMkLst>
          <pc:docMk/>
          <pc:sldMk cId="1713360968" sldId="260"/>
        </pc:sldMkLst>
        <pc:spChg chg="mod">
          <ac:chgData name="Ben C L FUNG" userId="2bc1a8d8-82cc-46fb-a66a-21e3967849fb" providerId="ADAL" clId="{8B799C89-C87E-4820-A850-4650139C5FD2}" dt="2023-02-22T14:16:34.003" v="480" actId="6549"/>
          <ac:spMkLst>
            <pc:docMk/>
            <pc:sldMk cId="1713360968" sldId="260"/>
            <ac:spMk id="3" creationId="{00000000-0000-0000-0000-000000000000}"/>
          </ac:spMkLst>
        </pc:spChg>
      </pc:sldChg>
      <pc:sldChg chg="addSp delSp modSp new del mod modClrScheme chgLayout">
        <pc:chgData name="Ben C L FUNG" userId="2bc1a8d8-82cc-46fb-a66a-21e3967849fb" providerId="ADAL" clId="{8B799C89-C87E-4820-A850-4650139C5FD2}" dt="2023-02-22T13:59:23.352" v="420" actId="47"/>
        <pc:sldMkLst>
          <pc:docMk/>
          <pc:sldMk cId="4090161988" sldId="260"/>
        </pc:sldMkLst>
        <pc:spChg chg="del mod ord">
          <ac:chgData name="Ben C L FUNG" userId="2bc1a8d8-82cc-46fb-a66a-21e3967849fb" providerId="ADAL" clId="{8B799C89-C87E-4820-A850-4650139C5FD2}" dt="2023-02-22T13:55:46.220" v="16" actId="700"/>
          <ac:spMkLst>
            <pc:docMk/>
            <pc:sldMk cId="4090161988" sldId="260"/>
            <ac:spMk id="2" creationId="{7D039838-5D37-3D85-AC62-EA824ADFCA59}"/>
          </ac:spMkLst>
        </pc:spChg>
        <pc:spChg chg="del mod ord">
          <ac:chgData name="Ben C L FUNG" userId="2bc1a8d8-82cc-46fb-a66a-21e3967849fb" providerId="ADAL" clId="{8B799C89-C87E-4820-A850-4650139C5FD2}" dt="2023-02-22T13:55:46.220" v="16" actId="700"/>
          <ac:spMkLst>
            <pc:docMk/>
            <pc:sldMk cId="4090161988" sldId="260"/>
            <ac:spMk id="3" creationId="{0AAE5E7F-CA51-37AB-C35C-BE0DAA07A2CD}"/>
          </ac:spMkLst>
        </pc:spChg>
        <pc:spChg chg="mod ord">
          <ac:chgData name="Ben C L FUNG" userId="2bc1a8d8-82cc-46fb-a66a-21e3967849fb" providerId="ADAL" clId="{8B799C89-C87E-4820-A850-4650139C5FD2}" dt="2023-02-22T13:55:46.220" v="16" actId="700"/>
          <ac:spMkLst>
            <pc:docMk/>
            <pc:sldMk cId="4090161988" sldId="260"/>
            <ac:spMk id="4" creationId="{C53FEC7C-B183-BE1C-F304-606CB2CEABFE}"/>
          </ac:spMkLst>
        </pc:spChg>
        <pc:spChg chg="add mod ord">
          <ac:chgData name="Ben C L FUNG" userId="2bc1a8d8-82cc-46fb-a66a-21e3967849fb" providerId="ADAL" clId="{8B799C89-C87E-4820-A850-4650139C5FD2}" dt="2023-02-22T13:55:46.220" v="16" actId="700"/>
          <ac:spMkLst>
            <pc:docMk/>
            <pc:sldMk cId="4090161988" sldId="260"/>
            <ac:spMk id="5" creationId="{3DCBC771-FDFA-DF38-9245-817F770B49A5}"/>
          </ac:spMkLst>
        </pc:spChg>
        <pc:spChg chg="add mod ord">
          <ac:chgData name="Ben C L FUNG" userId="2bc1a8d8-82cc-46fb-a66a-21e3967849fb" providerId="ADAL" clId="{8B799C89-C87E-4820-A850-4650139C5FD2}" dt="2023-02-22T13:55:46.220" v="16" actId="700"/>
          <ac:spMkLst>
            <pc:docMk/>
            <pc:sldMk cId="4090161988" sldId="260"/>
            <ac:spMk id="6" creationId="{43CBB6FC-C197-75FF-D440-EF41A8BCA327}"/>
          </ac:spMkLst>
        </pc:spChg>
      </pc:sldChg>
      <pc:sldChg chg="addSp delSp modSp new mod ord modClrScheme chgLayout">
        <pc:chgData name="Ben C L FUNG" userId="2bc1a8d8-82cc-46fb-a66a-21e3967849fb" providerId="ADAL" clId="{8B799C89-C87E-4820-A850-4650139C5FD2}" dt="2023-02-22T13:59:34.575" v="422"/>
        <pc:sldMkLst>
          <pc:docMk/>
          <pc:sldMk cId="3262062848" sldId="261"/>
        </pc:sldMkLst>
        <pc:spChg chg="del mod ord">
          <ac:chgData name="Ben C L FUNG" userId="2bc1a8d8-82cc-46fb-a66a-21e3967849fb" providerId="ADAL" clId="{8B799C89-C87E-4820-A850-4650139C5FD2}" dt="2023-02-22T13:58:44.523" v="366" actId="700"/>
          <ac:spMkLst>
            <pc:docMk/>
            <pc:sldMk cId="3262062848" sldId="261"/>
            <ac:spMk id="2" creationId="{AB3A9D68-7F73-46C0-1CF0-7B28A1D43404}"/>
          </ac:spMkLst>
        </pc:spChg>
        <pc:spChg chg="del mod ord">
          <ac:chgData name="Ben C L FUNG" userId="2bc1a8d8-82cc-46fb-a66a-21e3967849fb" providerId="ADAL" clId="{8B799C89-C87E-4820-A850-4650139C5FD2}" dt="2023-02-22T13:58:44.523" v="366" actId="700"/>
          <ac:spMkLst>
            <pc:docMk/>
            <pc:sldMk cId="3262062848" sldId="261"/>
            <ac:spMk id="3" creationId="{E2E608D8-C014-DA24-C7F0-5D1609B6212B}"/>
          </ac:spMkLst>
        </pc:spChg>
        <pc:spChg chg="mod ord">
          <ac:chgData name="Ben C L FUNG" userId="2bc1a8d8-82cc-46fb-a66a-21e3967849fb" providerId="ADAL" clId="{8B799C89-C87E-4820-A850-4650139C5FD2}" dt="2023-02-22T13:58:44.523" v="366" actId="700"/>
          <ac:spMkLst>
            <pc:docMk/>
            <pc:sldMk cId="3262062848" sldId="261"/>
            <ac:spMk id="4" creationId="{3029D9A4-5559-A002-9711-5105F14F7A31}"/>
          </ac:spMkLst>
        </pc:spChg>
        <pc:spChg chg="add mod ord">
          <ac:chgData name="Ben C L FUNG" userId="2bc1a8d8-82cc-46fb-a66a-21e3967849fb" providerId="ADAL" clId="{8B799C89-C87E-4820-A850-4650139C5FD2}" dt="2023-02-22T13:58:52.157" v="388" actId="20577"/>
          <ac:spMkLst>
            <pc:docMk/>
            <pc:sldMk cId="3262062848" sldId="261"/>
            <ac:spMk id="5" creationId="{4DF06F6D-1F51-F7D5-D436-AEE977421C38}"/>
          </ac:spMkLst>
        </pc:spChg>
        <pc:spChg chg="add mod ord">
          <ac:chgData name="Ben C L FUNG" userId="2bc1a8d8-82cc-46fb-a66a-21e3967849fb" providerId="ADAL" clId="{8B799C89-C87E-4820-A850-4650139C5FD2}" dt="2023-02-22T13:58:44.523" v="366" actId="700"/>
          <ac:spMkLst>
            <pc:docMk/>
            <pc:sldMk cId="3262062848" sldId="261"/>
            <ac:spMk id="6" creationId="{BFFC6A32-6BA7-4DC0-A45F-BC6DE6787028}"/>
          </ac:spMkLst>
        </pc:spChg>
      </pc:sldChg>
      <pc:sldChg chg="add">
        <pc:chgData name="Ben C L FUNG" userId="2bc1a8d8-82cc-46fb-a66a-21e3967849fb" providerId="ADAL" clId="{8B799C89-C87E-4820-A850-4650139C5FD2}" dt="2023-02-22T13:59:13.383" v="389"/>
        <pc:sldMkLst>
          <pc:docMk/>
          <pc:sldMk cId="12463822" sldId="262"/>
        </pc:sldMkLst>
      </pc:sldChg>
      <pc:sldChg chg="modSp add mod">
        <pc:chgData name="Ben C L FUNG" userId="2bc1a8d8-82cc-46fb-a66a-21e3967849fb" providerId="ADAL" clId="{8B799C89-C87E-4820-A850-4650139C5FD2}" dt="2023-02-22T14:19:30.157" v="557" actId="1076"/>
        <pc:sldMkLst>
          <pc:docMk/>
          <pc:sldMk cId="3007940848" sldId="264"/>
        </pc:sldMkLst>
        <pc:spChg chg="mod">
          <ac:chgData name="Ben C L FUNG" userId="2bc1a8d8-82cc-46fb-a66a-21e3967849fb" providerId="ADAL" clId="{8B799C89-C87E-4820-A850-4650139C5FD2}" dt="2023-02-22T13:59:13.472" v="390" actId="27636"/>
          <ac:spMkLst>
            <pc:docMk/>
            <pc:sldMk cId="3007940848" sldId="264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19:30.157" v="557" actId="1076"/>
          <ac:picMkLst>
            <pc:docMk/>
            <pc:sldMk cId="3007940848" sldId="264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4:19:12.078" v="556" actId="20577"/>
        <pc:sldMkLst>
          <pc:docMk/>
          <pc:sldMk cId="3053352601" sldId="265"/>
        </pc:sldMkLst>
        <pc:spChg chg="mod">
          <ac:chgData name="Ben C L FUNG" userId="2bc1a8d8-82cc-46fb-a66a-21e3967849fb" providerId="ADAL" clId="{8B799C89-C87E-4820-A850-4650139C5FD2}" dt="2023-02-22T14:19:12.078" v="556" actId="20577"/>
          <ac:spMkLst>
            <pc:docMk/>
            <pc:sldMk cId="3053352601" sldId="265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3:59:13.479" v="391" actId="27636"/>
          <ac:spMkLst>
            <pc:docMk/>
            <pc:sldMk cId="3053352601" sldId="265"/>
            <ac:spMk id="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19:56.582" v="559" actId="1076"/>
        <pc:sldMkLst>
          <pc:docMk/>
          <pc:sldMk cId="2398839916" sldId="267"/>
        </pc:sldMkLst>
        <pc:spChg chg="mod">
          <ac:chgData name="Ben C L FUNG" userId="2bc1a8d8-82cc-46fb-a66a-21e3967849fb" providerId="ADAL" clId="{8B799C89-C87E-4820-A850-4650139C5FD2}" dt="2023-02-22T13:59:13.499" v="393" actId="27636"/>
          <ac:spMkLst>
            <pc:docMk/>
            <pc:sldMk cId="2398839916" sldId="267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19:56.582" v="559" actId="1076"/>
          <ac:picMkLst>
            <pc:docMk/>
            <pc:sldMk cId="2398839916" sldId="267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4:19:51.989" v="558" actId="1076"/>
        <pc:sldMkLst>
          <pc:docMk/>
          <pc:sldMk cId="3795393565" sldId="268"/>
        </pc:sldMkLst>
        <pc:spChg chg="mod">
          <ac:chgData name="Ben C L FUNG" userId="2bc1a8d8-82cc-46fb-a66a-21e3967849fb" providerId="ADAL" clId="{8B799C89-C87E-4820-A850-4650139C5FD2}" dt="2023-02-22T13:59:13.508" v="394" actId="27636"/>
          <ac:spMkLst>
            <pc:docMk/>
            <pc:sldMk cId="3795393565" sldId="268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19:51.989" v="558" actId="1076"/>
          <ac:picMkLst>
            <pc:docMk/>
            <pc:sldMk cId="3795393565" sldId="268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4:20:04.453" v="560" actId="1076"/>
        <pc:sldMkLst>
          <pc:docMk/>
          <pc:sldMk cId="601261464" sldId="269"/>
        </pc:sldMkLst>
        <pc:picChg chg="mod">
          <ac:chgData name="Ben C L FUNG" userId="2bc1a8d8-82cc-46fb-a66a-21e3967849fb" providerId="ADAL" clId="{8B799C89-C87E-4820-A850-4650139C5FD2}" dt="2023-02-22T14:20:04.453" v="560" actId="1076"/>
          <ac:picMkLst>
            <pc:docMk/>
            <pc:sldMk cId="601261464" sldId="269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488" v="392" actId="27636"/>
        <pc:sldMkLst>
          <pc:docMk/>
          <pc:sldMk cId="252239479" sldId="270"/>
        </pc:sldMkLst>
        <pc:spChg chg="mod">
          <ac:chgData name="Ben C L FUNG" userId="2bc1a8d8-82cc-46fb-a66a-21e3967849fb" providerId="ADAL" clId="{8B799C89-C87E-4820-A850-4650139C5FD2}" dt="2023-02-22T13:59:13.488" v="392" actId="27636"/>
          <ac:spMkLst>
            <pc:docMk/>
            <pc:sldMk cId="252239479" sldId="270"/>
            <ac:spMk id="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20:21.493" v="562" actId="1076"/>
        <pc:sldMkLst>
          <pc:docMk/>
          <pc:sldMk cId="2292219422" sldId="271"/>
        </pc:sldMkLst>
        <pc:picChg chg="mod">
          <ac:chgData name="Ben C L FUNG" userId="2bc1a8d8-82cc-46fb-a66a-21e3967849fb" providerId="ADAL" clId="{8B799C89-C87E-4820-A850-4650139C5FD2}" dt="2023-02-22T14:20:21.493" v="562" actId="1076"/>
          <ac:picMkLst>
            <pc:docMk/>
            <pc:sldMk cId="2292219422" sldId="271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530" v="396" actId="27636"/>
        <pc:sldMkLst>
          <pc:docMk/>
          <pc:sldMk cId="2445393261" sldId="272"/>
        </pc:sldMkLst>
        <pc:spChg chg="mod">
          <ac:chgData name="Ben C L FUNG" userId="2bc1a8d8-82cc-46fb-a66a-21e3967849fb" providerId="ADAL" clId="{8B799C89-C87E-4820-A850-4650139C5FD2}" dt="2023-02-22T13:59:13.530" v="396" actId="27636"/>
          <ac:spMkLst>
            <pc:docMk/>
            <pc:sldMk cId="2445393261" sldId="272"/>
            <ac:spMk id="3" creationId="{00000000-0000-0000-0000-000000000000}"/>
          </ac:spMkLst>
        </pc:spChg>
      </pc:sldChg>
      <pc:sldChg chg="modSp add del mod">
        <pc:chgData name="Ben C L FUNG" userId="2bc1a8d8-82cc-46fb-a66a-21e3967849fb" providerId="ADAL" clId="{8B799C89-C87E-4820-A850-4650139C5FD2}" dt="2023-02-22T14:20:48.754" v="569" actId="47"/>
        <pc:sldMkLst>
          <pc:docMk/>
          <pc:sldMk cId="3609067166" sldId="273"/>
        </pc:sldMkLst>
        <pc:spChg chg="mod">
          <ac:chgData name="Ben C L FUNG" userId="2bc1a8d8-82cc-46fb-a66a-21e3967849fb" providerId="ADAL" clId="{8B799C89-C87E-4820-A850-4650139C5FD2}" dt="2023-02-22T14:20:36.134" v="567" actId="20577"/>
          <ac:spMkLst>
            <pc:docMk/>
            <pc:sldMk cId="3609067166" sldId="273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20:43.117" v="568" actId="1076"/>
          <ac:picMkLst>
            <pc:docMk/>
            <pc:sldMk cId="3609067166" sldId="273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4:20:11.445" v="561" actId="1076"/>
        <pc:sldMkLst>
          <pc:docMk/>
          <pc:sldMk cId="1436523638" sldId="274"/>
        </pc:sldMkLst>
        <pc:picChg chg="mod">
          <ac:chgData name="Ben C L FUNG" userId="2bc1a8d8-82cc-46fb-a66a-21e3967849fb" providerId="ADAL" clId="{8B799C89-C87E-4820-A850-4650139C5FD2}" dt="2023-02-22T14:20:11.445" v="561" actId="1076"/>
          <ac:picMkLst>
            <pc:docMk/>
            <pc:sldMk cId="1436523638" sldId="274"/>
            <ac:picMk id="5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518" v="395" actId="27636"/>
        <pc:sldMkLst>
          <pc:docMk/>
          <pc:sldMk cId="3444488154" sldId="276"/>
        </pc:sldMkLst>
        <pc:spChg chg="mod">
          <ac:chgData name="Ben C L FUNG" userId="2bc1a8d8-82cc-46fb-a66a-21e3967849fb" providerId="ADAL" clId="{8B799C89-C87E-4820-A850-4650139C5FD2}" dt="2023-02-22T13:59:13.518" v="395" actId="27636"/>
          <ac:spMkLst>
            <pc:docMk/>
            <pc:sldMk cId="3444488154" sldId="276"/>
            <ac:spMk id="3" creationId="{00000000-0000-0000-0000-000000000000}"/>
          </ac:spMkLst>
        </pc:spChg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2640409129" sldId="277"/>
        </pc:sldMkLst>
      </pc:sldChg>
      <pc:sldChg chg="addSp delSp modSp add mod">
        <pc:chgData name="Ben C L FUNG" userId="2bc1a8d8-82cc-46fb-a66a-21e3967849fb" providerId="ADAL" clId="{8B799C89-C87E-4820-A850-4650139C5FD2}" dt="2023-02-22T14:25:20.875" v="628" actId="27636"/>
        <pc:sldMkLst>
          <pc:docMk/>
          <pc:sldMk cId="4016348184" sldId="278"/>
        </pc:sldMkLst>
        <pc:spChg chg="mod">
          <ac:chgData name="Ben C L FUNG" userId="2bc1a8d8-82cc-46fb-a66a-21e3967849fb" providerId="ADAL" clId="{8B799C89-C87E-4820-A850-4650139C5FD2}" dt="2023-02-22T14:25:20.810" v="627"/>
          <ac:spMkLst>
            <pc:docMk/>
            <pc:sldMk cId="4016348184" sldId="278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5:20.875" v="628" actId="27636"/>
          <ac:spMkLst>
            <pc:docMk/>
            <pc:sldMk cId="4016348184" sldId="278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5:20.810" v="627"/>
          <ac:spMkLst>
            <pc:docMk/>
            <pc:sldMk cId="4016348184" sldId="278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25:20.810" v="627"/>
          <ac:spMkLst>
            <pc:docMk/>
            <pc:sldMk cId="4016348184" sldId="278"/>
            <ac:spMk id="5" creationId="{DC150D58-A981-9342-6F17-7817C2720AF0}"/>
          </ac:spMkLst>
        </pc:spChg>
        <pc:spChg chg="add del mod">
          <ac:chgData name="Ben C L FUNG" userId="2bc1a8d8-82cc-46fb-a66a-21e3967849fb" providerId="ADAL" clId="{8B799C89-C87E-4820-A850-4650139C5FD2}" dt="2023-02-22T14:25:20.810" v="627"/>
          <ac:spMkLst>
            <pc:docMk/>
            <pc:sldMk cId="4016348184" sldId="278"/>
            <ac:spMk id="6" creationId="{548B8723-FEA0-08B1-14BA-FCBAC7924E73}"/>
          </ac:spMkLst>
        </pc:spChg>
        <pc:spChg chg="add del mod">
          <ac:chgData name="Ben C L FUNG" userId="2bc1a8d8-82cc-46fb-a66a-21e3967849fb" providerId="ADAL" clId="{8B799C89-C87E-4820-A850-4650139C5FD2}" dt="2023-02-22T14:25:20.810" v="627"/>
          <ac:spMkLst>
            <pc:docMk/>
            <pc:sldMk cId="4016348184" sldId="278"/>
            <ac:spMk id="7" creationId="{3C9DAC44-C4CE-7F98-79D8-D40AE3F90B26}"/>
          </ac:spMkLst>
        </pc:spChg>
      </pc:sldChg>
      <pc:sldChg chg="modSp add mod">
        <pc:chgData name="Ben C L FUNG" userId="2bc1a8d8-82cc-46fb-a66a-21e3967849fb" providerId="ADAL" clId="{8B799C89-C87E-4820-A850-4650139C5FD2}" dt="2023-02-22T14:25:44.190" v="636" actId="14100"/>
        <pc:sldMkLst>
          <pc:docMk/>
          <pc:sldMk cId="2829135514" sldId="279"/>
        </pc:sldMkLst>
        <pc:spChg chg="mod">
          <ac:chgData name="Ben C L FUNG" userId="2bc1a8d8-82cc-46fb-a66a-21e3967849fb" providerId="ADAL" clId="{8B799C89-C87E-4820-A850-4650139C5FD2}" dt="2023-02-22T14:25:39.191" v="635" actId="27636"/>
          <ac:spMkLst>
            <pc:docMk/>
            <pc:sldMk cId="2829135514" sldId="279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25:44.190" v="636" actId="14100"/>
          <ac:picMkLst>
            <pc:docMk/>
            <pc:sldMk cId="2829135514" sldId="279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4:25:53.894" v="637" actId="1076"/>
        <pc:sldMkLst>
          <pc:docMk/>
          <pc:sldMk cId="1831350507" sldId="280"/>
        </pc:sldMkLst>
        <pc:spChg chg="mod">
          <ac:chgData name="Ben C L FUNG" userId="2bc1a8d8-82cc-46fb-a66a-21e3967849fb" providerId="ADAL" clId="{8B799C89-C87E-4820-A850-4650139C5FD2}" dt="2023-02-22T13:59:13.665" v="418" actId="27636"/>
          <ac:spMkLst>
            <pc:docMk/>
            <pc:sldMk cId="1831350507" sldId="280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25:53.894" v="637" actId="1076"/>
          <ac:picMkLst>
            <pc:docMk/>
            <pc:sldMk cId="1831350507" sldId="280"/>
            <ac:picMk id="5" creationId="{00000000-0000-0000-0000-000000000000}"/>
          </ac:picMkLst>
        </pc:picChg>
      </pc:sldChg>
      <pc:sldChg chg="addSp delSp modSp add mod">
        <pc:chgData name="Ben C L FUNG" userId="2bc1a8d8-82cc-46fb-a66a-21e3967849fb" providerId="ADAL" clId="{8B799C89-C87E-4820-A850-4650139C5FD2}" dt="2023-02-22T14:26:07.547" v="640" actId="27636"/>
        <pc:sldMkLst>
          <pc:docMk/>
          <pc:sldMk cId="2439228207" sldId="281"/>
        </pc:sldMkLst>
        <pc:spChg chg="mod">
          <ac:chgData name="Ben C L FUNG" userId="2bc1a8d8-82cc-46fb-a66a-21e3967849fb" providerId="ADAL" clId="{8B799C89-C87E-4820-A850-4650139C5FD2}" dt="2023-02-22T14:26:07.473" v="639"/>
          <ac:spMkLst>
            <pc:docMk/>
            <pc:sldMk cId="2439228207" sldId="281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6:07.547" v="640" actId="27636"/>
          <ac:spMkLst>
            <pc:docMk/>
            <pc:sldMk cId="2439228207" sldId="281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6:07.473" v="639"/>
          <ac:spMkLst>
            <pc:docMk/>
            <pc:sldMk cId="2439228207" sldId="281"/>
            <ac:spMk id="5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26:07.473" v="639"/>
          <ac:spMkLst>
            <pc:docMk/>
            <pc:sldMk cId="2439228207" sldId="281"/>
            <ac:spMk id="6" creationId="{D891C1C0-F18F-E032-6F8F-642354F1F783}"/>
          </ac:spMkLst>
        </pc:spChg>
        <pc:spChg chg="add del mod">
          <ac:chgData name="Ben C L FUNG" userId="2bc1a8d8-82cc-46fb-a66a-21e3967849fb" providerId="ADAL" clId="{8B799C89-C87E-4820-A850-4650139C5FD2}" dt="2023-02-22T14:26:07.473" v="639"/>
          <ac:spMkLst>
            <pc:docMk/>
            <pc:sldMk cId="2439228207" sldId="281"/>
            <ac:spMk id="7" creationId="{189DDAAC-83E4-DCD8-54A5-3CEEAF698C56}"/>
          </ac:spMkLst>
        </pc:spChg>
        <pc:spChg chg="add del mod">
          <ac:chgData name="Ben C L FUNG" userId="2bc1a8d8-82cc-46fb-a66a-21e3967849fb" providerId="ADAL" clId="{8B799C89-C87E-4820-A850-4650139C5FD2}" dt="2023-02-22T14:26:07.473" v="639"/>
          <ac:spMkLst>
            <pc:docMk/>
            <pc:sldMk cId="2439228207" sldId="281"/>
            <ac:spMk id="8" creationId="{79A8AA8D-ED97-D3CD-44AC-AD1FF48BF297}"/>
          </ac:spMkLst>
        </pc:spChg>
        <pc:picChg chg="mod">
          <ac:chgData name="Ben C L FUNG" userId="2bc1a8d8-82cc-46fb-a66a-21e3967849fb" providerId="ADAL" clId="{8B799C89-C87E-4820-A850-4650139C5FD2}" dt="2023-02-22T14:26:03.797" v="638" actId="1076"/>
          <ac:picMkLst>
            <pc:docMk/>
            <pc:sldMk cId="2439228207" sldId="281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545" v="398" actId="27636"/>
        <pc:sldMkLst>
          <pc:docMk/>
          <pc:sldMk cId="2081546477" sldId="283"/>
        </pc:sldMkLst>
        <pc:spChg chg="mod">
          <ac:chgData name="Ben C L FUNG" userId="2bc1a8d8-82cc-46fb-a66a-21e3967849fb" providerId="ADAL" clId="{8B799C89-C87E-4820-A850-4650139C5FD2}" dt="2023-02-22T13:59:13.545" v="398" actId="27636"/>
          <ac:spMkLst>
            <pc:docMk/>
            <pc:sldMk cId="2081546477" sldId="283"/>
            <ac:spMk id="3" creationId="{00000000-0000-0000-0000-000000000000}"/>
          </ac:spMkLst>
        </pc:spChg>
      </pc:sldChg>
      <pc:sldChg chg="addSp delSp modSp add mod modClrScheme chgLayout">
        <pc:chgData name="Ben C L FUNG" userId="2bc1a8d8-82cc-46fb-a66a-21e3967849fb" providerId="ADAL" clId="{8B799C89-C87E-4820-A850-4650139C5FD2}" dt="2023-02-22T14:21:33.868" v="581" actId="6549"/>
        <pc:sldMkLst>
          <pc:docMk/>
          <pc:sldMk cId="2084290208" sldId="284"/>
        </pc:sldMkLst>
        <pc:spChg chg="mod ord">
          <ac:chgData name="Ben C L FUNG" userId="2bc1a8d8-82cc-46fb-a66a-21e3967849fb" providerId="ADAL" clId="{8B799C89-C87E-4820-A850-4650139C5FD2}" dt="2023-02-22T14:21:10.446" v="572" actId="700"/>
          <ac:spMkLst>
            <pc:docMk/>
            <pc:sldMk cId="2084290208" sldId="284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1:33.868" v="581" actId="6549"/>
          <ac:spMkLst>
            <pc:docMk/>
            <pc:sldMk cId="2084290208" sldId="284"/>
            <ac:spMk id="3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1:10.446" v="572" actId="700"/>
          <ac:spMkLst>
            <pc:docMk/>
            <pc:sldMk cId="2084290208" sldId="284"/>
            <ac:spMk id="4" creationId="{00000000-0000-0000-0000-000000000000}"/>
          </ac:spMkLst>
        </pc:spChg>
        <pc:spChg chg="add del mod ord">
          <ac:chgData name="Ben C L FUNG" userId="2bc1a8d8-82cc-46fb-a66a-21e3967849fb" providerId="ADAL" clId="{8B799C89-C87E-4820-A850-4650139C5FD2}" dt="2023-02-22T14:21:12.922" v="576"/>
          <ac:spMkLst>
            <pc:docMk/>
            <pc:sldMk cId="2084290208" sldId="284"/>
            <ac:spMk id="5" creationId="{32D12217-D0FD-F03F-2ED4-A62F3B55C0AA}"/>
          </ac:spMkLst>
        </pc:spChg>
        <pc:picChg chg="del mod">
          <ac:chgData name="Ben C L FUNG" userId="2bc1a8d8-82cc-46fb-a66a-21e3967849fb" providerId="ADAL" clId="{8B799C89-C87E-4820-A850-4650139C5FD2}" dt="2023-02-22T14:21:11.798" v="575" actId="21"/>
          <ac:picMkLst>
            <pc:docMk/>
            <pc:sldMk cId="2084290208" sldId="284"/>
            <ac:picMk id="6" creationId="{00000000-0000-0000-0000-000000000000}"/>
          </ac:picMkLst>
        </pc:picChg>
        <pc:picChg chg="add mod">
          <ac:chgData name="Ben C L FUNG" userId="2bc1a8d8-82cc-46fb-a66a-21e3967849fb" providerId="ADAL" clId="{8B799C89-C87E-4820-A850-4650139C5FD2}" dt="2023-02-22T14:21:23.269" v="578" actId="1076"/>
          <ac:picMkLst>
            <pc:docMk/>
            <pc:sldMk cId="2084290208" sldId="284"/>
            <ac:picMk id="7" creationId="{DC8D2B0D-B303-257D-D9A0-0FAC2CCAA82C}"/>
          </ac:picMkLst>
        </pc:picChg>
      </pc:sldChg>
      <pc:sldChg chg="addSp modSp add mod setBg">
        <pc:chgData name="Ben C L FUNG" userId="2bc1a8d8-82cc-46fb-a66a-21e3967849fb" providerId="ADAL" clId="{8B799C89-C87E-4820-A850-4650139C5FD2}" dt="2023-02-22T14:21:51.123" v="585" actId="26606"/>
        <pc:sldMkLst>
          <pc:docMk/>
          <pc:sldMk cId="2929637847" sldId="285"/>
        </pc:sldMkLst>
        <pc:spChg chg="mo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4" creationId="{00000000-0000-0000-0000-000000000000}"/>
          </ac:spMkLst>
        </pc:spChg>
        <pc:spChg chg="ad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38" creationId="{1996130F-9AB5-4DE9-8574-3AF891C5C172}"/>
          </ac:spMkLst>
        </pc:spChg>
        <pc:spChg chg="ad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40" creationId="{3623DEAC-F39C-45D6-86DC-1033F6429528}"/>
          </ac:spMkLst>
        </pc:spChg>
        <pc:spChg chg="ad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42" creationId="{A692209D-B607-46C3-8560-07AF72291659}"/>
          </ac:spMkLst>
        </pc:spChg>
        <pc:spChg chg="ad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44" creationId="{94874638-CF15-4908-BC4B-4908744D0BAF}"/>
          </ac:spMkLst>
        </pc:spChg>
        <pc:spChg chg="add">
          <ac:chgData name="Ben C L FUNG" userId="2bc1a8d8-82cc-46fb-a66a-21e3967849fb" providerId="ADAL" clId="{8B799C89-C87E-4820-A850-4650139C5FD2}" dt="2023-02-22T14:21:51.123" v="585" actId="26606"/>
          <ac:spMkLst>
            <pc:docMk/>
            <pc:sldMk cId="2929637847" sldId="285"/>
            <ac:spMk id="46" creationId="{5F1B8348-CD6E-4561-A704-C232D9A2676D}"/>
          </ac:spMkLst>
        </pc:spChg>
        <pc:grpChg chg="add">
          <ac:chgData name="Ben C L FUNG" userId="2bc1a8d8-82cc-46fb-a66a-21e3967849fb" providerId="ADAL" clId="{8B799C89-C87E-4820-A850-4650139C5FD2}" dt="2023-02-22T14:21:51.123" v="585" actId="26606"/>
          <ac:grpSpMkLst>
            <pc:docMk/>
            <pc:sldMk cId="2929637847" sldId="285"/>
            <ac:grpSpMk id="10" creationId="{166BF9EE-F7AC-4FA5-AC7E-001B3A642F75}"/>
          </ac:grpSpMkLst>
        </pc:grpChg>
        <pc:grpChg chg="add">
          <ac:chgData name="Ben C L FUNG" userId="2bc1a8d8-82cc-46fb-a66a-21e3967849fb" providerId="ADAL" clId="{8B799C89-C87E-4820-A850-4650139C5FD2}" dt="2023-02-22T14:21:51.123" v="585" actId="26606"/>
          <ac:grpSpMkLst>
            <pc:docMk/>
            <pc:sldMk cId="2929637847" sldId="285"/>
            <ac:grpSpMk id="24" creationId="{E312DBA5-56D8-42B2-BA94-28168C2A6703}"/>
          </ac:grpSpMkLst>
        </pc:grpChg>
        <pc:picChg chg="add mod">
          <ac:chgData name="Ben C L FUNG" userId="2bc1a8d8-82cc-46fb-a66a-21e3967849fb" providerId="ADAL" clId="{8B799C89-C87E-4820-A850-4650139C5FD2}" dt="2023-02-22T14:21:51.123" v="585" actId="26606"/>
          <ac:picMkLst>
            <pc:docMk/>
            <pc:sldMk cId="2929637847" sldId="285"/>
            <ac:picMk id="5" creationId="{687BD0DE-11B2-01AB-E277-5C851E1FB4E9}"/>
          </ac:picMkLst>
        </pc:picChg>
      </pc:sldChg>
      <pc:sldChg chg="delSp modSp add mod">
        <pc:chgData name="Ben C L FUNG" userId="2bc1a8d8-82cc-46fb-a66a-21e3967849fb" providerId="ADAL" clId="{8B799C89-C87E-4820-A850-4650139C5FD2}" dt="2023-02-22T14:22:03.910" v="587"/>
        <pc:sldMkLst>
          <pc:docMk/>
          <pc:sldMk cId="295105607" sldId="286"/>
        </pc:sldMkLst>
        <pc:spChg chg="mod">
          <ac:chgData name="Ben C L FUNG" userId="2bc1a8d8-82cc-46fb-a66a-21e3967849fb" providerId="ADAL" clId="{8B799C89-C87E-4820-A850-4650139C5FD2}" dt="2023-02-22T14:22:03.910" v="587"/>
          <ac:spMkLst>
            <pc:docMk/>
            <pc:sldMk cId="295105607" sldId="286"/>
            <ac:spMk id="3" creationId="{00000000-0000-0000-0000-000000000000}"/>
          </ac:spMkLst>
        </pc:spChg>
        <pc:picChg chg="del mod">
          <ac:chgData name="Ben C L FUNG" userId="2bc1a8d8-82cc-46fb-a66a-21e3967849fb" providerId="ADAL" clId="{8B799C89-C87E-4820-A850-4650139C5FD2}" dt="2023-02-22T14:21:42.706" v="583" actId="21"/>
          <ac:picMkLst>
            <pc:docMk/>
            <pc:sldMk cId="295105607" sldId="286"/>
            <ac:picMk id="10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563" v="400" actId="27636"/>
        <pc:sldMkLst>
          <pc:docMk/>
          <pc:sldMk cId="3107049796" sldId="287"/>
        </pc:sldMkLst>
        <pc:spChg chg="mod">
          <ac:chgData name="Ben C L FUNG" userId="2bc1a8d8-82cc-46fb-a66a-21e3967849fb" providerId="ADAL" clId="{8B799C89-C87E-4820-A850-4650139C5FD2}" dt="2023-02-22T13:59:13.563" v="400" actId="27636"/>
          <ac:spMkLst>
            <pc:docMk/>
            <pc:sldMk cId="3107049796" sldId="287"/>
            <ac:spMk id="3" creationId="{00000000-0000-0000-0000-000000000000}"/>
          </ac:spMkLst>
        </pc:spChg>
      </pc:sldChg>
      <pc:sldChg chg="addSp delSp modSp add mod ord modClrScheme chgLayout">
        <pc:chgData name="Ben C L FUNG" userId="2bc1a8d8-82cc-46fb-a66a-21e3967849fb" providerId="ADAL" clId="{8B799C89-C87E-4820-A850-4650139C5FD2}" dt="2023-02-22T14:22:33.083" v="599" actId="27636"/>
        <pc:sldMkLst>
          <pc:docMk/>
          <pc:sldMk cId="3617464181" sldId="288"/>
        </pc:sldMkLst>
        <pc:spChg chg="mod ord">
          <ac:chgData name="Ben C L FUNG" userId="2bc1a8d8-82cc-46fb-a66a-21e3967849fb" providerId="ADAL" clId="{8B799C89-C87E-4820-A850-4650139C5FD2}" dt="2023-02-22T14:22:21.132" v="590" actId="700"/>
          <ac:spMkLst>
            <pc:docMk/>
            <pc:sldMk cId="3617464181" sldId="288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2:33.083" v="599" actId="27636"/>
          <ac:spMkLst>
            <pc:docMk/>
            <pc:sldMk cId="3617464181" sldId="288"/>
            <ac:spMk id="3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2:21.132" v="590" actId="700"/>
          <ac:spMkLst>
            <pc:docMk/>
            <pc:sldMk cId="3617464181" sldId="288"/>
            <ac:spMk id="5" creationId="{00000000-0000-0000-0000-000000000000}"/>
          </ac:spMkLst>
        </pc:spChg>
        <pc:spChg chg="add del mod ord">
          <ac:chgData name="Ben C L FUNG" userId="2bc1a8d8-82cc-46fb-a66a-21e3967849fb" providerId="ADAL" clId="{8B799C89-C87E-4820-A850-4650139C5FD2}" dt="2023-02-22T14:22:22.896" v="594"/>
          <ac:spMkLst>
            <pc:docMk/>
            <pc:sldMk cId="3617464181" sldId="288"/>
            <ac:spMk id="6" creationId="{480AFCA0-E339-EDCA-E9C4-ABA4FD520A3F}"/>
          </ac:spMkLst>
        </pc:spChg>
        <pc:picChg chg="del">
          <ac:chgData name="Ben C L FUNG" userId="2bc1a8d8-82cc-46fb-a66a-21e3967849fb" providerId="ADAL" clId="{8B799C89-C87E-4820-A850-4650139C5FD2}" dt="2023-02-22T14:22:22.155" v="593" actId="21"/>
          <ac:picMkLst>
            <pc:docMk/>
            <pc:sldMk cId="3617464181" sldId="288"/>
            <ac:picMk id="4" creationId="{00000000-0000-0000-0000-000000000000}"/>
          </ac:picMkLst>
        </pc:picChg>
        <pc:picChg chg="add mod">
          <ac:chgData name="Ben C L FUNG" userId="2bc1a8d8-82cc-46fb-a66a-21e3967849fb" providerId="ADAL" clId="{8B799C89-C87E-4820-A850-4650139C5FD2}" dt="2023-02-22T14:22:28.671" v="595" actId="14100"/>
          <ac:picMkLst>
            <pc:docMk/>
            <pc:sldMk cId="3617464181" sldId="288"/>
            <ac:picMk id="7" creationId="{85E97BBB-8918-1A24-587C-F327FA499706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587" v="402" actId="27636"/>
        <pc:sldMkLst>
          <pc:docMk/>
          <pc:sldMk cId="3482025395" sldId="289"/>
        </pc:sldMkLst>
        <pc:spChg chg="mod">
          <ac:chgData name="Ben C L FUNG" userId="2bc1a8d8-82cc-46fb-a66a-21e3967849fb" providerId="ADAL" clId="{8B799C89-C87E-4820-A850-4650139C5FD2}" dt="2023-02-22T13:59:13.587" v="402" actId="27636"/>
          <ac:spMkLst>
            <pc:docMk/>
            <pc:sldMk cId="3482025395" sldId="289"/>
            <ac:spMk id="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3:59:13.592" v="403" actId="27636"/>
        <pc:sldMkLst>
          <pc:docMk/>
          <pc:sldMk cId="2966423715" sldId="290"/>
        </pc:sldMkLst>
        <pc:spChg chg="mod">
          <ac:chgData name="Ben C L FUNG" userId="2bc1a8d8-82cc-46fb-a66a-21e3967849fb" providerId="ADAL" clId="{8B799C89-C87E-4820-A850-4650139C5FD2}" dt="2023-02-22T13:59:13.592" v="403" actId="27636"/>
          <ac:spMkLst>
            <pc:docMk/>
            <pc:sldMk cId="2966423715" sldId="290"/>
            <ac:spMk id="3" creationId="{00000000-0000-0000-0000-000000000000}"/>
          </ac:spMkLst>
        </pc:spChg>
      </pc:sldChg>
      <pc:sldChg chg="modSp add del mod">
        <pc:chgData name="Ben C L FUNG" userId="2bc1a8d8-82cc-46fb-a66a-21e3967849fb" providerId="ADAL" clId="{8B799C89-C87E-4820-A850-4650139C5FD2}" dt="2023-02-22T14:23:08.822" v="600" actId="47"/>
        <pc:sldMkLst>
          <pc:docMk/>
          <pc:sldMk cId="489854680" sldId="291"/>
        </pc:sldMkLst>
        <pc:spChg chg="mod">
          <ac:chgData name="Ben C L FUNG" userId="2bc1a8d8-82cc-46fb-a66a-21e3967849fb" providerId="ADAL" clId="{8B799C89-C87E-4820-A850-4650139C5FD2}" dt="2023-02-22T13:59:13.597" v="404" actId="27636"/>
          <ac:spMkLst>
            <pc:docMk/>
            <pc:sldMk cId="489854680" sldId="291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3:59:13.600" v="405" actId="27636"/>
          <ac:spMkLst>
            <pc:docMk/>
            <pc:sldMk cId="489854680" sldId="291"/>
            <ac:spMk id="3" creationId="{00000000-0000-0000-0000-000000000000}"/>
          </ac:spMkLst>
        </pc:spChg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3805373551" sldId="291"/>
        </pc:sldMkLst>
      </pc:sldChg>
      <pc:sldChg chg="modSp add mod">
        <pc:chgData name="Ben C L FUNG" userId="2bc1a8d8-82cc-46fb-a66a-21e3967849fb" providerId="ADAL" clId="{8B799C89-C87E-4820-A850-4650139C5FD2}" dt="2023-02-22T14:15:53.126" v="462" actId="27636"/>
        <pc:sldMkLst>
          <pc:docMk/>
          <pc:sldMk cId="3138466375" sldId="292"/>
        </pc:sldMkLst>
        <pc:spChg chg="mod">
          <ac:chgData name="Ben C L FUNG" userId="2bc1a8d8-82cc-46fb-a66a-21e3967849fb" providerId="ADAL" clId="{8B799C89-C87E-4820-A850-4650139C5FD2}" dt="2023-02-22T14:15:53.126" v="462" actId="27636"/>
          <ac:spMkLst>
            <pc:docMk/>
            <pc:sldMk cId="3138466375" sldId="292"/>
            <ac:spMk id="3" creationId="{4F863C7E-7720-6413-79BF-C911E4CD3DF4}"/>
          </ac:spMkLst>
        </pc:spChg>
      </pc:sldChg>
      <pc:sldChg chg="add">
        <pc:chgData name="Ben C L FUNG" userId="2bc1a8d8-82cc-46fb-a66a-21e3967849fb" providerId="ADAL" clId="{8B799C89-C87E-4820-A850-4650139C5FD2}" dt="2023-02-22T13:59:13.383" v="389"/>
        <pc:sldMkLst>
          <pc:docMk/>
          <pc:sldMk cId="2556965776" sldId="293"/>
        </pc:sldMkLst>
      </pc:sldChg>
      <pc:sldChg chg="add del">
        <pc:chgData name="Ben C L FUNG" userId="2bc1a8d8-82cc-46fb-a66a-21e3967849fb" providerId="ADAL" clId="{8B799C89-C87E-4820-A850-4650139C5FD2}" dt="2023-02-22T13:59:39.899" v="423" actId="47"/>
        <pc:sldMkLst>
          <pc:docMk/>
          <pc:sldMk cId="1833788322" sldId="294"/>
        </pc:sldMkLst>
      </pc:sldChg>
      <pc:sldChg chg="modSp add mod">
        <pc:chgData name="Ben C L FUNG" userId="2bc1a8d8-82cc-46fb-a66a-21e3967849fb" providerId="ADAL" clId="{8B799C89-C87E-4820-A850-4650139C5FD2}" dt="2023-02-22T14:33:18.422" v="827" actId="1076"/>
        <pc:sldMkLst>
          <pc:docMk/>
          <pc:sldMk cId="3394436688" sldId="294"/>
        </pc:sldMkLst>
        <pc:spChg chg="mod">
          <ac:chgData name="Ben C L FUNG" userId="2bc1a8d8-82cc-46fb-a66a-21e3967849fb" providerId="ADAL" clId="{8B799C89-C87E-4820-A850-4650139C5FD2}" dt="2023-02-22T14:15:53.143" v="464" actId="27636"/>
          <ac:spMkLst>
            <pc:docMk/>
            <pc:sldMk cId="3394436688" sldId="294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33:18.422" v="827" actId="1076"/>
          <ac:picMkLst>
            <pc:docMk/>
            <pc:sldMk cId="3394436688" sldId="294"/>
            <ac:picMk id="5" creationId="{E940A5FA-865E-F714-F2C8-FC58814FF8FE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608" v="408" actId="27636"/>
        <pc:sldMkLst>
          <pc:docMk/>
          <pc:sldMk cId="1022752470" sldId="295"/>
        </pc:sldMkLst>
        <pc:spChg chg="mod">
          <ac:chgData name="Ben C L FUNG" userId="2bc1a8d8-82cc-46fb-a66a-21e3967849fb" providerId="ADAL" clId="{8B799C89-C87E-4820-A850-4650139C5FD2}" dt="2023-02-22T13:59:13.608" v="407" actId="27636"/>
          <ac:spMkLst>
            <pc:docMk/>
            <pc:sldMk cId="1022752470" sldId="295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3:59:13.608" v="408" actId="27636"/>
          <ac:spMkLst>
            <pc:docMk/>
            <pc:sldMk cId="1022752470" sldId="295"/>
            <ac:spMk id="4" creationId="{00000000-0000-0000-0000-000000000000}"/>
          </ac:spMkLst>
        </pc:spChg>
      </pc:sldChg>
      <pc:sldChg chg="add">
        <pc:chgData name="Ben C L FUNG" userId="2bc1a8d8-82cc-46fb-a66a-21e3967849fb" providerId="ADAL" clId="{8B799C89-C87E-4820-A850-4650139C5FD2}" dt="2023-02-22T13:59:13.383" v="389"/>
        <pc:sldMkLst>
          <pc:docMk/>
          <pc:sldMk cId="913025318" sldId="296"/>
        </pc:sldMkLst>
      </pc:sldChg>
      <pc:sldChg chg="modSp add mod">
        <pc:chgData name="Ben C L FUNG" userId="2bc1a8d8-82cc-46fb-a66a-21e3967849fb" providerId="ADAL" clId="{8B799C89-C87E-4820-A850-4650139C5FD2}" dt="2023-02-22T14:23:20.981" v="601" actId="1076"/>
        <pc:sldMkLst>
          <pc:docMk/>
          <pc:sldMk cId="2407353111" sldId="297"/>
        </pc:sldMkLst>
        <pc:picChg chg="mod">
          <ac:chgData name="Ben C L FUNG" userId="2bc1a8d8-82cc-46fb-a66a-21e3967849fb" providerId="ADAL" clId="{8B799C89-C87E-4820-A850-4650139C5FD2}" dt="2023-02-22T14:23:20.981" v="601" actId="1076"/>
          <ac:picMkLst>
            <pc:docMk/>
            <pc:sldMk cId="2407353111" sldId="297"/>
            <ac:picMk id="4" creationId="{00000000-0000-0000-0000-000000000000}"/>
          </ac:picMkLst>
        </pc:picChg>
      </pc:sldChg>
      <pc:sldChg chg="modSp add mod chgLayout">
        <pc:chgData name="Ben C L FUNG" userId="2bc1a8d8-82cc-46fb-a66a-21e3967849fb" providerId="ADAL" clId="{8B799C89-C87E-4820-A850-4650139C5FD2}" dt="2023-02-22T14:23:40.286" v="605" actId="1076"/>
        <pc:sldMkLst>
          <pc:docMk/>
          <pc:sldMk cId="3766819503" sldId="298"/>
        </pc:sldMkLst>
        <pc:spChg chg="mod ord">
          <ac:chgData name="Ben C L FUNG" userId="2bc1a8d8-82cc-46fb-a66a-21e3967849fb" providerId="ADAL" clId="{8B799C89-C87E-4820-A850-4650139C5FD2}" dt="2023-02-22T14:23:33.063" v="603" actId="700"/>
          <ac:spMkLst>
            <pc:docMk/>
            <pc:sldMk cId="3766819503" sldId="298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3:33.085" v="604" actId="27636"/>
          <ac:spMkLst>
            <pc:docMk/>
            <pc:sldMk cId="3766819503" sldId="298"/>
            <ac:spMk id="3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3:33.063" v="603" actId="700"/>
          <ac:spMkLst>
            <pc:docMk/>
            <pc:sldMk cId="3766819503" sldId="298"/>
            <ac:spMk id="5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23:40.286" v="605" actId="1076"/>
          <ac:picMkLst>
            <pc:docMk/>
            <pc:sldMk cId="3766819503" sldId="298"/>
            <ac:picMk id="4" creationId="{00000000-0000-0000-0000-000000000000}"/>
          </ac:picMkLst>
        </pc:picChg>
      </pc:sldChg>
      <pc:sldChg chg="modSp add mod chgLayout">
        <pc:chgData name="Ben C L FUNG" userId="2bc1a8d8-82cc-46fb-a66a-21e3967849fb" providerId="ADAL" clId="{8B799C89-C87E-4820-A850-4650139C5FD2}" dt="2023-02-22T14:23:58.853" v="609" actId="14100"/>
        <pc:sldMkLst>
          <pc:docMk/>
          <pc:sldMk cId="1271458088" sldId="299"/>
        </pc:sldMkLst>
        <pc:spChg chg="mod ord">
          <ac:chgData name="Ben C L FUNG" userId="2bc1a8d8-82cc-46fb-a66a-21e3967849fb" providerId="ADAL" clId="{8B799C89-C87E-4820-A850-4650139C5FD2}" dt="2023-02-22T14:23:51.718" v="607" actId="700"/>
          <ac:spMkLst>
            <pc:docMk/>
            <pc:sldMk cId="1271458088" sldId="299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3:58.853" v="609" actId="14100"/>
          <ac:spMkLst>
            <pc:docMk/>
            <pc:sldMk cId="1271458088" sldId="299"/>
            <ac:spMk id="3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23:51.718" v="607" actId="700"/>
          <ac:spMkLst>
            <pc:docMk/>
            <pc:sldMk cId="1271458088" sldId="299"/>
            <ac:spMk id="5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23:47.862" v="606" actId="1076"/>
          <ac:picMkLst>
            <pc:docMk/>
            <pc:sldMk cId="1271458088" sldId="299"/>
            <ac:picMk id="4" creationId="{00000000-0000-0000-0000-000000000000}"/>
          </ac:picMkLst>
        </pc:picChg>
      </pc:sldChg>
      <pc:sldChg chg="add">
        <pc:chgData name="Ben C L FUNG" userId="2bc1a8d8-82cc-46fb-a66a-21e3967849fb" providerId="ADAL" clId="{8B799C89-C87E-4820-A850-4650139C5FD2}" dt="2023-02-22T13:59:13.383" v="389"/>
        <pc:sldMkLst>
          <pc:docMk/>
          <pc:sldMk cId="1271210390" sldId="300"/>
        </pc:sldMkLst>
      </pc:sldChg>
      <pc:sldChg chg="modSp add mod">
        <pc:chgData name="Ben C L FUNG" userId="2bc1a8d8-82cc-46fb-a66a-21e3967849fb" providerId="ADAL" clId="{8B799C89-C87E-4820-A850-4650139C5FD2}" dt="2023-02-22T14:24:16.599" v="616" actId="20577"/>
        <pc:sldMkLst>
          <pc:docMk/>
          <pc:sldMk cId="339632933" sldId="301"/>
        </pc:sldMkLst>
        <pc:spChg chg="mod">
          <ac:chgData name="Ben C L FUNG" userId="2bc1a8d8-82cc-46fb-a66a-21e3967849fb" providerId="ADAL" clId="{8B799C89-C87E-4820-A850-4650139C5FD2}" dt="2023-02-22T14:24:16.599" v="616" actId="20577"/>
          <ac:spMkLst>
            <pc:docMk/>
            <pc:sldMk cId="339632933" sldId="301"/>
            <ac:spMk id="3" creationId="{00000000-0000-0000-0000-000000000000}"/>
          </ac:spMkLst>
        </pc:spChg>
        <pc:picChg chg="mod">
          <ac:chgData name="Ben C L FUNG" userId="2bc1a8d8-82cc-46fb-a66a-21e3967849fb" providerId="ADAL" clId="{8B799C89-C87E-4820-A850-4650139C5FD2}" dt="2023-02-22T14:24:09.190" v="611" actId="1076"/>
          <ac:picMkLst>
            <pc:docMk/>
            <pc:sldMk cId="339632933" sldId="301"/>
            <ac:picMk id="4" creationId="{00000000-0000-0000-0000-000000000000}"/>
          </ac:picMkLst>
        </pc:picChg>
      </pc:sldChg>
      <pc:sldChg chg="add">
        <pc:chgData name="Ben C L FUNG" userId="2bc1a8d8-82cc-46fb-a66a-21e3967849fb" providerId="ADAL" clId="{8B799C89-C87E-4820-A850-4650139C5FD2}" dt="2023-02-22T13:59:13.383" v="389"/>
        <pc:sldMkLst>
          <pc:docMk/>
          <pc:sldMk cId="2686984769" sldId="302"/>
        </pc:sldMkLst>
      </pc:sldChg>
      <pc:sldChg chg="modSp add mod">
        <pc:chgData name="Ben C L FUNG" userId="2bc1a8d8-82cc-46fb-a66a-21e3967849fb" providerId="ADAL" clId="{8B799C89-C87E-4820-A850-4650139C5FD2}" dt="2023-02-22T14:24:38.552" v="622" actId="20577"/>
        <pc:sldMkLst>
          <pc:docMk/>
          <pc:sldMk cId="1827722750" sldId="303"/>
        </pc:sldMkLst>
        <pc:spChg chg="mod">
          <ac:chgData name="Ben C L FUNG" userId="2bc1a8d8-82cc-46fb-a66a-21e3967849fb" providerId="ADAL" clId="{8B799C89-C87E-4820-A850-4650139C5FD2}" dt="2023-02-22T14:24:38.552" v="622" actId="20577"/>
          <ac:spMkLst>
            <pc:docMk/>
            <pc:sldMk cId="1827722750" sldId="303"/>
            <ac:spMk id="3" creationId="{00000000-0000-0000-0000-000000000000}"/>
          </ac:spMkLst>
        </pc:spChg>
      </pc:sldChg>
      <pc:sldChg chg="addSp delSp modSp add del mod">
        <pc:chgData name="Ben C L FUNG" userId="2bc1a8d8-82cc-46fb-a66a-21e3967849fb" providerId="ADAL" clId="{8B799C89-C87E-4820-A850-4650139C5FD2}" dt="2023-02-22T14:25:07.541" v="626" actId="47"/>
        <pc:sldMkLst>
          <pc:docMk/>
          <pc:sldMk cId="1367889493" sldId="304"/>
        </pc:sldMkLst>
        <pc:spChg chg="mod">
          <ac:chgData name="Ben C L FUNG" userId="2bc1a8d8-82cc-46fb-a66a-21e3967849fb" providerId="ADAL" clId="{8B799C89-C87E-4820-A850-4650139C5FD2}" dt="2023-02-22T14:24:48.655" v="624" actId="27636"/>
          <ac:spMkLst>
            <pc:docMk/>
            <pc:sldMk cId="1367889493" sldId="304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4:48.675" v="625" actId="27636"/>
          <ac:spMkLst>
            <pc:docMk/>
            <pc:sldMk cId="1367889493" sldId="304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24:48.589" v="623"/>
          <ac:spMkLst>
            <pc:docMk/>
            <pc:sldMk cId="1367889493" sldId="304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24:48.589" v="623"/>
          <ac:spMkLst>
            <pc:docMk/>
            <pc:sldMk cId="1367889493" sldId="304"/>
            <ac:spMk id="5" creationId="{A126B4D9-B0BF-7DA0-7E50-CEF97AEF62B9}"/>
          </ac:spMkLst>
        </pc:spChg>
        <pc:spChg chg="add del mod">
          <ac:chgData name="Ben C L FUNG" userId="2bc1a8d8-82cc-46fb-a66a-21e3967849fb" providerId="ADAL" clId="{8B799C89-C87E-4820-A850-4650139C5FD2}" dt="2023-02-22T14:24:48.589" v="623"/>
          <ac:spMkLst>
            <pc:docMk/>
            <pc:sldMk cId="1367889493" sldId="304"/>
            <ac:spMk id="6" creationId="{4FA5E41F-E683-1F94-FB10-79DB72E95487}"/>
          </ac:spMkLst>
        </pc:spChg>
        <pc:spChg chg="add del mod">
          <ac:chgData name="Ben C L FUNG" userId="2bc1a8d8-82cc-46fb-a66a-21e3967849fb" providerId="ADAL" clId="{8B799C89-C87E-4820-A850-4650139C5FD2}" dt="2023-02-22T14:24:48.589" v="623"/>
          <ac:spMkLst>
            <pc:docMk/>
            <pc:sldMk cId="1367889493" sldId="304"/>
            <ac:spMk id="7" creationId="{1D0C7A86-20A1-C1EA-64A6-9D939CB4BACD}"/>
          </ac:spMkLst>
        </pc:spChg>
      </pc:sldChg>
      <pc:sldChg chg="addSp delSp modSp add mod modClrScheme chgLayout">
        <pc:chgData name="Ben C L FUNG" userId="2bc1a8d8-82cc-46fb-a66a-21e3967849fb" providerId="ADAL" clId="{8B799C89-C87E-4820-A850-4650139C5FD2}" dt="2023-02-22T14:34:55.312" v="851" actId="14100"/>
        <pc:sldMkLst>
          <pc:docMk/>
          <pc:sldMk cId="3224027633" sldId="305"/>
        </pc:sldMkLst>
        <pc:spChg chg="mod ord">
          <ac:chgData name="Ben C L FUNG" userId="2bc1a8d8-82cc-46fb-a66a-21e3967849fb" providerId="ADAL" clId="{8B799C89-C87E-4820-A850-4650139C5FD2}" dt="2023-02-22T14:34:49.119" v="846" actId="700"/>
          <ac:spMkLst>
            <pc:docMk/>
            <pc:sldMk cId="3224027633" sldId="305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34:49.144" v="848" actId="27636"/>
          <ac:spMkLst>
            <pc:docMk/>
            <pc:sldMk cId="3224027633" sldId="305"/>
            <ac:spMk id="3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34:49.119" v="846" actId="700"/>
          <ac:spMkLst>
            <pc:docMk/>
            <pc:sldMk cId="3224027633" sldId="305"/>
            <ac:spMk id="4" creationId="{00000000-0000-0000-0000-000000000000}"/>
          </ac:spMkLst>
        </pc:spChg>
        <pc:spChg chg="add del mod ord">
          <ac:chgData name="Ben C L FUNG" userId="2bc1a8d8-82cc-46fb-a66a-21e3967849fb" providerId="ADAL" clId="{8B799C89-C87E-4820-A850-4650139C5FD2}" dt="2023-02-22T14:34:51.862" v="850"/>
          <ac:spMkLst>
            <pc:docMk/>
            <pc:sldMk cId="3224027633" sldId="305"/>
            <ac:spMk id="6" creationId="{C0074491-6AAB-0842-7C35-6E5339F4EFC4}"/>
          </ac:spMkLst>
        </pc:spChg>
        <pc:picChg chg="del mod">
          <ac:chgData name="Ben C L FUNG" userId="2bc1a8d8-82cc-46fb-a66a-21e3967849fb" providerId="ADAL" clId="{8B799C89-C87E-4820-A850-4650139C5FD2}" dt="2023-02-22T14:34:50.057" v="849" actId="21"/>
          <ac:picMkLst>
            <pc:docMk/>
            <pc:sldMk cId="3224027633" sldId="305"/>
            <ac:picMk id="5" creationId="{00000000-0000-0000-0000-000000000000}"/>
          </ac:picMkLst>
        </pc:picChg>
        <pc:picChg chg="add mod">
          <ac:chgData name="Ben C L FUNG" userId="2bc1a8d8-82cc-46fb-a66a-21e3967849fb" providerId="ADAL" clId="{8B799C89-C87E-4820-A850-4650139C5FD2}" dt="2023-02-22T14:34:55.312" v="851" actId="14100"/>
          <ac:picMkLst>
            <pc:docMk/>
            <pc:sldMk cId="3224027633" sldId="305"/>
            <ac:picMk id="7" creationId="{B8352485-5FC4-2217-1BC7-9A55BC982C97}"/>
          </ac:picMkLst>
        </pc:picChg>
      </pc:sldChg>
      <pc:sldChg chg="add">
        <pc:chgData name="Ben C L FUNG" userId="2bc1a8d8-82cc-46fb-a66a-21e3967849fb" providerId="ADAL" clId="{8B799C89-C87E-4820-A850-4650139C5FD2}" dt="2023-02-22T13:59:13.383" v="389"/>
        <pc:sldMkLst>
          <pc:docMk/>
          <pc:sldMk cId="99434903" sldId="306"/>
        </pc:sldMkLst>
      </pc:sldChg>
      <pc:sldChg chg="modSp add mod">
        <pc:chgData name="Ben C L FUNG" userId="2bc1a8d8-82cc-46fb-a66a-21e3967849fb" providerId="ADAL" clId="{8B799C89-C87E-4820-A850-4650139C5FD2}" dt="2023-02-22T14:01:33.900" v="436" actId="1076"/>
        <pc:sldMkLst>
          <pc:docMk/>
          <pc:sldMk cId="2920506282" sldId="307"/>
        </pc:sldMkLst>
        <pc:picChg chg="mod">
          <ac:chgData name="Ben C L FUNG" userId="2bc1a8d8-82cc-46fb-a66a-21e3967849fb" providerId="ADAL" clId="{8B799C89-C87E-4820-A850-4650139C5FD2}" dt="2023-02-22T14:01:33.900" v="436" actId="1076"/>
          <ac:picMkLst>
            <pc:docMk/>
            <pc:sldMk cId="2920506282" sldId="307"/>
            <ac:picMk id="4" creationId="{00000000-0000-0000-0000-000000000000}"/>
          </ac:picMkLst>
        </pc:picChg>
      </pc:sldChg>
      <pc:sldChg chg="modSp add mod">
        <pc:chgData name="Ben C L FUNG" userId="2bc1a8d8-82cc-46fb-a66a-21e3967849fb" providerId="ADAL" clId="{8B799C89-C87E-4820-A850-4650139C5FD2}" dt="2023-02-22T13:59:13.648" v="416" actId="27636"/>
        <pc:sldMkLst>
          <pc:docMk/>
          <pc:sldMk cId="212120261" sldId="308"/>
        </pc:sldMkLst>
        <pc:spChg chg="mod">
          <ac:chgData name="Ben C L FUNG" userId="2bc1a8d8-82cc-46fb-a66a-21e3967849fb" providerId="ADAL" clId="{8B799C89-C87E-4820-A850-4650139C5FD2}" dt="2023-02-22T13:59:13.648" v="416" actId="27636"/>
          <ac:spMkLst>
            <pc:docMk/>
            <pc:sldMk cId="212120261" sldId="308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3:59:13.647" v="415" actId="27636"/>
          <ac:spMkLst>
            <pc:docMk/>
            <pc:sldMk cId="212120261" sldId="308"/>
            <ac:spMk id="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01:23.141" v="435" actId="20577"/>
        <pc:sldMkLst>
          <pc:docMk/>
          <pc:sldMk cId="697133392" sldId="309"/>
        </pc:sldMkLst>
        <pc:spChg chg="mod">
          <ac:chgData name="Ben C L FUNG" userId="2bc1a8d8-82cc-46fb-a66a-21e3967849fb" providerId="ADAL" clId="{8B799C89-C87E-4820-A850-4650139C5FD2}" dt="2023-02-22T14:01:23.141" v="435" actId="20577"/>
          <ac:spMkLst>
            <pc:docMk/>
            <pc:sldMk cId="697133392" sldId="309"/>
            <ac:spMk id="2" creationId="{00000000-0000-0000-0000-000000000000}"/>
          </ac:spMkLst>
        </pc:spChg>
      </pc:sldChg>
      <pc:sldChg chg="addSp delSp modSp new del mod modClrScheme chgLayout">
        <pc:chgData name="Ben C L FUNG" userId="2bc1a8d8-82cc-46fb-a66a-21e3967849fb" providerId="ADAL" clId="{8B799C89-C87E-4820-A850-4650139C5FD2}" dt="2023-02-22T14:15:58.013" v="473" actId="47"/>
        <pc:sldMkLst>
          <pc:docMk/>
          <pc:sldMk cId="4261793850" sldId="310"/>
        </pc:sldMkLst>
        <pc:spChg chg="del mod ord">
          <ac:chgData name="Ben C L FUNG" userId="2bc1a8d8-82cc-46fb-a66a-21e3967849fb" providerId="ADAL" clId="{8B799C89-C87E-4820-A850-4650139C5FD2}" dt="2023-02-22T14:01:53.388" v="438" actId="700"/>
          <ac:spMkLst>
            <pc:docMk/>
            <pc:sldMk cId="4261793850" sldId="310"/>
            <ac:spMk id="2" creationId="{46AF34FC-635A-601C-90CD-7245AEF97866}"/>
          </ac:spMkLst>
        </pc:spChg>
        <pc:spChg chg="del mod ord">
          <ac:chgData name="Ben C L FUNG" userId="2bc1a8d8-82cc-46fb-a66a-21e3967849fb" providerId="ADAL" clId="{8B799C89-C87E-4820-A850-4650139C5FD2}" dt="2023-02-22T14:01:53.388" v="438" actId="700"/>
          <ac:spMkLst>
            <pc:docMk/>
            <pc:sldMk cId="4261793850" sldId="310"/>
            <ac:spMk id="3" creationId="{0BEBEEA1-C568-3C09-D30A-63BA9DB336B8}"/>
          </ac:spMkLst>
        </pc:spChg>
        <pc:spChg chg="mod ord">
          <ac:chgData name="Ben C L FUNG" userId="2bc1a8d8-82cc-46fb-a66a-21e3967849fb" providerId="ADAL" clId="{8B799C89-C87E-4820-A850-4650139C5FD2}" dt="2023-02-22T14:01:53.388" v="438" actId="700"/>
          <ac:spMkLst>
            <pc:docMk/>
            <pc:sldMk cId="4261793850" sldId="310"/>
            <ac:spMk id="4" creationId="{765A8F15-6C3F-A6FB-7C9D-CD9F4139AADC}"/>
          </ac:spMkLst>
        </pc:spChg>
        <pc:spChg chg="add mod ord">
          <ac:chgData name="Ben C L FUNG" userId="2bc1a8d8-82cc-46fb-a66a-21e3967849fb" providerId="ADAL" clId="{8B799C89-C87E-4820-A850-4650139C5FD2}" dt="2023-02-22T14:01:58.510" v="457" actId="20577"/>
          <ac:spMkLst>
            <pc:docMk/>
            <pc:sldMk cId="4261793850" sldId="310"/>
            <ac:spMk id="5" creationId="{EBC4F3DA-BE13-4C8D-0F30-D7596AA02831}"/>
          </ac:spMkLst>
        </pc:spChg>
        <pc:spChg chg="add mod ord">
          <ac:chgData name="Ben C L FUNG" userId="2bc1a8d8-82cc-46fb-a66a-21e3967849fb" providerId="ADAL" clId="{8B799C89-C87E-4820-A850-4650139C5FD2}" dt="2023-02-22T14:01:53.388" v="438" actId="700"/>
          <ac:spMkLst>
            <pc:docMk/>
            <pc:sldMk cId="4261793850" sldId="310"/>
            <ac:spMk id="6" creationId="{77F8233A-DFB5-75C2-BF9B-55681EC3C1A3}"/>
          </ac:spMkLst>
        </pc:spChg>
      </pc:sldChg>
      <pc:sldChg chg="modSp add mod">
        <pc:chgData name="Ben C L FUNG" userId="2bc1a8d8-82cc-46fb-a66a-21e3967849fb" providerId="ADAL" clId="{8B799C89-C87E-4820-A850-4650139C5FD2}" dt="2023-02-22T14:16:01.140" v="474" actId="6549"/>
        <pc:sldMkLst>
          <pc:docMk/>
          <pc:sldMk cId="1992696569" sldId="311"/>
        </pc:sldMkLst>
        <pc:spChg chg="mod">
          <ac:chgData name="Ben C L FUNG" userId="2bc1a8d8-82cc-46fb-a66a-21e3967849fb" providerId="ADAL" clId="{8B799C89-C87E-4820-A850-4650139C5FD2}" dt="2023-02-22T14:16:01.140" v="474" actId="6549"/>
          <ac:spMkLst>
            <pc:docMk/>
            <pc:sldMk cId="1992696569" sldId="311"/>
            <ac:spMk id="6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15:53.109" v="460" actId="27636"/>
        <pc:sldMkLst>
          <pc:docMk/>
          <pc:sldMk cId="1019287379" sldId="312"/>
        </pc:sldMkLst>
        <pc:spChg chg="mod">
          <ac:chgData name="Ben C L FUNG" userId="2bc1a8d8-82cc-46fb-a66a-21e3967849fb" providerId="ADAL" clId="{8B799C89-C87E-4820-A850-4650139C5FD2}" dt="2023-02-22T14:15:53.102" v="459" actId="27636"/>
          <ac:spMkLst>
            <pc:docMk/>
            <pc:sldMk cId="1019287379" sldId="312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15:53.109" v="460" actId="27636"/>
          <ac:spMkLst>
            <pc:docMk/>
            <pc:sldMk cId="1019287379" sldId="312"/>
            <ac:spMk id="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16:25.589" v="479" actId="14100"/>
        <pc:sldMkLst>
          <pc:docMk/>
          <pc:sldMk cId="3436843532" sldId="313"/>
        </pc:sldMkLst>
        <pc:spChg chg="mod">
          <ac:chgData name="Ben C L FUNG" userId="2bc1a8d8-82cc-46fb-a66a-21e3967849fb" providerId="ADAL" clId="{8B799C89-C87E-4820-A850-4650139C5FD2}" dt="2023-02-22T14:16:25.589" v="479" actId="14100"/>
          <ac:spMkLst>
            <pc:docMk/>
            <pc:sldMk cId="3436843532" sldId="313"/>
            <ac:spMk id="6" creationId="{D78C1915-38E8-9189-E502-3218BD740A4C}"/>
          </ac:spMkLst>
        </pc:spChg>
        <pc:picChg chg="mod">
          <ac:chgData name="Ben C L FUNG" userId="2bc1a8d8-82cc-46fb-a66a-21e3967849fb" providerId="ADAL" clId="{8B799C89-C87E-4820-A850-4650139C5FD2}" dt="2023-02-22T14:16:16.205" v="476" actId="1076"/>
          <ac:picMkLst>
            <pc:docMk/>
            <pc:sldMk cId="3436843532" sldId="313"/>
            <ac:picMk id="5" creationId="{16CAAA27-07DE-BCB5-D8A4-FDB6BD10EB4A}"/>
          </ac:picMkLst>
        </pc:picChg>
      </pc:sldChg>
      <pc:sldChg chg="modSp add mod">
        <pc:chgData name="Ben C L FUNG" userId="2bc1a8d8-82cc-46fb-a66a-21e3967849fb" providerId="ADAL" clId="{8B799C89-C87E-4820-A850-4650139C5FD2}" dt="2023-02-22T14:40:32.887" v="856" actId="14100"/>
        <pc:sldMkLst>
          <pc:docMk/>
          <pc:sldMk cId="2897548110" sldId="314"/>
        </pc:sldMkLst>
        <pc:picChg chg="mod">
          <ac:chgData name="Ben C L FUNG" userId="2bc1a8d8-82cc-46fb-a66a-21e3967849fb" providerId="ADAL" clId="{8B799C89-C87E-4820-A850-4650139C5FD2}" dt="2023-02-22T14:40:32.887" v="856" actId="14100"/>
          <ac:picMkLst>
            <pc:docMk/>
            <pc:sldMk cId="2897548110" sldId="314"/>
            <ac:picMk id="4" creationId="{00000000-0000-0000-0000-000000000000}"/>
          </ac:picMkLst>
        </pc:picChg>
      </pc:sldChg>
      <pc:sldChg chg="add">
        <pc:chgData name="Ben C L FUNG" userId="2bc1a8d8-82cc-46fb-a66a-21e3967849fb" providerId="ADAL" clId="{8B799C89-C87E-4820-A850-4650139C5FD2}" dt="2023-02-22T14:15:53.048" v="458"/>
        <pc:sldMkLst>
          <pc:docMk/>
          <pc:sldMk cId="226733585" sldId="315"/>
        </pc:sldMkLst>
      </pc:sldChg>
      <pc:sldChg chg="modSp add mod">
        <pc:chgData name="Ben C L FUNG" userId="2bc1a8d8-82cc-46fb-a66a-21e3967849fb" providerId="ADAL" clId="{8B799C89-C87E-4820-A850-4650139C5FD2}" dt="2023-02-22T14:27:14.720" v="735" actId="404"/>
        <pc:sldMkLst>
          <pc:docMk/>
          <pc:sldMk cId="2513187030" sldId="316"/>
        </pc:sldMkLst>
        <pc:spChg chg="mod">
          <ac:chgData name="Ben C L FUNG" userId="2bc1a8d8-82cc-46fb-a66a-21e3967849fb" providerId="ADAL" clId="{8B799C89-C87E-4820-A850-4650139C5FD2}" dt="2023-02-22T14:27:14.720" v="735" actId="404"/>
          <ac:spMkLst>
            <pc:docMk/>
            <pc:sldMk cId="2513187030" sldId="316"/>
            <ac:spMk id="63" creationId="{00000000-0000-0000-0000-000000000000}"/>
          </ac:spMkLst>
        </pc:spChg>
      </pc:sldChg>
      <pc:sldChg chg="modSp add mod">
        <pc:chgData name="Ben C L FUNG" userId="2bc1a8d8-82cc-46fb-a66a-21e3967849fb" providerId="ADAL" clId="{8B799C89-C87E-4820-A850-4650139C5FD2}" dt="2023-02-22T14:15:53.134" v="463" actId="27636"/>
        <pc:sldMkLst>
          <pc:docMk/>
          <pc:sldMk cId="249481511" sldId="317"/>
        </pc:sldMkLst>
        <pc:spChg chg="mod">
          <ac:chgData name="Ben C L FUNG" userId="2bc1a8d8-82cc-46fb-a66a-21e3967849fb" providerId="ADAL" clId="{8B799C89-C87E-4820-A850-4650139C5FD2}" dt="2023-02-22T14:15:53.134" v="463" actId="27636"/>
          <ac:spMkLst>
            <pc:docMk/>
            <pc:sldMk cId="249481511" sldId="317"/>
            <ac:spMk id="3" creationId="{564A28AF-3FC1-E6A9-C51E-51FB5E9D6C68}"/>
          </ac:spMkLst>
        </pc:spChg>
      </pc:sldChg>
      <pc:sldChg chg="add">
        <pc:chgData name="Ben C L FUNG" userId="2bc1a8d8-82cc-46fb-a66a-21e3967849fb" providerId="ADAL" clId="{8B799C89-C87E-4820-A850-4650139C5FD2}" dt="2023-02-22T14:15:53.048" v="458"/>
        <pc:sldMkLst>
          <pc:docMk/>
          <pc:sldMk cId="1012690873" sldId="318"/>
        </pc:sldMkLst>
      </pc:sldChg>
      <pc:sldChg chg="addSp delSp modSp add mod">
        <pc:chgData name="Ben C L FUNG" userId="2bc1a8d8-82cc-46fb-a66a-21e3967849fb" providerId="ADAL" clId="{8B799C89-C87E-4820-A850-4650139C5FD2}" dt="2023-02-22T14:41:31.999" v="867" actId="20577"/>
        <pc:sldMkLst>
          <pc:docMk/>
          <pc:sldMk cId="2305590110" sldId="319"/>
        </pc:sldMkLst>
        <pc:spChg chg="mod">
          <ac:chgData name="Ben C L FUNG" userId="2bc1a8d8-82cc-46fb-a66a-21e3967849fb" providerId="ADAL" clId="{8B799C89-C87E-4820-A850-4650139C5FD2}" dt="2023-02-22T14:41:22.611" v="858"/>
          <ac:spMkLst>
            <pc:docMk/>
            <pc:sldMk cId="2305590110" sldId="319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1:31.999" v="867" actId="20577"/>
          <ac:spMkLst>
            <pc:docMk/>
            <pc:sldMk cId="2305590110" sldId="319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1:22.611" v="858"/>
          <ac:spMkLst>
            <pc:docMk/>
            <pc:sldMk cId="2305590110" sldId="319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41:22.611" v="858"/>
          <ac:spMkLst>
            <pc:docMk/>
            <pc:sldMk cId="2305590110" sldId="319"/>
            <ac:spMk id="5" creationId="{B648EDC4-944C-3B45-1B0B-8597F1F19B7F}"/>
          </ac:spMkLst>
        </pc:spChg>
        <pc:spChg chg="add del mod">
          <ac:chgData name="Ben C L FUNG" userId="2bc1a8d8-82cc-46fb-a66a-21e3967849fb" providerId="ADAL" clId="{8B799C89-C87E-4820-A850-4650139C5FD2}" dt="2023-02-22T14:41:22.611" v="858"/>
          <ac:spMkLst>
            <pc:docMk/>
            <pc:sldMk cId="2305590110" sldId="319"/>
            <ac:spMk id="6" creationId="{9EEBE808-D4C3-A16C-B5A3-D56FB0D87EE3}"/>
          </ac:spMkLst>
        </pc:spChg>
        <pc:spChg chg="add del mod">
          <ac:chgData name="Ben C L FUNG" userId="2bc1a8d8-82cc-46fb-a66a-21e3967849fb" providerId="ADAL" clId="{8B799C89-C87E-4820-A850-4650139C5FD2}" dt="2023-02-22T14:41:22.611" v="858"/>
          <ac:spMkLst>
            <pc:docMk/>
            <pc:sldMk cId="2305590110" sldId="319"/>
            <ac:spMk id="7" creationId="{8FB0E814-6E72-B32F-1F2D-2CFB7911B051}"/>
          </ac:spMkLst>
        </pc:spChg>
      </pc:sldChg>
      <pc:sldChg chg="modSp add mod">
        <pc:chgData name="Ben C L FUNG" userId="2bc1a8d8-82cc-46fb-a66a-21e3967849fb" providerId="ADAL" clId="{8B799C89-C87E-4820-A850-4650139C5FD2}" dt="2023-02-22T14:15:53.161" v="466" actId="27636"/>
        <pc:sldMkLst>
          <pc:docMk/>
          <pc:sldMk cId="1757171487" sldId="320"/>
        </pc:sldMkLst>
        <pc:spChg chg="mod">
          <ac:chgData name="Ben C L FUNG" userId="2bc1a8d8-82cc-46fb-a66a-21e3967849fb" providerId="ADAL" clId="{8B799C89-C87E-4820-A850-4650139C5FD2}" dt="2023-02-22T14:15:53.161" v="466" actId="27636"/>
          <ac:spMkLst>
            <pc:docMk/>
            <pc:sldMk cId="1757171487" sldId="320"/>
            <ac:spMk id="2" creationId="{00000000-0000-0000-0000-000000000000}"/>
          </ac:spMkLst>
        </pc:spChg>
      </pc:sldChg>
      <pc:sldChg chg="addSp delSp modSp add mod chgLayout">
        <pc:chgData name="Ben C L FUNG" userId="2bc1a8d8-82cc-46fb-a66a-21e3967849fb" providerId="ADAL" clId="{8B799C89-C87E-4820-A850-4650139C5FD2}" dt="2023-02-22T14:35:18.832" v="855" actId="14100"/>
        <pc:sldMkLst>
          <pc:docMk/>
          <pc:sldMk cId="2507437675" sldId="321"/>
        </pc:sldMkLst>
        <pc:spChg chg="mod ord">
          <ac:chgData name="Ben C L FUNG" userId="2bc1a8d8-82cc-46fb-a66a-21e3967849fb" providerId="ADAL" clId="{8B799C89-C87E-4820-A850-4650139C5FD2}" dt="2023-02-22T14:35:12.071" v="852" actId="700"/>
          <ac:spMkLst>
            <pc:docMk/>
            <pc:sldMk cId="2507437675" sldId="321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35:12.071" v="852" actId="700"/>
          <ac:spMkLst>
            <pc:docMk/>
            <pc:sldMk cId="2507437675" sldId="321"/>
            <ac:spMk id="3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35:12.071" v="852" actId="700"/>
          <ac:spMkLst>
            <pc:docMk/>
            <pc:sldMk cId="2507437675" sldId="321"/>
            <ac:spMk id="4" creationId="{00000000-0000-0000-0000-000000000000}"/>
          </ac:spMkLst>
        </pc:spChg>
        <pc:spChg chg="add del mod ord">
          <ac:chgData name="Ben C L FUNG" userId="2bc1a8d8-82cc-46fb-a66a-21e3967849fb" providerId="ADAL" clId="{8B799C89-C87E-4820-A850-4650139C5FD2}" dt="2023-02-22T14:35:15.726" v="854"/>
          <ac:spMkLst>
            <pc:docMk/>
            <pc:sldMk cId="2507437675" sldId="321"/>
            <ac:spMk id="6" creationId="{C1565DAB-EBFD-9E8D-96F1-4FE3E0B53E92}"/>
          </ac:spMkLst>
        </pc:spChg>
        <pc:picChg chg="del">
          <ac:chgData name="Ben C L FUNG" userId="2bc1a8d8-82cc-46fb-a66a-21e3967849fb" providerId="ADAL" clId="{8B799C89-C87E-4820-A850-4650139C5FD2}" dt="2023-02-22T14:35:14.402" v="853" actId="21"/>
          <ac:picMkLst>
            <pc:docMk/>
            <pc:sldMk cId="2507437675" sldId="321"/>
            <ac:picMk id="5" creationId="{00000000-0000-0000-0000-000000000000}"/>
          </ac:picMkLst>
        </pc:picChg>
        <pc:picChg chg="add mod">
          <ac:chgData name="Ben C L FUNG" userId="2bc1a8d8-82cc-46fb-a66a-21e3967849fb" providerId="ADAL" clId="{8B799C89-C87E-4820-A850-4650139C5FD2}" dt="2023-02-22T14:35:18.832" v="855" actId="14100"/>
          <ac:picMkLst>
            <pc:docMk/>
            <pc:sldMk cId="2507437675" sldId="321"/>
            <ac:picMk id="7" creationId="{BAC4D764-1E05-0AE2-B745-137C7ACAF701}"/>
          </ac:picMkLst>
        </pc:picChg>
      </pc:sldChg>
      <pc:sldChg chg="modSp add mod">
        <pc:chgData name="Ben C L FUNG" userId="2bc1a8d8-82cc-46fb-a66a-21e3967849fb" providerId="ADAL" clId="{8B799C89-C87E-4820-A850-4650139C5FD2}" dt="2023-02-22T14:33:54.034" v="835" actId="20577"/>
        <pc:sldMkLst>
          <pc:docMk/>
          <pc:sldMk cId="1142265704" sldId="322"/>
        </pc:sldMkLst>
        <pc:spChg chg="mod">
          <ac:chgData name="Ben C L FUNG" userId="2bc1a8d8-82cc-46fb-a66a-21e3967849fb" providerId="ADAL" clId="{8B799C89-C87E-4820-A850-4650139C5FD2}" dt="2023-02-22T14:33:54.034" v="835" actId="20577"/>
          <ac:spMkLst>
            <pc:docMk/>
            <pc:sldMk cId="1142265704" sldId="322"/>
            <ac:spMk id="3" creationId="{00000000-0000-0000-0000-000000000000}"/>
          </ac:spMkLst>
        </pc:spChg>
      </pc:sldChg>
      <pc:sldChg chg="addSp delSp modSp add mod modClrScheme chgLayout">
        <pc:chgData name="Ben C L FUNG" userId="2bc1a8d8-82cc-46fb-a66a-21e3967849fb" providerId="ADAL" clId="{8B799C89-C87E-4820-A850-4650139C5FD2}" dt="2023-02-22T14:34:09.472" v="840"/>
        <pc:sldMkLst>
          <pc:docMk/>
          <pc:sldMk cId="3307504976" sldId="323"/>
        </pc:sldMkLst>
        <pc:spChg chg="mod ord">
          <ac:chgData name="Ben C L FUNG" userId="2bc1a8d8-82cc-46fb-a66a-21e3967849fb" providerId="ADAL" clId="{8B799C89-C87E-4820-A850-4650139C5FD2}" dt="2023-02-22T14:34:03.166" v="837" actId="700"/>
          <ac:spMkLst>
            <pc:docMk/>
            <pc:sldMk cId="3307504976" sldId="323"/>
            <ac:spMk id="2" creationId="{00000000-0000-0000-0000-000000000000}"/>
          </ac:spMkLst>
        </pc:spChg>
        <pc:spChg chg="mod ord">
          <ac:chgData name="Ben C L FUNG" userId="2bc1a8d8-82cc-46fb-a66a-21e3967849fb" providerId="ADAL" clId="{8B799C89-C87E-4820-A850-4650139C5FD2}" dt="2023-02-22T14:34:03.166" v="837" actId="700"/>
          <ac:spMkLst>
            <pc:docMk/>
            <pc:sldMk cId="3307504976" sldId="323"/>
            <ac:spMk id="3" creationId="{00000000-0000-0000-0000-000000000000}"/>
          </ac:spMkLst>
        </pc:spChg>
        <pc:spChg chg="add del mod ord">
          <ac:chgData name="Ben C L FUNG" userId="2bc1a8d8-82cc-46fb-a66a-21e3967849fb" providerId="ADAL" clId="{8B799C89-C87E-4820-A850-4650139C5FD2}" dt="2023-02-22T14:34:09.472" v="840"/>
          <ac:spMkLst>
            <pc:docMk/>
            <pc:sldMk cId="3307504976" sldId="323"/>
            <ac:spMk id="4" creationId="{E246B297-493C-05A0-B8BD-4AAC4E1DB767}"/>
          </ac:spMkLst>
        </pc:spChg>
        <pc:spChg chg="mod ord">
          <ac:chgData name="Ben C L FUNG" userId="2bc1a8d8-82cc-46fb-a66a-21e3967849fb" providerId="ADAL" clId="{8B799C89-C87E-4820-A850-4650139C5FD2}" dt="2023-02-22T14:34:03.166" v="837" actId="700"/>
          <ac:spMkLst>
            <pc:docMk/>
            <pc:sldMk cId="3307504976" sldId="323"/>
            <ac:spMk id="5" creationId="{00000000-0000-0000-0000-000000000000}"/>
          </ac:spMkLst>
        </pc:spChg>
        <pc:picChg chg="del mod">
          <ac:chgData name="Ben C L FUNG" userId="2bc1a8d8-82cc-46fb-a66a-21e3967849fb" providerId="ADAL" clId="{8B799C89-C87E-4820-A850-4650139C5FD2}" dt="2023-02-22T14:34:08.660" v="839" actId="21"/>
          <ac:picMkLst>
            <pc:docMk/>
            <pc:sldMk cId="3307504976" sldId="323"/>
            <ac:picMk id="6" creationId="{00000000-0000-0000-0000-000000000000}"/>
          </ac:picMkLst>
        </pc:picChg>
        <pc:picChg chg="add mod">
          <ac:chgData name="Ben C L FUNG" userId="2bc1a8d8-82cc-46fb-a66a-21e3967849fb" providerId="ADAL" clId="{8B799C89-C87E-4820-A850-4650139C5FD2}" dt="2023-02-22T14:34:09.472" v="840"/>
          <ac:picMkLst>
            <pc:docMk/>
            <pc:sldMk cId="3307504976" sldId="323"/>
            <ac:picMk id="7" creationId="{D839A1B4-BE70-5967-4AB5-FC0F0BFA93DA}"/>
          </ac:picMkLst>
        </pc:picChg>
      </pc:sldChg>
      <pc:sldChg chg="modSp add mod">
        <pc:chgData name="Ben C L FUNG" userId="2bc1a8d8-82cc-46fb-a66a-21e3967849fb" providerId="ADAL" clId="{8B799C89-C87E-4820-A850-4650139C5FD2}" dt="2023-02-22T14:15:53.190" v="472" actId="27636"/>
        <pc:sldMkLst>
          <pc:docMk/>
          <pc:sldMk cId="3173569540" sldId="324"/>
        </pc:sldMkLst>
        <pc:spChg chg="mod">
          <ac:chgData name="Ben C L FUNG" userId="2bc1a8d8-82cc-46fb-a66a-21e3967849fb" providerId="ADAL" clId="{8B799C89-C87E-4820-A850-4650139C5FD2}" dt="2023-02-22T14:15:53.190" v="472" actId="27636"/>
          <ac:spMkLst>
            <pc:docMk/>
            <pc:sldMk cId="3173569540" sldId="324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15:53.188" v="471" actId="27636"/>
          <ac:spMkLst>
            <pc:docMk/>
            <pc:sldMk cId="3173569540" sldId="324"/>
            <ac:spMk id="3" creationId="{00000000-0000-0000-0000-000000000000}"/>
          </ac:spMkLst>
        </pc:spChg>
      </pc:sldChg>
      <pc:sldChg chg="add">
        <pc:chgData name="Ben C L FUNG" userId="2bc1a8d8-82cc-46fb-a66a-21e3967849fb" providerId="ADAL" clId="{8B799C89-C87E-4820-A850-4650139C5FD2}" dt="2023-02-22T14:15:53.048" v="458"/>
        <pc:sldMkLst>
          <pc:docMk/>
          <pc:sldMk cId="285231685" sldId="325"/>
        </pc:sldMkLst>
      </pc:sldChg>
      <pc:sldChg chg="modSp new mod">
        <pc:chgData name="Ben C L FUNG" userId="2bc1a8d8-82cc-46fb-a66a-21e3967849fb" providerId="ADAL" clId="{8B799C89-C87E-4820-A850-4650139C5FD2}" dt="2023-02-22T14:40:50.224" v="857" actId="20577"/>
        <pc:sldMkLst>
          <pc:docMk/>
          <pc:sldMk cId="31069484" sldId="326"/>
        </pc:sldMkLst>
        <pc:spChg chg="mod">
          <ac:chgData name="Ben C L FUNG" userId="2bc1a8d8-82cc-46fb-a66a-21e3967849fb" providerId="ADAL" clId="{8B799C89-C87E-4820-A850-4650139C5FD2}" dt="2023-02-22T14:26:37.174" v="659" actId="20577"/>
          <ac:spMkLst>
            <pc:docMk/>
            <pc:sldMk cId="31069484" sldId="326"/>
            <ac:spMk id="2" creationId="{0EB587D4-C768-4E3B-4E98-95C3758AEBD3}"/>
          </ac:spMkLst>
        </pc:spChg>
        <pc:spChg chg="mod">
          <ac:chgData name="Ben C L FUNG" userId="2bc1a8d8-82cc-46fb-a66a-21e3967849fb" providerId="ADAL" clId="{8B799C89-C87E-4820-A850-4650139C5FD2}" dt="2023-02-22T14:40:50.224" v="857" actId="20577"/>
          <ac:spMkLst>
            <pc:docMk/>
            <pc:sldMk cId="31069484" sldId="326"/>
            <ac:spMk id="3" creationId="{FB241979-28C7-D8A7-4A3F-9EB56516BF80}"/>
          </ac:spMkLst>
        </pc:spChg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531849401" sldId="327"/>
        </pc:sldMkLst>
      </pc:sldChg>
      <pc:sldChg chg="addSp delSp modSp add mod">
        <pc:chgData name="Ben C L FUNG" userId="2bc1a8d8-82cc-46fb-a66a-21e3967849fb" providerId="ADAL" clId="{8B799C89-C87E-4820-A850-4650139C5FD2}" dt="2023-02-22T14:43:43.266" v="882" actId="27636"/>
        <pc:sldMkLst>
          <pc:docMk/>
          <pc:sldMk cId="1423398291" sldId="328"/>
        </pc:sldMkLst>
        <pc:spChg chg="mod">
          <ac:chgData name="Ben C L FUNG" userId="2bc1a8d8-82cc-46fb-a66a-21e3967849fb" providerId="ADAL" clId="{8B799C89-C87E-4820-A850-4650139C5FD2}" dt="2023-02-22T14:43:43.221" v="881"/>
          <ac:spMkLst>
            <pc:docMk/>
            <pc:sldMk cId="1423398291" sldId="328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3:43.266" v="882" actId="27636"/>
          <ac:spMkLst>
            <pc:docMk/>
            <pc:sldMk cId="1423398291" sldId="328"/>
            <ac:spMk id="3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3:43.221" v="881"/>
          <ac:spMkLst>
            <pc:docMk/>
            <pc:sldMk cId="1423398291" sldId="328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43:43.221" v="881"/>
          <ac:spMkLst>
            <pc:docMk/>
            <pc:sldMk cId="1423398291" sldId="328"/>
            <ac:spMk id="5" creationId="{D5F5E2F7-F104-30F1-EFB7-C91CF92A692E}"/>
          </ac:spMkLst>
        </pc:spChg>
        <pc:spChg chg="add del mod">
          <ac:chgData name="Ben C L FUNG" userId="2bc1a8d8-82cc-46fb-a66a-21e3967849fb" providerId="ADAL" clId="{8B799C89-C87E-4820-A850-4650139C5FD2}" dt="2023-02-22T14:43:43.221" v="881"/>
          <ac:spMkLst>
            <pc:docMk/>
            <pc:sldMk cId="1423398291" sldId="328"/>
            <ac:spMk id="6" creationId="{AEE94431-8C82-CDDD-2794-8122344373ED}"/>
          </ac:spMkLst>
        </pc:spChg>
        <pc:spChg chg="add del mod">
          <ac:chgData name="Ben C L FUNG" userId="2bc1a8d8-82cc-46fb-a66a-21e3967849fb" providerId="ADAL" clId="{8B799C89-C87E-4820-A850-4650139C5FD2}" dt="2023-02-22T14:43:43.221" v="881"/>
          <ac:spMkLst>
            <pc:docMk/>
            <pc:sldMk cId="1423398291" sldId="328"/>
            <ac:spMk id="7" creationId="{518C82EB-EB5B-49CF-5834-4EE9EB537D20}"/>
          </ac:spMkLst>
        </pc:spChg>
      </pc:sldChg>
      <pc:sldChg chg="addSp delSp modSp add mod">
        <pc:chgData name="Ben C L FUNG" userId="2bc1a8d8-82cc-46fb-a66a-21e3967849fb" providerId="ADAL" clId="{8B799C89-C87E-4820-A850-4650139C5FD2}" dt="2023-02-22T14:44:05.511" v="887" actId="1076"/>
        <pc:sldMkLst>
          <pc:docMk/>
          <pc:sldMk cId="3775766430" sldId="329"/>
        </pc:sldMkLst>
        <pc:spChg chg="mod">
          <ac:chgData name="Ben C L FUNG" userId="2bc1a8d8-82cc-46fb-a66a-21e3967849fb" providerId="ADAL" clId="{8B799C89-C87E-4820-A850-4650139C5FD2}" dt="2023-02-22T14:43:55.675" v="885"/>
          <ac:spMkLst>
            <pc:docMk/>
            <pc:sldMk cId="3775766430" sldId="329"/>
            <ac:spMk id="2" creationId="{A4084581-9AE8-672D-6CA9-FB60C4C44489}"/>
          </ac:spMkLst>
        </pc:spChg>
        <pc:spChg chg="mod">
          <ac:chgData name="Ben C L FUNG" userId="2bc1a8d8-82cc-46fb-a66a-21e3967849fb" providerId="ADAL" clId="{8B799C89-C87E-4820-A850-4650139C5FD2}" dt="2023-02-22T14:44:00.223" v="886" actId="1076"/>
          <ac:spMkLst>
            <pc:docMk/>
            <pc:sldMk cId="3775766430" sldId="329"/>
            <ac:spMk id="3" creationId="{A51E5892-73FD-3E41-6CDD-10FDCF945D2D}"/>
          </ac:spMkLst>
        </pc:spChg>
        <pc:spChg chg="mod">
          <ac:chgData name="Ben C L FUNG" userId="2bc1a8d8-82cc-46fb-a66a-21e3967849fb" providerId="ADAL" clId="{8B799C89-C87E-4820-A850-4650139C5FD2}" dt="2023-02-22T14:43:55.675" v="885"/>
          <ac:spMkLst>
            <pc:docMk/>
            <pc:sldMk cId="3775766430" sldId="329"/>
            <ac:spMk id="4" creationId="{E9086588-6744-45F3-3D43-6AC783915169}"/>
          </ac:spMkLst>
        </pc:spChg>
        <pc:spChg chg="add del mod">
          <ac:chgData name="Ben C L FUNG" userId="2bc1a8d8-82cc-46fb-a66a-21e3967849fb" providerId="ADAL" clId="{8B799C89-C87E-4820-A850-4650139C5FD2}" dt="2023-02-22T14:43:47.140" v="883"/>
          <ac:spMkLst>
            <pc:docMk/>
            <pc:sldMk cId="3775766430" sldId="329"/>
            <ac:spMk id="7" creationId="{C76F460C-B362-71F4-CA81-DA3584B9263E}"/>
          </ac:spMkLst>
        </pc:spChg>
        <pc:spChg chg="add del mod">
          <ac:chgData name="Ben C L FUNG" userId="2bc1a8d8-82cc-46fb-a66a-21e3967849fb" providerId="ADAL" clId="{8B799C89-C87E-4820-A850-4650139C5FD2}" dt="2023-02-22T14:43:47.140" v="883"/>
          <ac:spMkLst>
            <pc:docMk/>
            <pc:sldMk cId="3775766430" sldId="329"/>
            <ac:spMk id="8" creationId="{F3525295-1FEB-8896-3D15-FCA378FA3DF2}"/>
          </ac:spMkLst>
        </pc:spChg>
        <pc:spChg chg="add del mod">
          <ac:chgData name="Ben C L FUNG" userId="2bc1a8d8-82cc-46fb-a66a-21e3967849fb" providerId="ADAL" clId="{8B799C89-C87E-4820-A850-4650139C5FD2}" dt="2023-02-22T14:43:47.140" v="883"/>
          <ac:spMkLst>
            <pc:docMk/>
            <pc:sldMk cId="3775766430" sldId="329"/>
            <ac:spMk id="9" creationId="{ADDCFEAA-E13C-C711-6652-8814E4CD32D9}"/>
          </ac:spMkLst>
        </pc:spChg>
        <pc:spChg chg="add del mod">
          <ac:chgData name="Ben C L FUNG" userId="2bc1a8d8-82cc-46fb-a66a-21e3967849fb" providerId="ADAL" clId="{8B799C89-C87E-4820-A850-4650139C5FD2}" dt="2023-02-22T14:43:55.675" v="885"/>
          <ac:spMkLst>
            <pc:docMk/>
            <pc:sldMk cId="3775766430" sldId="329"/>
            <ac:spMk id="10" creationId="{D6A44C51-EA40-74EA-57D9-01105F5AC386}"/>
          </ac:spMkLst>
        </pc:spChg>
        <pc:spChg chg="add del mod">
          <ac:chgData name="Ben C L FUNG" userId="2bc1a8d8-82cc-46fb-a66a-21e3967849fb" providerId="ADAL" clId="{8B799C89-C87E-4820-A850-4650139C5FD2}" dt="2023-02-22T14:43:55.675" v="885"/>
          <ac:spMkLst>
            <pc:docMk/>
            <pc:sldMk cId="3775766430" sldId="329"/>
            <ac:spMk id="11" creationId="{35DDFD44-58EE-B014-5743-53BC01C00F63}"/>
          </ac:spMkLst>
        </pc:spChg>
        <pc:spChg chg="add del mod">
          <ac:chgData name="Ben C L FUNG" userId="2bc1a8d8-82cc-46fb-a66a-21e3967849fb" providerId="ADAL" clId="{8B799C89-C87E-4820-A850-4650139C5FD2}" dt="2023-02-22T14:43:55.675" v="885"/>
          <ac:spMkLst>
            <pc:docMk/>
            <pc:sldMk cId="3775766430" sldId="329"/>
            <ac:spMk id="12" creationId="{EA2EF412-1861-DA8C-DD13-42F5FF380BB8}"/>
          </ac:spMkLst>
        </pc:spChg>
        <pc:picChg chg="mod">
          <ac:chgData name="Ben C L FUNG" userId="2bc1a8d8-82cc-46fb-a66a-21e3967849fb" providerId="ADAL" clId="{8B799C89-C87E-4820-A850-4650139C5FD2}" dt="2023-02-22T14:44:05.511" v="887" actId="1076"/>
          <ac:picMkLst>
            <pc:docMk/>
            <pc:sldMk cId="3775766430" sldId="329"/>
            <ac:picMk id="5" creationId="{00000000-0000-0000-0000-000000000000}"/>
          </ac:picMkLst>
        </pc:picChg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427455660" sldId="330"/>
        </pc:sldMkLst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2698449881" sldId="33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2"/>
        </pc:sldMkLst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584276602" sldId="332"/>
        </pc:sldMkLst>
      </pc:sldChg>
      <pc:sldChg chg="delSp modSp add mod">
        <pc:chgData name="Ben C L FUNG" userId="2bc1a8d8-82cc-46fb-a66a-21e3967849fb" providerId="ADAL" clId="{8B799C89-C87E-4820-A850-4650139C5FD2}" dt="2023-02-22T14:44:18.097" v="890" actId="20577"/>
        <pc:sldMkLst>
          <pc:docMk/>
          <pc:sldMk cId="1113658248" sldId="333"/>
        </pc:sldMkLst>
        <pc:spChg chg="mod">
          <ac:chgData name="Ben C L FUNG" userId="2bc1a8d8-82cc-46fb-a66a-21e3967849fb" providerId="ADAL" clId="{8B799C89-C87E-4820-A850-4650139C5FD2}" dt="2023-02-22T14:44:18.097" v="890" actId="20577"/>
          <ac:spMkLst>
            <pc:docMk/>
            <pc:sldMk cId="1113658248" sldId="333"/>
            <ac:spMk id="3" creationId="{00000000-0000-0000-0000-000000000000}"/>
          </ac:spMkLst>
        </pc:spChg>
        <pc:picChg chg="del mod">
          <ac:chgData name="Ben C L FUNG" userId="2bc1a8d8-82cc-46fb-a66a-21e3967849fb" providerId="ADAL" clId="{8B799C89-C87E-4820-A850-4650139C5FD2}" dt="2023-02-22T14:44:15.446" v="889" actId="478"/>
          <ac:picMkLst>
            <pc:docMk/>
            <pc:sldMk cId="1113658248" sldId="333"/>
            <ac:picMk id="4" creationId="{00000000-0000-0000-0000-000000000000}"/>
          </ac:picMkLst>
        </pc:pic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4"/>
        </pc:sldMkLst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3999182879" sldId="33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5"/>
        </pc:sldMkLst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1154197782" sldId="33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6"/>
        </pc:sldMkLst>
      </pc:sldChg>
      <pc:sldChg chg="modSp add mod">
        <pc:chgData name="Ben C L FUNG" userId="2bc1a8d8-82cc-46fb-a66a-21e3967849fb" providerId="ADAL" clId="{8B799C89-C87E-4820-A850-4650139C5FD2}" dt="2023-02-22T14:46:15.959" v="929" actId="20577"/>
        <pc:sldMkLst>
          <pc:docMk/>
          <pc:sldMk cId="436050125" sldId="336"/>
        </pc:sldMkLst>
        <pc:spChg chg="mod">
          <ac:chgData name="Ben C L FUNG" userId="2bc1a8d8-82cc-46fb-a66a-21e3967849fb" providerId="ADAL" clId="{8B799C89-C87E-4820-A850-4650139C5FD2}" dt="2023-02-22T14:46:15.959" v="929" actId="20577"/>
          <ac:spMkLst>
            <pc:docMk/>
            <pc:sldMk cId="436050125" sldId="336"/>
            <ac:spMk id="2" creationId="{6852AAE9-F0FA-55D4-4662-470D85B7CA66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7"/>
        </pc:sldMkLst>
      </pc:sldChg>
      <pc:sldChg chg="modSp add mod">
        <pc:chgData name="Ben C L FUNG" userId="2bc1a8d8-82cc-46fb-a66a-21e3967849fb" providerId="ADAL" clId="{8B799C89-C87E-4820-A850-4650139C5FD2}" dt="2023-02-22T14:43:36.382" v="869" actId="27636"/>
        <pc:sldMkLst>
          <pc:docMk/>
          <pc:sldMk cId="715593307" sldId="337"/>
        </pc:sldMkLst>
        <pc:spChg chg="mod">
          <ac:chgData name="Ben C L FUNG" userId="2bc1a8d8-82cc-46fb-a66a-21e3967849fb" providerId="ADAL" clId="{8B799C89-C87E-4820-A850-4650139C5FD2}" dt="2023-02-22T14:43:36.382" v="869" actId="27636"/>
          <ac:spMkLst>
            <pc:docMk/>
            <pc:sldMk cId="715593307" sldId="337"/>
            <ac:spMk id="2" creationId="{804E6888-B9CA-F8F8-B0C3-342CFD4894BB}"/>
          </ac:spMkLst>
        </pc:spChg>
      </pc:sldChg>
      <pc:sldChg chg="modSp add mod">
        <pc:chgData name="Ben C L FUNG" userId="2bc1a8d8-82cc-46fb-a66a-21e3967849fb" providerId="ADAL" clId="{8B799C89-C87E-4820-A850-4650139C5FD2}" dt="2023-02-22T14:43:36.389" v="870" actId="27636"/>
        <pc:sldMkLst>
          <pc:docMk/>
          <pc:sldMk cId="1298901248" sldId="338"/>
        </pc:sldMkLst>
        <pc:spChg chg="mod">
          <ac:chgData name="Ben C L FUNG" userId="2bc1a8d8-82cc-46fb-a66a-21e3967849fb" providerId="ADAL" clId="{8B799C89-C87E-4820-A850-4650139C5FD2}" dt="2023-02-22T14:43:36.389" v="870" actId="27636"/>
          <ac:spMkLst>
            <pc:docMk/>
            <pc:sldMk cId="1298901248" sldId="338"/>
            <ac:spMk id="3" creationId="{40B458F8-7FDF-B3BF-511D-82A40F684EF4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39"/>
        </pc:sldMkLst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620822674" sldId="33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0"/>
        </pc:sldMkLst>
      </pc:sldChg>
      <pc:sldChg chg="add">
        <pc:chgData name="Ben C L FUNG" userId="2bc1a8d8-82cc-46fb-a66a-21e3967849fb" providerId="ADAL" clId="{8B799C89-C87E-4820-A850-4650139C5FD2}" dt="2023-02-22T14:43:36.309" v="868"/>
        <pc:sldMkLst>
          <pc:docMk/>
          <pc:sldMk cId="986202775" sldId="34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1"/>
        </pc:sldMkLst>
      </pc:sldChg>
      <pc:sldChg chg="modSp add mod">
        <pc:chgData name="Ben C L FUNG" userId="2bc1a8d8-82cc-46fb-a66a-21e3967849fb" providerId="ADAL" clId="{8B799C89-C87E-4820-A850-4650139C5FD2}" dt="2023-02-22T14:43:36.404" v="872" actId="27636"/>
        <pc:sldMkLst>
          <pc:docMk/>
          <pc:sldMk cId="1008165124" sldId="341"/>
        </pc:sldMkLst>
        <pc:spChg chg="mod">
          <ac:chgData name="Ben C L FUNG" userId="2bc1a8d8-82cc-46fb-a66a-21e3967849fb" providerId="ADAL" clId="{8B799C89-C87E-4820-A850-4650139C5FD2}" dt="2023-02-22T14:43:36.401" v="871" actId="27636"/>
          <ac:spMkLst>
            <pc:docMk/>
            <pc:sldMk cId="1008165124" sldId="341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3:36.404" v="872" actId="27636"/>
          <ac:spMkLst>
            <pc:docMk/>
            <pc:sldMk cId="1008165124" sldId="341"/>
            <ac:spMk id="3" creationId="{00000000-0000-0000-0000-000000000000}"/>
          </ac:spMkLst>
        </pc:spChg>
      </pc:sldChg>
      <pc:sldChg chg="modSp add del mod">
        <pc:chgData name="Ben C L FUNG" userId="2bc1a8d8-82cc-46fb-a66a-21e3967849fb" providerId="ADAL" clId="{8B799C89-C87E-4820-A850-4650139C5FD2}" dt="2023-02-22T14:45:44.637" v="906" actId="47"/>
        <pc:sldMkLst>
          <pc:docMk/>
          <pc:sldMk cId="2735357210" sldId="342"/>
        </pc:sldMkLst>
        <pc:spChg chg="mod">
          <ac:chgData name="Ben C L FUNG" userId="2bc1a8d8-82cc-46fb-a66a-21e3967849fb" providerId="ADAL" clId="{8B799C89-C87E-4820-A850-4650139C5FD2}" dt="2023-02-22T14:43:36.413" v="873" actId="27636"/>
          <ac:spMkLst>
            <pc:docMk/>
            <pc:sldMk cId="2735357210" sldId="342"/>
            <ac:spMk id="3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3"/>
        </pc:sldMkLst>
      </pc:sldChg>
      <pc:sldChg chg="modSp add del mod">
        <pc:chgData name="Ben C L FUNG" userId="2bc1a8d8-82cc-46fb-a66a-21e3967849fb" providerId="ADAL" clId="{8B799C89-C87E-4820-A850-4650139C5FD2}" dt="2023-02-22T14:45:44.637" v="906" actId="47"/>
        <pc:sldMkLst>
          <pc:docMk/>
          <pc:sldMk cId="1458256799" sldId="343"/>
        </pc:sldMkLst>
        <pc:spChg chg="mod">
          <ac:chgData name="Ben C L FUNG" userId="2bc1a8d8-82cc-46fb-a66a-21e3967849fb" providerId="ADAL" clId="{8B799C89-C87E-4820-A850-4650139C5FD2}" dt="2023-02-22T14:43:36.421" v="874" actId="27636"/>
          <ac:spMkLst>
            <pc:docMk/>
            <pc:sldMk cId="1458256799" sldId="343"/>
            <ac:spMk id="6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4"/>
        </pc:sldMkLst>
      </pc:sldChg>
      <pc:sldChg chg="add del">
        <pc:chgData name="Ben C L FUNG" userId="2bc1a8d8-82cc-46fb-a66a-21e3967849fb" providerId="ADAL" clId="{8B799C89-C87E-4820-A850-4650139C5FD2}" dt="2023-02-22T14:45:44.637" v="906" actId="47"/>
        <pc:sldMkLst>
          <pc:docMk/>
          <pc:sldMk cId="3654892697" sldId="344"/>
        </pc:sldMkLst>
      </pc:sldChg>
      <pc:sldChg chg="addSp delSp modSp add del mod">
        <pc:chgData name="Ben C L FUNG" userId="2bc1a8d8-82cc-46fb-a66a-21e3967849fb" providerId="ADAL" clId="{8B799C89-C87E-4820-A850-4650139C5FD2}" dt="2023-02-22T14:45:44.637" v="906" actId="47"/>
        <pc:sldMkLst>
          <pc:docMk/>
          <pc:sldMk cId="1776399228" sldId="345"/>
        </pc:sldMkLst>
        <pc:spChg chg="mod">
          <ac:chgData name="Ben C L FUNG" userId="2bc1a8d8-82cc-46fb-a66a-21e3967849fb" providerId="ADAL" clId="{8B799C89-C87E-4820-A850-4650139C5FD2}" dt="2023-02-22T14:44:49.931" v="893" actId="27636"/>
          <ac:spMkLst>
            <pc:docMk/>
            <pc:sldMk cId="1776399228" sldId="345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5:14.452" v="903" actId="27636"/>
          <ac:spMkLst>
            <pc:docMk/>
            <pc:sldMk cId="1776399228" sldId="345"/>
            <ac:spMk id="3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44:49.892" v="892"/>
          <ac:spMkLst>
            <pc:docMk/>
            <pc:sldMk cId="1776399228" sldId="345"/>
            <ac:spMk id="4" creationId="{36FE1361-A4C0-E060-784D-5C8B9C040639}"/>
          </ac:spMkLst>
        </pc:spChg>
        <pc:spChg chg="mod">
          <ac:chgData name="Ben C L FUNG" userId="2bc1a8d8-82cc-46fb-a66a-21e3967849fb" providerId="ADAL" clId="{8B799C89-C87E-4820-A850-4650139C5FD2}" dt="2023-02-22T14:44:49.892" v="892"/>
          <ac:spMkLst>
            <pc:docMk/>
            <pc:sldMk cId="1776399228" sldId="345"/>
            <ac:spMk id="5" creationId="{00000000-0000-0000-0000-000000000000}"/>
          </ac:spMkLst>
        </pc:spChg>
        <pc:spChg chg="add del mod">
          <ac:chgData name="Ben C L FUNG" userId="2bc1a8d8-82cc-46fb-a66a-21e3967849fb" providerId="ADAL" clId="{8B799C89-C87E-4820-A850-4650139C5FD2}" dt="2023-02-22T14:44:49.892" v="892"/>
          <ac:spMkLst>
            <pc:docMk/>
            <pc:sldMk cId="1776399228" sldId="345"/>
            <ac:spMk id="7" creationId="{0C50918A-960F-D1E7-7D6E-19F4AA35EFEA}"/>
          </ac:spMkLst>
        </pc:spChg>
        <pc:spChg chg="add del mod">
          <ac:chgData name="Ben C L FUNG" userId="2bc1a8d8-82cc-46fb-a66a-21e3967849fb" providerId="ADAL" clId="{8B799C89-C87E-4820-A850-4650139C5FD2}" dt="2023-02-22T14:44:49.892" v="892"/>
          <ac:spMkLst>
            <pc:docMk/>
            <pc:sldMk cId="1776399228" sldId="345"/>
            <ac:spMk id="8" creationId="{563C68F5-28A8-5DA1-C71B-5E5CE42BBD78}"/>
          </ac:spMkLst>
        </pc:spChg>
        <pc:spChg chg="add del mod">
          <ac:chgData name="Ben C L FUNG" userId="2bc1a8d8-82cc-46fb-a66a-21e3967849fb" providerId="ADAL" clId="{8B799C89-C87E-4820-A850-4650139C5FD2}" dt="2023-02-22T14:44:49.892" v="892"/>
          <ac:spMkLst>
            <pc:docMk/>
            <pc:sldMk cId="1776399228" sldId="345"/>
            <ac:spMk id="9" creationId="{8E9EC465-B1D9-9564-A180-3346E9361B55}"/>
          </ac:spMkLst>
        </pc:spChg>
        <pc:picChg chg="mod">
          <ac:chgData name="Ben C L FUNG" userId="2bc1a8d8-82cc-46fb-a66a-21e3967849fb" providerId="ADAL" clId="{8B799C89-C87E-4820-A850-4650139C5FD2}" dt="2023-02-22T14:45:21.471" v="905" actId="1076"/>
          <ac:picMkLst>
            <pc:docMk/>
            <pc:sldMk cId="1776399228" sldId="345"/>
            <ac:picMk id="6" creationId="{00000000-0000-0000-0000-000000000000}"/>
          </ac:picMkLst>
        </pc:pic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6"/>
        </pc:sldMkLst>
      </pc:sldChg>
      <pc:sldChg chg="modSp add mod">
        <pc:chgData name="Ben C L FUNG" userId="2bc1a8d8-82cc-46fb-a66a-21e3967849fb" providerId="ADAL" clId="{8B799C89-C87E-4820-A850-4650139C5FD2}" dt="2023-02-22T14:43:36.441" v="878" actId="27636"/>
        <pc:sldMkLst>
          <pc:docMk/>
          <pc:sldMk cId="3601766300" sldId="346"/>
        </pc:sldMkLst>
        <pc:spChg chg="mod">
          <ac:chgData name="Ben C L FUNG" userId="2bc1a8d8-82cc-46fb-a66a-21e3967849fb" providerId="ADAL" clId="{8B799C89-C87E-4820-A850-4650139C5FD2}" dt="2023-02-22T14:43:36.436" v="877" actId="27636"/>
          <ac:spMkLst>
            <pc:docMk/>
            <pc:sldMk cId="3601766300" sldId="346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3:36.441" v="878" actId="27636"/>
          <ac:spMkLst>
            <pc:docMk/>
            <pc:sldMk cId="3601766300" sldId="346"/>
            <ac:spMk id="3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7"/>
        </pc:sldMkLst>
      </pc:sldChg>
      <pc:sldChg chg="modSp add mod">
        <pc:chgData name="Ben C L FUNG" userId="2bc1a8d8-82cc-46fb-a66a-21e3967849fb" providerId="ADAL" clId="{8B799C89-C87E-4820-A850-4650139C5FD2}" dt="2023-02-22T14:43:36.451" v="880" actId="27636"/>
        <pc:sldMkLst>
          <pc:docMk/>
          <pc:sldMk cId="3049911515" sldId="347"/>
        </pc:sldMkLst>
        <pc:spChg chg="mod">
          <ac:chgData name="Ben C L FUNG" userId="2bc1a8d8-82cc-46fb-a66a-21e3967849fb" providerId="ADAL" clId="{8B799C89-C87E-4820-A850-4650139C5FD2}" dt="2023-02-22T14:43:36.445" v="879" actId="27636"/>
          <ac:spMkLst>
            <pc:docMk/>
            <pc:sldMk cId="3049911515" sldId="347"/>
            <ac:spMk id="2" creationId="{00000000-0000-0000-0000-000000000000}"/>
          </ac:spMkLst>
        </pc:spChg>
        <pc:spChg chg="mod">
          <ac:chgData name="Ben C L FUNG" userId="2bc1a8d8-82cc-46fb-a66a-21e3967849fb" providerId="ADAL" clId="{8B799C89-C87E-4820-A850-4650139C5FD2}" dt="2023-02-22T14:43:36.451" v="880" actId="27636"/>
          <ac:spMkLst>
            <pc:docMk/>
            <pc:sldMk cId="3049911515" sldId="347"/>
            <ac:spMk id="3" creationId="{00000000-0000-0000-0000-000000000000}"/>
          </ac:spMkLst>
        </pc:spChg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8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4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3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4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5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59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6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67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0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1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2"/>
        </pc:sldMkLst>
      </pc:sldChg>
      <pc:sldChg chg="del">
        <pc:chgData name="Ben C L FUNG" userId="2bc1a8d8-82cc-46fb-a66a-21e3967849fb" providerId="ADAL" clId="{8B799C89-C87E-4820-A850-4650139C5FD2}" dt="2023-02-22T13:51:35.703" v="0" actId="47"/>
        <pc:sldMkLst>
          <pc:docMk/>
          <pc:sldMk cId="0" sldId="373"/>
        </pc:sldMkLst>
      </pc:sldChg>
      <pc:sldMasterChg chg="modSldLayout">
        <pc:chgData name="Ben C L FUNG" userId="2bc1a8d8-82cc-46fb-a66a-21e3967849fb" providerId="ADAL" clId="{8B799C89-C87E-4820-A850-4650139C5FD2}" dt="2023-02-22T13:53:08.251" v="13" actId="1076"/>
        <pc:sldMasterMkLst>
          <pc:docMk/>
          <pc:sldMasterMk cId="1159863621" sldId="2147483922"/>
        </pc:sldMasterMkLst>
        <pc:sldLayoutChg chg="delSp modSp mod">
          <pc:chgData name="Ben C L FUNG" userId="2bc1a8d8-82cc-46fb-a66a-21e3967849fb" providerId="ADAL" clId="{8B799C89-C87E-4820-A850-4650139C5FD2}" dt="2023-02-22T13:52:12.845" v="3" actId="1076"/>
          <pc:sldLayoutMkLst>
            <pc:docMk/>
            <pc:sldMasterMk cId="1159863621" sldId="2147483922"/>
            <pc:sldLayoutMk cId="1378745871" sldId="2147483923"/>
          </pc:sldLayoutMkLst>
          <pc:spChg chg="del mod">
            <ac:chgData name="Ben C L FUNG" userId="2bc1a8d8-82cc-46fb-a66a-21e3967849fb" providerId="ADAL" clId="{8B799C89-C87E-4820-A850-4650139C5FD2}" dt="2023-02-22T13:52:08.064" v="2" actId="478"/>
            <ac:spMkLst>
              <pc:docMk/>
              <pc:sldMasterMk cId="1159863621" sldId="2147483922"/>
              <pc:sldLayoutMk cId="1378745871" sldId="2147483923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12.845" v="3" actId="1076"/>
            <ac:spMkLst>
              <pc:docMk/>
              <pc:sldMasterMk cId="1159863621" sldId="2147483922"/>
              <pc:sldLayoutMk cId="1378745871" sldId="2147483923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28.099" v="5" actId="1076"/>
          <pc:sldLayoutMkLst>
            <pc:docMk/>
            <pc:sldMasterMk cId="1159863621" sldId="2147483922"/>
            <pc:sldLayoutMk cId="2412465725" sldId="2147483925"/>
          </pc:sldLayoutMkLst>
          <pc:spChg chg="del">
            <ac:chgData name="Ben C L FUNG" userId="2bc1a8d8-82cc-46fb-a66a-21e3967849fb" providerId="ADAL" clId="{8B799C89-C87E-4820-A850-4650139C5FD2}" dt="2023-02-22T13:52:18.932" v="4" actId="478"/>
            <ac:spMkLst>
              <pc:docMk/>
              <pc:sldMasterMk cId="1159863621" sldId="2147483922"/>
              <pc:sldLayoutMk cId="2412465725" sldId="2147483925"/>
              <ac:spMk id="4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28.099" v="5" actId="1076"/>
            <ac:spMkLst>
              <pc:docMk/>
              <pc:sldMasterMk cId="1159863621" sldId="2147483922"/>
              <pc:sldLayoutMk cId="2412465725" sldId="2147483925"/>
              <ac:spMk id="6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3:08.251" v="13" actId="1076"/>
          <pc:sldLayoutMkLst>
            <pc:docMk/>
            <pc:sldMasterMk cId="1159863621" sldId="2147483922"/>
            <pc:sldLayoutMk cId="373592849" sldId="2147483926"/>
          </pc:sldLayoutMkLst>
          <pc:spChg chg="del">
            <ac:chgData name="Ben C L FUNG" userId="2bc1a8d8-82cc-46fb-a66a-21e3967849fb" providerId="ADAL" clId="{8B799C89-C87E-4820-A850-4650139C5FD2}" dt="2023-02-22T13:52:56.581" v="10" actId="478"/>
            <ac:spMkLst>
              <pc:docMk/>
              <pc:sldMasterMk cId="1159863621" sldId="2147483922"/>
              <pc:sldLayoutMk cId="373592849" sldId="2147483926"/>
              <ac:spMk id="5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2.297" v="12" actId="1076"/>
            <ac:spMkLst>
              <pc:docMk/>
              <pc:sldMasterMk cId="1159863621" sldId="2147483922"/>
              <pc:sldLayoutMk cId="373592849" sldId="2147483926"/>
              <ac:spMk id="10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3:08.251" v="13" actId="1076"/>
            <ac:spMkLst>
              <pc:docMk/>
              <pc:sldMasterMk cId="1159863621" sldId="2147483922"/>
              <pc:sldLayoutMk cId="373592849" sldId="2147483926"/>
              <ac:spMk id="11" creationId="{00000000-0000-0000-0000-000000000000}"/>
            </ac:spMkLst>
          </pc:spChg>
        </pc:sldLayoutChg>
        <pc:sldLayoutChg chg="delSp modSp mod">
          <pc:chgData name="Ben C L FUNG" userId="2bc1a8d8-82cc-46fb-a66a-21e3967849fb" providerId="ADAL" clId="{8B799C89-C87E-4820-A850-4650139C5FD2}" dt="2023-02-22T13:52:51.900" v="9" actId="1076"/>
          <pc:sldLayoutMkLst>
            <pc:docMk/>
            <pc:sldMasterMk cId="1159863621" sldId="2147483922"/>
            <pc:sldLayoutMk cId="3671377588" sldId="2147483927"/>
          </pc:sldLayoutMkLst>
          <pc:spChg chg="del">
            <ac:chgData name="Ben C L FUNG" userId="2bc1a8d8-82cc-46fb-a66a-21e3967849fb" providerId="ADAL" clId="{8B799C89-C87E-4820-A850-4650139C5FD2}" dt="2023-02-22T13:52:47.499" v="8" actId="478"/>
            <ac:spMkLst>
              <pc:docMk/>
              <pc:sldMasterMk cId="1159863621" sldId="2147483922"/>
              <pc:sldLayoutMk cId="3671377588" sldId="2147483927"/>
              <ac:spMk id="7" creationId="{00000000-0000-0000-0000-000000000000}"/>
            </ac:spMkLst>
          </pc:spChg>
          <pc:spChg chg="mod">
            <ac:chgData name="Ben C L FUNG" userId="2bc1a8d8-82cc-46fb-a66a-21e3967849fb" providerId="ADAL" clId="{8B799C89-C87E-4820-A850-4650139C5FD2}" dt="2023-02-22T13:52:51.900" v="9" actId="1076"/>
            <ac:spMkLst>
              <pc:docMk/>
              <pc:sldMasterMk cId="1159863621" sldId="2147483922"/>
              <pc:sldLayoutMk cId="3671377588" sldId="2147483927"/>
              <ac:spMk id="13" creationId="{00000000-0000-0000-0000-000000000000}"/>
            </ac:spMkLst>
          </pc:spChg>
        </pc:sldLayoutChg>
        <pc:sldLayoutChg chg="delSp mod">
          <pc:chgData name="Ben C L FUNG" userId="2bc1a8d8-82cc-46fb-a66a-21e3967849fb" providerId="ADAL" clId="{8B799C89-C87E-4820-A850-4650139C5FD2}" dt="2023-02-22T13:52:37.980" v="6" actId="478"/>
          <pc:sldLayoutMkLst>
            <pc:docMk/>
            <pc:sldMasterMk cId="1159863621" sldId="2147483922"/>
            <pc:sldLayoutMk cId="3321136998" sldId="2147483928"/>
          </pc:sldLayoutMkLst>
          <pc:spChg chg="del">
            <ac:chgData name="Ben C L FUNG" userId="2bc1a8d8-82cc-46fb-a66a-21e3967849fb" providerId="ADAL" clId="{8B799C89-C87E-4820-A850-4650139C5FD2}" dt="2023-02-22T13:52:37.980" v="6" actId="478"/>
            <ac:spMkLst>
              <pc:docMk/>
              <pc:sldMasterMk cId="1159863621" sldId="2147483922"/>
              <pc:sldLayoutMk cId="3321136998" sldId="2147483928"/>
              <ac:spMk id="3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7A52B-ED2C-4862-A991-12CF1FFCFF6B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A372B36-6809-467F-98AE-86467C6958AC}">
      <dgm:prSet/>
      <dgm:spPr/>
      <dgm:t>
        <a:bodyPr/>
        <a:lstStyle/>
        <a:p>
          <a:r>
            <a:rPr lang="en-US"/>
            <a:t>Loss of Availability</a:t>
          </a:r>
        </a:p>
      </dgm:t>
    </dgm:pt>
    <dgm:pt modelId="{28C7378E-8ACA-4B51-A626-5F37E28CA8F8}" type="parTrans" cxnId="{A61A94BC-6595-444D-BC09-E0120070FAF6}">
      <dgm:prSet/>
      <dgm:spPr/>
      <dgm:t>
        <a:bodyPr/>
        <a:lstStyle/>
        <a:p>
          <a:endParaRPr lang="en-US"/>
        </a:p>
      </dgm:t>
    </dgm:pt>
    <dgm:pt modelId="{E0428817-7294-4967-BFA4-DDD948EACC90}" type="sibTrans" cxnId="{A61A94BC-6595-444D-BC09-E0120070FAF6}">
      <dgm:prSet/>
      <dgm:spPr/>
      <dgm:t>
        <a:bodyPr/>
        <a:lstStyle/>
        <a:p>
          <a:endParaRPr lang="en-US"/>
        </a:p>
      </dgm:t>
    </dgm:pt>
    <dgm:pt modelId="{D8F0A859-E997-4983-AB4D-3CF016427F3C}">
      <dgm:prSet/>
      <dgm:spPr/>
      <dgm:t>
        <a:bodyPr/>
        <a:lstStyle/>
        <a:p>
          <a:r>
            <a:rPr lang="en-US" dirty="0"/>
            <a:t>Loss of Integrity</a:t>
          </a:r>
        </a:p>
      </dgm:t>
    </dgm:pt>
    <dgm:pt modelId="{F8D006A0-6C23-494E-8AE9-3F1CBAE7E399}" type="parTrans" cxnId="{C5F5BF6D-84FC-430B-A455-3C4195C8FB02}">
      <dgm:prSet/>
      <dgm:spPr/>
      <dgm:t>
        <a:bodyPr/>
        <a:lstStyle/>
        <a:p>
          <a:endParaRPr lang="en-US"/>
        </a:p>
      </dgm:t>
    </dgm:pt>
    <dgm:pt modelId="{0DD444C8-2738-4230-ABEA-258275586044}" type="sibTrans" cxnId="{C5F5BF6D-84FC-430B-A455-3C4195C8FB02}">
      <dgm:prSet/>
      <dgm:spPr/>
      <dgm:t>
        <a:bodyPr/>
        <a:lstStyle/>
        <a:p>
          <a:endParaRPr lang="en-US"/>
        </a:p>
      </dgm:t>
    </dgm:pt>
    <dgm:pt modelId="{876AAC5C-9E12-4C8D-B284-59BBC4C3BA2A}">
      <dgm:prSet/>
      <dgm:spPr/>
      <dgm:t>
        <a:bodyPr/>
        <a:lstStyle/>
        <a:p>
          <a:r>
            <a:rPr lang="en-US"/>
            <a:t>Loss of Confidentiality</a:t>
          </a:r>
        </a:p>
      </dgm:t>
    </dgm:pt>
    <dgm:pt modelId="{08200CA9-2889-4978-A233-A339E0ACFECA}" type="parTrans" cxnId="{E96D06AD-3B8F-4C8F-B006-74B4CC267179}">
      <dgm:prSet/>
      <dgm:spPr/>
      <dgm:t>
        <a:bodyPr/>
        <a:lstStyle/>
        <a:p>
          <a:endParaRPr lang="en-US"/>
        </a:p>
      </dgm:t>
    </dgm:pt>
    <dgm:pt modelId="{79AF9B3C-8E3F-45C1-AF2F-06753D701CF2}" type="sibTrans" cxnId="{E96D06AD-3B8F-4C8F-B006-74B4CC267179}">
      <dgm:prSet/>
      <dgm:spPr/>
      <dgm:t>
        <a:bodyPr/>
        <a:lstStyle/>
        <a:p>
          <a:endParaRPr lang="en-US"/>
        </a:p>
      </dgm:t>
    </dgm:pt>
    <dgm:pt modelId="{14A695A9-04E8-4E27-B14C-1CFFC039DB13}" type="pres">
      <dgm:prSet presAssocID="{4A67A52B-ED2C-4862-A991-12CF1FFCFF6B}" presName="linear" presStyleCnt="0">
        <dgm:presLayoutVars>
          <dgm:animLvl val="lvl"/>
          <dgm:resizeHandles val="exact"/>
        </dgm:presLayoutVars>
      </dgm:prSet>
      <dgm:spPr/>
    </dgm:pt>
    <dgm:pt modelId="{CD77C448-4EC8-4503-8A63-9E80AE59A453}" type="pres">
      <dgm:prSet presAssocID="{AA372B36-6809-467F-98AE-86467C6958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AD6DD96-5FFB-4850-8ABB-A3C5B03694EC}" type="pres">
      <dgm:prSet presAssocID="{E0428817-7294-4967-BFA4-DDD948EACC90}" presName="spacer" presStyleCnt="0"/>
      <dgm:spPr/>
    </dgm:pt>
    <dgm:pt modelId="{2DA6D6AC-0BB8-4B4A-BD5C-4E41B3739A59}" type="pres">
      <dgm:prSet presAssocID="{D8F0A859-E997-4983-AB4D-3CF016427F3C}" presName="parentText" presStyleLbl="node1" presStyleIdx="1" presStyleCnt="3" custLinFactNeighborX="3256" custLinFactNeighborY="-24606">
        <dgm:presLayoutVars>
          <dgm:chMax val="0"/>
          <dgm:bulletEnabled val="1"/>
        </dgm:presLayoutVars>
      </dgm:prSet>
      <dgm:spPr/>
    </dgm:pt>
    <dgm:pt modelId="{43BEB8E2-BE16-492B-B668-35A96AEAF142}" type="pres">
      <dgm:prSet presAssocID="{0DD444C8-2738-4230-ABEA-258275586044}" presName="spacer" presStyleCnt="0"/>
      <dgm:spPr/>
    </dgm:pt>
    <dgm:pt modelId="{92BC02AD-0AB3-469B-A89C-188C5B570BAE}" type="pres">
      <dgm:prSet presAssocID="{876AAC5C-9E12-4C8D-B284-59BBC4C3BA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11BF07-38DD-4AD8-86F1-37B5CC0E819A}" type="presOf" srcId="{876AAC5C-9E12-4C8D-B284-59BBC4C3BA2A}" destId="{92BC02AD-0AB3-469B-A89C-188C5B570BAE}" srcOrd="0" destOrd="0" presId="urn:microsoft.com/office/officeart/2005/8/layout/vList2"/>
    <dgm:cxn modelId="{C5F5BF6D-84FC-430B-A455-3C4195C8FB02}" srcId="{4A67A52B-ED2C-4862-A991-12CF1FFCFF6B}" destId="{D8F0A859-E997-4983-AB4D-3CF016427F3C}" srcOrd="1" destOrd="0" parTransId="{F8D006A0-6C23-494E-8AE9-3F1CBAE7E399}" sibTransId="{0DD444C8-2738-4230-ABEA-258275586044}"/>
    <dgm:cxn modelId="{04B88A9E-7321-42A5-AB85-B96E4FAB2729}" type="presOf" srcId="{4A67A52B-ED2C-4862-A991-12CF1FFCFF6B}" destId="{14A695A9-04E8-4E27-B14C-1CFFC039DB13}" srcOrd="0" destOrd="0" presId="urn:microsoft.com/office/officeart/2005/8/layout/vList2"/>
    <dgm:cxn modelId="{E29BE4A6-ED18-4103-A594-B91718791025}" type="presOf" srcId="{AA372B36-6809-467F-98AE-86467C6958AC}" destId="{CD77C448-4EC8-4503-8A63-9E80AE59A453}" srcOrd="0" destOrd="0" presId="urn:microsoft.com/office/officeart/2005/8/layout/vList2"/>
    <dgm:cxn modelId="{E96D06AD-3B8F-4C8F-B006-74B4CC267179}" srcId="{4A67A52B-ED2C-4862-A991-12CF1FFCFF6B}" destId="{876AAC5C-9E12-4C8D-B284-59BBC4C3BA2A}" srcOrd="2" destOrd="0" parTransId="{08200CA9-2889-4978-A233-A339E0ACFECA}" sibTransId="{79AF9B3C-8E3F-45C1-AF2F-06753D701CF2}"/>
    <dgm:cxn modelId="{A61A94BC-6595-444D-BC09-E0120070FAF6}" srcId="{4A67A52B-ED2C-4862-A991-12CF1FFCFF6B}" destId="{AA372B36-6809-467F-98AE-86467C6958AC}" srcOrd="0" destOrd="0" parTransId="{28C7378E-8ACA-4B51-A626-5F37E28CA8F8}" sibTransId="{E0428817-7294-4967-BFA4-DDD948EACC90}"/>
    <dgm:cxn modelId="{55419FCC-83CA-4895-8920-2AC34361CB85}" type="presOf" srcId="{D8F0A859-E997-4983-AB4D-3CF016427F3C}" destId="{2DA6D6AC-0BB8-4B4A-BD5C-4E41B3739A59}" srcOrd="0" destOrd="0" presId="urn:microsoft.com/office/officeart/2005/8/layout/vList2"/>
    <dgm:cxn modelId="{BCC38B75-90AE-4173-BC0A-0F9D8B7C77AF}" type="presParOf" srcId="{14A695A9-04E8-4E27-B14C-1CFFC039DB13}" destId="{CD77C448-4EC8-4503-8A63-9E80AE59A453}" srcOrd="0" destOrd="0" presId="urn:microsoft.com/office/officeart/2005/8/layout/vList2"/>
    <dgm:cxn modelId="{BBA082FE-1600-412A-B52C-D43F20EBB0D1}" type="presParOf" srcId="{14A695A9-04E8-4E27-B14C-1CFFC039DB13}" destId="{BAD6DD96-5FFB-4850-8ABB-A3C5B03694EC}" srcOrd="1" destOrd="0" presId="urn:microsoft.com/office/officeart/2005/8/layout/vList2"/>
    <dgm:cxn modelId="{2158D4C7-FFD0-4464-B74F-E923A21427F4}" type="presParOf" srcId="{14A695A9-04E8-4E27-B14C-1CFFC039DB13}" destId="{2DA6D6AC-0BB8-4B4A-BD5C-4E41B3739A59}" srcOrd="2" destOrd="0" presId="urn:microsoft.com/office/officeart/2005/8/layout/vList2"/>
    <dgm:cxn modelId="{F4189C50-DCD4-49D4-B1C9-B33F0487EE78}" type="presParOf" srcId="{14A695A9-04E8-4E27-B14C-1CFFC039DB13}" destId="{43BEB8E2-BE16-492B-B668-35A96AEAF142}" srcOrd="3" destOrd="0" presId="urn:microsoft.com/office/officeart/2005/8/layout/vList2"/>
    <dgm:cxn modelId="{7BA989A2-F1E0-45A6-A7C2-9DC19CA6A884}" type="presParOf" srcId="{14A695A9-04E8-4E27-B14C-1CFFC039DB13}" destId="{92BC02AD-0AB3-469B-A89C-188C5B570B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7C448-4EC8-4503-8A63-9E80AE59A453}">
      <dsp:nvSpPr>
        <dsp:cNvPr id="0" name=""/>
        <dsp:cNvSpPr/>
      </dsp:nvSpPr>
      <dsp:spPr>
        <a:xfrm>
          <a:off x="0" y="679233"/>
          <a:ext cx="4183062" cy="7757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Loss of Availability</a:t>
          </a:r>
        </a:p>
      </dsp:txBody>
      <dsp:txXfrm>
        <a:off x="37867" y="717100"/>
        <a:ext cx="4107328" cy="699976"/>
      </dsp:txXfrm>
    </dsp:sp>
    <dsp:sp modelId="{2DA6D6AC-0BB8-4B4A-BD5C-4E41B3739A59}">
      <dsp:nvSpPr>
        <dsp:cNvPr id="0" name=""/>
        <dsp:cNvSpPr/>
      </dsp:nvSpPr>
      <dsp:spPr>
        <a:xfrm>
          <a:off x="0" y="1528769"/>
          <a:ext cx="4183062" cy="7757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Loss of Integrity</a:t>
          </a:r>
        </a:p>
      </dsp:txBody>
      <dsp:txXfrm>
        <a:off x="37867" y="1566636"/>
        <a:ext cx="4107328" cy="699976"/>
      </dsp:txXfrm>
    </dsp:sp>
    <dsp:sp modelId="{92BC02AD-0AB3-469B-A89C-188C5B570BAE}">
      <dsp:nvSpPr>
        <dsp:cNvPr id="0" name=""/>
        <dsp:cNvSpPr/>
      </dsp:nvSpPr>
      <dsp:spPr>
        <a:xfrm>
          <a:off x="0" y="2426493"/>
          <a:ext cx="4183062" cy="7757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Loss of Confidentiality</a:t>
          </a:r>
        </a:p>
      </dsp:txBody>
      <dsp:txXfrm>
        <a:off x="37867" y="2464360"/>
        <a:ext cx="4107328" cy="699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2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 Hypertext Transfer Protocol</a:t>
            </a:r>
          </a:p>
          <a:p>
            <a:endParaRPr lang="en-H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Simple Mail Transfer Protocol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dirty="0"/>
              <a:t>Post Office Protocol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HK" dirty="0"/>
          </a:p>
          <a:p>
            <a:r>
              <a:rPr lang="en-HK" dirty="0"/>
              <a:t>UDP: User Datagram protocol</a:t>
            </a:r>
          </a:p>
          <a:p>
            <a:endParaRPr lang="en-HK" dirty="0"/>
          </a:p>
          <a:p>
            <a:r>
              <a:rPr lang="en-HK" dirty="0"/>
              <a:t>PPP </a:t>
            </a:r>
          </a:p>
          <a:p>
            <a:r>
              <a:rPr lang="en-HK" dirty="0"/>
              <a:t>Point-to-Point Protocol</a:t>
            </a:r>
            <a:r>
              <a:rPr lang="en-HK" baseline="0" dirty="0"/>
              <a:t> </a:t>
            </a:r>
          </a:p>
          <a:p>
            <a:endParaRPr lang="en-HK" baseline="0" dirty="0"/>
          </a:p>
          <a:p>
            <a:r>
              <a:rPr lang="en-HK" baseline="0" dirty="0"/>
              <a:t>ARP</a:t>
            </a:r>
          </a:p>
          <a:p>
            <a:r>
              <a:rPr lang="en-HK" baseline="0" dirty="0"/>
              <a:t>Address Resolution Protocol</a:t>
            </a:r>
          </a:p>
          <a:p>
            <a:endParaRPr lang="en-HK" baseline="0" dirty="0"/>
          </a:p>
          <a:p>
            <a:r>
              <a:rPr lang="en-HK" baseline="0" dirty="0"/>
              <a:t>Reverse Address Resolution Protocol</a:t>
            </a:r>
          </a:p>
          <a:p>
            <a:r>
              <a:rPr lang="en-HK" baseline="0" dirty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02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Reading:</a:t>
            </a:r>
          </a:p>
          <a:p>
            <a:pPr defTabSz="990752"/>
            <a:r>
              <a:rPr lang="en-US" dirty="0" err="1"/>
              <a:t>Darril</a:t>
            </a:r>
            <a:r>
              <a:rPr lang="en-US" dirty="0"/>
              <a:t> Gibson (2011). SSCP Systems Security Certified Practitioner All-in-One Exam Guide. McGraw-Hill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15D7365-23D3-8A9E-597D-E4796F3C907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Topic 04 - Information Security Fundamentals</a:t>
            </a:r>
          </a:p>
        </p:txBody>
      </p:sp>
    </p:spTree>
    <p:extLst>
      <p:ext uri="{BB962C8B-B14F-4D97-AF65-F5344CB8AC3E}">
        <p14:creationId xmlns:p14="http://schemas.microsoft.com/office/powerpoint/2010/main" val="3291292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47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0C4B-6720-417A-8108-7A460525C82B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48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19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58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3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C7D9-FE96-44DF-B9C9-B45B37EAD493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4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26D92-A6D4-4675-91D1-03013160177B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8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73E-F1D7-4589-86B9-DDB7CC99E7ED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91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F913-9D25-48AA-AD03-06CE6A01B4A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4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757AC-48C4-491C-9BEA-42C6237AC0E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979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B5324542-3DDA-4F1D-927E-A4C5A6393DA3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7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46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mail.com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rnet_Protocol#/media/File:UDP_encapsulation.svg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8yZUVPacrk&amp;t=13s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HDDS1104</a:t>
            </a:r>
            <a:br>
              <a:rPr lang="en-US" altLang="en-US" dirty="0"/>
            </a:br>
            <a:r>
              <a:rPr lang="en-US" altLang="en-US" dirty="0"/>
              <a:t>Operating Systems and Networking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05 Introduction to Computer Networking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Describe services provided in a computer network</a:t>
            </a:r>
          </a:p>
          <a:p>
            <a:r>
              <a:rPr lang="en-US" altLang="en-US" dirty="0"/>
              <a:t>Discuss different network topologies and technologies</a:t>
            </a:r>
          </a:p>
          <a:p>
            <a:r>
              <a:rPr lang="en-US" altLang="en-US" dirty="0"/>
              <a:t>Describe the OSI reference model</a:t>
            </a:r>
          </a:p>
          <a:p>
            <a:r>
              <a:rPr lang="en-US" altLang="en-US" dirty="0"/>
              <a:t>List relevant protocols involved in TCP/IP model</a:t>
            </a:r>
          </a:p>
          <a:p>
            <a:r>
              <a:rPr lang="en-US" altLang="en-US" dirty="0"/>
              <a:t>Explain network security and protection issues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What is computer network?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What is computer network?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3" y="2160589"/>
            <a:ext cx="7957511" cy="3880773"/>
          </a:xfrm>
        </p:spPr>
        <p:txBody>
          <a:bodyPr>
            <a:normAutofit/>
          </a:bodyPr>
          <a:lstStyle/>
          <a:p>
            <a:r>
              <a:rPr lang="en-US" altLang="zh-HK" dirty="0"/>
              <a:t>a group of computers that </a:t>
            </a:r>
          </a:p>
          <a:p>
            <a:pPr lvl="1"/>
            <a:r>
              <a:rPr lang="en-US" altLang="zh-HK" dirty="0"/>
              <a:t>use a set of common communication protocols over digital interconnections </a:t>
            </a:r>
          </a:p>
          <a:p>
            <a:pPr lvl="1"/>
            <a:r>
              <a:rPr lang="en-US" altLang="zh-HK" dirty="0"/>
              <a:t>for the purpose of sharing resources located on or provided by the network nodes.</a:t>
            </a:r>
          </a:p>
          <a:p>
            <a:r>
              <a:rPr lang="en-US" altLang="zh-TW" dirty="0"/>
              <a:t>I</a:t>
            </a:r>
            <a:r>
              <a:rPr lang="en-US" altLang="zh-HK" dirty="0"/>
              <a:t>ncluding </a:t>
            </a:r>
          </a:p>
          <a:p>
            <a:pPr lvl="1"/>
            <a:r>
              <a:rPr lang="en-US" altLang="zh-HK" dirty="0"/>
              <a:t>personal computers, servers, networking hardware, or other specialized or general-purpose hosts.</a:t>
            </a:r>
          </a:p>
          <a:p>
            <a:r>
              <a:rPr lang="en-US" altLang="zh-HK" dirty="0"/>
              <a:t>identified by hostnames and network addresses.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513" y="2160589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4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Services of Computer Networks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HK" dirty="0"/>
              <a:t>Helps you to share resource such as printers</a:t>
            </a:r>
            <a:endParaRPr lang="zh-TW" altLang="zh-HK" dirty="0"/>
          </a:p>
          <a:p>
            <a:pPr lvl="0"/>
            <a:r>
              <a:rPr lang="en-US" altLang="zh-HK" dirty="0"/>
              <a:t>Allows you to share expensive software's and database among network participants</a:t>
            </a:r>
            <a:endParaRPr lang="zh-TW" altLang="zh-HK" dirty="0"/>
          </a:p>
          <a:p>
            <a:pPr lvl="0"/>
            <a:r>
              <a:rPr lang="en-US" altLang="zh-HK" dirty="0"/>
              <a:t>Provides fast and effective communication from one computer to another computer</a:t>
            </a:r>
            <a:endParaRPr lang="zh-TW" altLang="zh-HK" dirty="0"/>
          </a:p>
          <a:p>
            <a:pPr lvl="0"/>
            <a:r>
              <a:rPr lang="en-US" altLang="zh-HK" dirty="0"/>
              <a:t>Helps you to exchange data and information among users via a network</a:t>
            </a:r>
            <a:endParaRPr lang="zh-TW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5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Function of computer network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2084832"/>
            <a:ext cx="8596668" cy="4185668"/>
          </a:xfrm>
        </p:spPr>
        <p:txBody>
          <a:bodyPr>
            <a:normAutofit/>
          </a:bodyPr>
          <a:lstStyle/>
          <a:p>
            <a:r>
              <a:rPr lang="en-US" altLang="zh-HK" b="1" dirty="0"/>
              <a:t>Shared data</a:t>
            </a:r>
            <a:r>
              <a:rPr lang="en-US" altLang="zh-HK" dirty="0"/>
              <a:t> - Shared data are data that file servers provide to clients such as data files, printer access programs and e-mail.</a:t>
            </a:r>
          </a:p>
          <a:p>
            <a:endParaRPr lang="en-US" altLang="zh-HK" dirty="0"/>
          </a:p>
          <a:p>
            <a:r>
              <a:rPr lang="en-US" altLang="zh-HK" b="1" dirty="0"/>
              <a:t>Shared printers and other peripherals</a:t>
            </a:r>
            <a:r>
              <a:rPr lang="en-US" altLang="zh-HK" dirty="0"/>
              <a:t> - Shared printers and peripherals are hardware resources provided to the users of the network by servers. </a:t>
            </a:r>
          </a:p>
          <a:p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Network devices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7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Servers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computers that hold shared files, programs, and the network operating system. </a:t>
            </a:r>
          </a:p>
          <a:p>
            <a:r>
              <a:rPr lang="en-US" altLang="zh-HK" dirty="0"/>
              <a:t>provide access to network resources to all the users of the network.</a:t>
            </a:r>
          </a:p>
          <a:p>
            <a:r>
              <a:rPr lang="en-HK" altLang="zh-HK" dirty="0"/>
              <a:t>Examples</a:t>
            </a:r>
            <a:endParaRPr lang="en-US" altLang="zh-HK" dirty="0"/>
          </a:p>
          <a:p>
            <a:pPr lvl="1"/>
            <a:r>
              <a:rPr lang="en-US" altLang="zh-HK" dirty="0"/>
              <a:t>File servers, print servers, mail servers, communication servers, database servers, fax servers and web servers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8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007" y="624110"/>
            <a:ext cx="2712720" cy="10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Clients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Clients are computers that access and use the network and shared network resources. </a:t>
            </a:r>
          </a:p>
          <a:p>
            <a:r>
              <a:rPr lang="en-HK" altLang="zh-HK" dirty="0"/>
              <a:t>Traditional model</a:t>
            </a:r>
          </a:p>
          <a:p>
            <a:pPr lvl="1"/>
            <a:r>
              <a:rPr lang="en-HK" altLang="zh-HK" dirty="0"/>
              <a:t>Client/Server</a:t>
            </a:r>
          </a:p>
          <a:p>
            <a:pPr lvl="2"/>
            <a:r>
              <a:rPr lang="en-HK" altLang="zh-HK" dirty="0"/>
              <a:t>Client request service,</a:t>
            </a:r>
          </a:p>
          <a:p>
            <a:pPr lvl="2"/>
            <a:r>
              <a:rPr lang="en-HK" altLang="zh-HK" dirty="0"/>
              <a:t>Server respond with resource</a:t>
            </a:r>
          </a:p>
          <a:p>
            <a:pPr lvl="1"/>
            <a:r>
              <a:rPr lang="en-HK" altLang="zh-HK" dirty="0"/>
              <a:t>Peer-to-peer</a:t>
            </a:r>
          </a:p>
          <a:p>
            <a:pPr lvl="2"/>
            <a:r>
              <a:rPr lang="en-HK" altLang="zh-HK" dirty="0"/>
              <a:t>Peer nodes serve as both clients &amp; servers to other nodes.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9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912" y="542925"/>
            <a:ext cx="33623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93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Transmission Media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facilities used to interconnect computers in a network, </a:t>
            </a:r>
          </a:p>
          <a:p>
            <a:r>
              <a:rPr lang="en-US" altLang="zh-HK" dirty="0"/>
              <a:t>such as </a:t>
            </a:r>
          </a:p>
          <a:p>
            <a:pPr lvl="1"/>
            <a:r>
              <a:rPr lang="en-US" altLang="zh-HK" dirty="0"/>
              <a:t>twisted-pair wire, </a:t>
            </a:r>
          </a:p>
          <a:p>
            <a:pPr lvl="1"/>
            <a:r>
              <a:rPr lang="en-US" altLang="zh-HK" dirty="0"/>
              <a:t>coaxial cable, and </a:t>
            </a:r>
          </a:p>
          <a:p>
            <a:pPr lvl="1"/>
            <a:r>
              <a:rPr lang="en-US" altLang="zh-HK" dirty="0"/>
              <a:t>optical fiber cable. 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10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895" y="624110"/>
            <a:ext cx="2344832" cy="117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6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Network Interface Card (NIC)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76493"/>
            <a:ext cx="6291072" cy="3082066"/>
          </a:xfrm>
        </p:spPr>
        <p:txBody>
          <a:bodyPr/>
          <a:lstStyle/>
          <a:p>
            <a:pPr lvl="0"/>
            <a:r>
              <a:rPr lang="en-US" dirty="0"/>
              <a:t>a special expansion card / port in each </a:t>
            </a:r>
            <a:r>
              <a:rPr lang="en-US" sz="28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computer </a:t>
            </a:r>
          </a:p>
          <a:p>
            <a:pPr lvl="0"/>
            <a:r>
              <a:rPr lang="en-HK" sz="28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Functions</a:t>
            </a:r>
            <a:endParaRPr lang="en-US" sz="2800" kern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prepares (formats) and sends data, </a:t>
            </a:r>
          </a:p>
          <a:p>
            <a:pPr lvl="1"/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receives data, and </a:t>
            </a:r>
          </a:p>
          <a:p>
            <a:pPr lvl="1"/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controls data flow between the computer and the network.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11</a:t>
            </a:fld>
            <a:endParaRPr lang="en-US"/>
          </a:p>
        </p:txBody>
      </p:sp>
      <p:pic>
        <p:nvPicPr>
          <p:cNvPr id="5" name="圖片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9"/>
          <a:stretch/>
        </p:blipFill>
        <p:spPr bwMode="auto">
          <a:xfrm>
            <a:off x="7268135" y="1909482"/>
            <a:ext cx="4542865" cy="32160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65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Hub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2017807"/>
            <a:ext cx="8596668" cy="4110962"/>
          </a:xfrm>
        </p:spPr>
        <p:txBody>
          <a:bodyPr>
            <a:normAutofit/>
          </a:bodyPr>
          <a:lstStyle/>
          <a:p>
            <a:r>
              <a:rPr lang="en-US" altLang="zh-HK" dirty="0"/>
              <a:t>a device that splits a network connection into multiple computers. </a:t>
            </a:r>
          </a:p>
          <a:p>
            <a:r>
              <a:rPr lang="en-US" altLang="zh-HK" dirty="0"/>
              <a:t>Each computer in the network should then figure out whether the broadcast data is for them or not.</a:t>
            </a:r>
          </a:p>
          <a:p>
            <a:endParaRPr lang="en-US" altLang="zh-H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12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41" y="3151983"/>
            <a:ext cx="4949333" cy="276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19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Switch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a telecommunication device grouped as one of computer network components. </a:t>
            </a:r>
          </a:p>
          <a:p>
            <a:r>
              <a:rPr lang="en-US" altLang="zh-HK" dirty="0"/>
              <a:t>Switch is like a Hub but built in with advanced features. </a:t>
            </a:r>
          </a:p>
          <a:p>
            <a:r>
              <a:rPr lang="en-US" altLang="zh-HK" dirty="0"/>
              <a:t>It uses physical device addresses in each incoming messages so that it can deliver the message to the right destination or 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8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Router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device that used to connect a LAN with an internet connection</a:t>
            </a:r>
          </a:p>
          <a:p>
            <a:r>
              <a:rPr lang="en-US" altLang="zh-HK" dirty="0"/>
              <a:t>have two distinct networks (LANs) or want to share a single internet connection to multiple computers, we use a Router.</a:t>
            </a:r>
          </a:p>
          <a:p>
            <a:r>
              <a:rPr lang="en-US" altLang="zh-HK" dirty="0"/>
              <a:t>Types of Router: </a:t>
            </a:r>
          </a:p>
          <a:p>
            <a:pPr lvl="1"/>
            <a:r>
              <a:rPr lang="en-US" altLang="zh-HK" dirty="0"/>
              <a:t>wired</a:t>
            </a:r>
          </a:p>
          <a:p>
            <a:pPr lvl="1"/>
            <a:r>
              <a:rPr lang="en-US" altLang="zh-HK" dirty="0"/>
              <a:t>wireless.</a:t>
            </a:r>
          </a:p>
          <a:p>
            <a:r>
              <a:rPr lang="en-US" altLang="zh-HK" dirty="0"/>
              <a:t>choice depends on physical setting, speed and cost.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14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453" y="3987053"/>
            <a:ext cx="3491130" cy="209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93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Cisco Packet Tracer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1969994"/>
            <a:ext cx="9720073" cy="4339366"/>
          </a:xfrm>
        </p:spPr>
        <p:txBody>
          <a:bodyPr>
            <a:normAutofit/>
          </a:bodyPr>
          <a:lstStyle/>
          <a:p>
            <a:r>
              <a:rPr lang="en-US" altLang="zh-HK" dirty="0"/>
              <a:t>a tool that allows you to simulate real networks. It provides three main menus that allow you to:</a:t>
            </a:r>
            <a:endParaRPr lang="zh-TW" altLang="zh-HK" dirty="0"/>
          </a:p>
          <a:p>
            <a:pPr lvl="1"/>
            <a:r>
              <a:rPr lang="en-US" altLang="zh-HK" dirty="0"/>
              <a:t>add devices and connect them via cables or wireless</a:t>
            </a:r>
            <a:endParaRPr lang="zh-TW" altLang="zh-HK" dirty="0"/>
          </a:p>
          <a:p>
            <a:pPr lvl="1"/>
            <a:r>
              <a:rPr lang="en-US" altLang="zh-HK" dirty="0"/>
              <a:t>select, delete, inspect, label, and group components within your network </a:t>
            </a:r>
            <a:endParaRPr lang="zh-TW" altLang="zh-HK" dirty="0"/>
          </a:p>
          <a:p>
            <a:pPr lvl="1"/>
            <a:r>
              <a:rPr lang="en-US" altLang="zh-HK" dirty="0"/>
              <a:t>manage your network</a:t>
            </a:r>
          </a:p>
          <a:p>
            <a:pPr marL="457200" lvl="1" indent="0">
              <a:buNone/>
            </a:pPr>
            <a:endParaRPr lang="en-US" altLang="zh-HK" dirty="0"/>
          </a:p>
          <a:p>
            <a:r>
              <a:rPr lang="en-US" altLang="zh-HK" dirty="0"/>
              <a:t>may sign up and download version 8.2.0 or latest version in the following URL:</a:t>
            </a:r>
            <a:endParaRPr lang="zh-TW" altLang="zh-HK" dirty="0"/>
          </a:p>
          <a:p>
            <a:r>
              <a:rPr lang="en-US" altLang="zh-HK" u="sng" dirty="0"/>
              <a:t>https://www.netacad.com/about-networking-academy/packet-tracer/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46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Exercise – Launching Cisco Packet Tracer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1" y="2133600"/>
            <a:ext cx="5987229" cy="3777622"/>
          </a:xfrm>
        </p:spPr>
        <p:txBody>
          <a:bodyPr>
            <a:normAutofit/>
          </a:bodyPr>
          <a:lstStyle/>
          <a:p>
            <a:r>
              <a:rPr lang="en-HK" dirty="0"/>
              <a:t>Start Cisco Packet Tracer</a:t>
            </a:r>
          </a:p>
          <a:p>
            <a:r>
              <a:rPr lang="en-HK" dirty="0"/>
              <a:t>Add the following devices</a:t>
            </a:r>
          </a:p>
          <a:p>
            <a:pPr lvl="1"/>
            <a:r>
              <a:rPr lang="en-HK" dirty="0"/>
              <a:t>End Devices: </a:t>
            </a:r>
          </a:p>
          <a:p>
            <a:pPr lvl="2"/>
            <a:r>
              <a:rPr lang="en-HK" dirty="0"/>
              <a:t>PC, Server</a:t>
            </a:r>
          </a:p>
          <a:p>
            <a:pPr lvl="1"/>
            <a:r>
              <a:rPr lang="en-HK" dirty="0"/>
              <a:t>Network Devices: </a:t>
            </a:r>
          </a:p>
          <a:p>
            <a:pPr lvl="2"/>
            <a:r>
              <a:rPr lang="en-HK" dirty="0"/>
              <a:t>Router, Switch, Hub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8D2B0D-B303-257D-D9A0-0FAC2CCAA8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53245" y="1557842"/>
            <a:ext cx="2551366" cy="43533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9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46" y="4805463"/>
            <a:ext cx="3778870" cy="18290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Categories of networks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42486" y="5202719"/>
            <a:ext cx="650510" cy="517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09393253-7BD4-4690-AF9A-ADCF94750643}" type="slidenum">
              <a:rPr lang="en-US" smtClean="0">
                <a:solidFill>
                  <a:srgbClr val="FEFFFF"/>
                </a:solidFill>
              </a:rPr>
              <a:pPr defTabSz="914400">
                <a:spcAft>
                  <a:spcPts val="600"/>
                </a:spcAft>
              </a:pPr>
              <a:t>17</a:t>
            </a:fld>
            <a:endParaRPr lang="en-US">
              <a:solidFill>
                <a:srgbClr val="FEFFFF"/>
              </a:solidFill>
            </a:endParaRPr>
          </a:p>
        </p:txBody>
      </p:sp>
      <p:pic>
        <p:nvPicPr>
          <p:cNvPr id="5" name="圖片 9">
            <a:extLst>
              <a:ext uri="{FF2B5EF4-FFF2-40B4-BE49-F238E27FC236}">
                <a16:creationId xmlns:a16="http://schemas.microsoft.com/office/drawing/2014/main" id="{687BD0DE-11B2-01AB-E277-5C851E1FB4E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45489"/>
            <a:ext cx="4116448" cy="200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b="1" dirty="0"/>
              <a:t>Categories of networks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can be categorized by their size. </a:t>
            </a:r>
          </a:p>
          <a:p>
            <a:r>
              <a:rPr lang="en-US" altLang="zh-HK" dirty="0"/>
              <a:t>A </a:t>
            </a:r>
            <a:r>
              <a:rPr lang="en-US" altLang="zh-HK" b="1" dirty="0"/>
              <a:t>computer network</a:t>
            </a:r>
            <a:r>
              <a:rPr lang="en-US" altLang="zh-HK" dirty="0"/>
              <a:t> is mainly of </a:t>
            </a:r>
            <a:r>
              <a:rPr lang="en-US" altLang="zh-HK" b="1" dirty="0"/>
              <a:t>four types</a:t>
            </a:r>
            <a:r>
              <a:rPr lang="en-US" altLang="zh-HK" dirty="0"/>
              <a:t>:</a:t>
            </a:r>
            <a:endParaRPr lang="zh-TW" altLang="zh-HK" dirty="0"/>
          </a:p>
          <a:p>
            <a:pPr lvl="1"/>
            <a:r>
              <a:rPr lang="en-US" altLang="zh-HK" dirty="0"/>
              <a:t>PAN(Personal Area Network)</a:t>
            </a:r>
            <a:endParaRPr lang="zh-TW" altLang="zh-HK" dirty="0"/>
          </a:p>
          <a:p>
            <a:pPr lvl="1"/>
            <a:r>
              <a:rPr lang="en-US" altLang="zh-HK" dirty="0"/>
              <a:t>LAN(Local Area Network)</a:t>
            </a:r>
          </a:p>
          <a:p>
            <a:pPr lvl="1"/>
            <a:r>
              <a:rPr lang="en-US" altLang="zh-HK" dirty="0"/>
              <a:t>MAN(Metropolitan Area Network)</a:t>
            </a:r>
            <a:endParaRPr lang="zh-TW" altLang="zh-HK" dirty="0"/>
          </a:p>
          <a:p>
            <a:pPr lvl="1"/>
            <a:r>
              <a:rPr lang="en-US" altLang="zh-HK" dirty="0"/>
              <a:t>WAN(Wide Area Network)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18</a:t>
            </a:fld>
            <a:endParaRPr lang="en-US"/>
          </a:p>
        </p:txBody>
      </p:sp>
      <p:pic>
        <p:nvPicPr>
          <p:cNvPr id="5" name="圖片 9">
            <a:extLst>
              <a:ext uri="{FF2B5EF4-FFF2-40B4-BE49-F238E27FC236}">
                <a16:creationId xmlns:a16="http://schemas.microsoft.com/office/drawing/2014/main" id="{03A17CE0-504C-22B6-8740-4A8EE243981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952" y="3830935"/>
            <a:ext cx="5640502" cy="274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5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PAN (Personal Area Network)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24129" y="2084832"/>
            <a:ext cx="7289554" cy="3826390"/>
          </a:xfrm>
        </p:spPr>
        <p:txBody>
          <a:bodyPr>
            <a:normAutofit/>
          </a:bodyPr>
          <a:lstStyle/>
          <a:p>
            <a:r>
              <a:rPr lang="en-US" altLang="zh-HK" dirty="0"/>
              <a:t>used for connecting the computer devices of personal use</a:t>
            </a:r>
            <a:endParaRPr lang="zh-TW" altLang="zh-HK" dirty="0"/>
          </a:p>
          <a:p>
            <a:r>
              <a:rPr lang="en-US" altLang="zh-HK" dirty="0"/>
              <a:t>Personal computer devices that are used </a:t>
            </a:r>
          </a:p>
          <a:p>
            <a:pPr lvl="1"/>
            <a:r>
              <a:rPr lang="en-US" altLang="zh-HK" dirty="0"/>
              <a:t>laptop, mobile phones, media player and play stations.</a:t>
            </a:r>
            <a:endParaRPr lang="en-US" altLang="zh-TW" dirty="0"/>
          </a:p>
          <a:p>
            <a:r>
              <a:rPr lang="en-US" altLang="zh-HK" dirty="0"/>
              <a:t>Types of Personal Area Network</a:t>
            </a:r>
            <a:endParaRPr lang="zh-TW" altLang="zh-HK" dirty="0"/>
          </a:p>
          <a:p>
            <a:pPr lvl="1"/>
            <a:r>
              <a:rPr lang="en-US" altLang="zh-HK" dirty="0"/>
              <a:t>Wired Personal Area Network: created by using the USB</a:t>
            </a:r>
            <a:endParaRPr lang="zh-TW" altLang="zh-HK" dirty="0"/>
          </a:p>
          <a:p>
            <a:pPr lvl="1"/>
            <a:r>
              <a:rPr lang="en-US" altLang="zh-HK" dirty="0"/>
              <a:t>Wireless Personal Area Network: such as </a:t>
            </a:r>
            <a:r>
              <a:rPr lang="en-US" altLang="zh-HK" dirty="0" err="1"/>
              <a:t>WiFi</a:t>
            </a:r>
            <a:r>
              <a:rPr lang="en-US" altLang="zh-HK" dirty="0"/>
              <a:t>, Bluetooth</a:t>
            </a:r>
            <a:endParaRPr lang="zh-TW" altLang="zh-HK" dirty="0"/>
          </a:p>
          <a:p>
            <a:endParaRPr lang="zh-HK" altLang="en-US" dirty="0"/>
          </a:p>
        </p:txBody>
      </p:sp>
      <p:pic>
        <p:nvPicPr>
          <p:cNvPr id="7" name="圖片 3">
            <a:extLst>
              <a:ext uri="{FF2B5EF4-FFF2-40B4-BE49-F238E27FC236}">
                <a16:creationId xmlns:a16="http://schemas.microsoft.com/office/drawing/2014/main" id="{85E97BBB-8918-1A24-587C-F327FA499706}"/>
              </a:ext>
            </a:extLst>
          </p:cNvPr>
          <p:cNvPicPr>
            <a:picLocks noGrp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" r="6160"/>
          <a:stretch/>
        </p:blipFill>
        <p:spPr bwMode="auto">
          <a:xfrm>
            <a:off x="7445223" y="2985247"/>
            <a:ext cx="4365778" cy="3219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64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b="1" dirty="0"/>
              <a:t>LAN (Local Area Network)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7" y="2160589"/>
            <a:ext cx="10674813" cy="3880773"/>
          </a:xfrm>
        </p:spPr>
        <p:txBody>
          <a:bodyPr>
            <a:normAutofit/>
          </a:bodyPr>
          <a:lstStyle/>
          <a:p>
            <a:pPr lvl="0"/>
            <a:r>
              <a:rPr lang="en-US" altLang="zh-HK" dirty="0"/>
              <a:t>a group of computers connected to each other in a small area such as building, office.</a:t>
            </a:r>
            <a:endParaRPr lang="zh-TW" altLang="zh-HK" dirty="0"/>
          </a:p>
          <a:p>
            <a:pPr lvl="0"/>
            <a:r>
              <a:rPr lang="en-US" altLang="zh-HK" dirty="0"/>
              <a:t>used for connecting two or more personal computers through a communication medium such as twisted pair, coaxial cable, etc.</a:t>
            </a:r>
            <a:endParaRPr lang="zh-TW" altLang="zh-HK" dirty="0"/>
          </a:p>
          <a:p>
            <a:pPr lvl="0"/>
            <a:r>
              <a:rPr lang="en-US" altLang="zh-HK" dirty="0"/>
              <a:t>less costly as it is built with inexpensive hardware </a:t>
            </a:r>
          </a:p>
          <a:p>
            <a:pPr lvl="1"/>
            <a:r>
              <a:rPr lang="en-US" altLang="zh-HK" dirty="0"/>
              <a:t>such as hubs, network adapters, and Ethernet cables.</a:t>
            </a:r>
          </a:p>
          <a:p>
            <a:r>
              <a:rPr lang="en-US" altLang="zh-HK" b="1" dirty="0"/>
              <a:t>Example:</a:t>
            </a:r>
            <a:r>
              <a:rPr lang="en-US" altLang="zh-HK" dirty="0"/>
              <a:t> </a:t>
            </a:r>
          </a:p>
          <a:p>
            <a:pPr lvl="1"/>
            <a:r>
              <a:rPr lang="en-US" altLang="zh-HK" dirty="0"/>
              <a:t>Home Wi-Fi networks and </a:t>
            </a:r>
          </a:p>
          <a:p>
            <a:pPr lvl="1"/>
            <a:r>
              <a:rPr lang="en-US" altLang="zh-HK" dirty="0"/>
              <a:t>small business networks</a:t>
            </a:r>
            <a:endParaRPr lang="zh-TW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49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MAN (Metropolitan Area Network)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2160589"/>
            <a:ext cx="5367707" cy="3880773"/>
          </a:xfrm>
        </p:spPr>
        <p:txBody>
          <a:bodyPr>
            <a:normAutofit/>
          </a:bodyPr>
          <a:lstStyle/>
          <a:p>
            <a:r>
              <a:rPr lang="en-US" altLang="zh-HK" dirty="0"/>
              <a:t>Covers a larger geographic area </a:t>
            </a:r>
          </a:p>
          <a:p>
            <a:pPr lvl="1"/>
            <a:r>
              <a:rPr lang="en-US" altLang="zh-HK" dirty="0"/>
              <a:t>by interconnecting a different LAN to form a larger network.</a:t>
            </a:r>
          </a:p>
          <a:p>
            <a:r>
              <a:rPr lang="en-US" altLang="zh-HK" dirty="0"/>
              <a:t>Government agencies use MAN to connect to the citizens and private industries.</a:t>
            </a:r>
            <a:endParaRPr lang="zh-TW" altLang="zh-HK" dirty="0"/>
          </a:p>
          <a:p>
            <a:r>
              <a:rPr lang="en-US" altLang="zh-HK" dirty="0"/>
              <a:t>It has a higher range than Local Area Network (LAN).</a:t>
            </a:r>
            <a:endParaRPr lang="zh-TW" altLang="zh-H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21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625" y="2084832"/>
            <a:ext cx="5286375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25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WAN (Wide Area Network)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82488" y="2160589"/>
            <a:ext cx="5739653" cy="4213317"/>
          </a:xfrm>
        </p:spPr>
        <p:txBody>
          <a:bodyPr>
            <a:normAutofit/>
          </a:bodyPr>
          <a:lstStyle/>
          <a:p>
            <a:r>
              <a:rPr lang="en-US" altLang="zh-HK" dirty="0"/>
              <a:t>Extends over a large geographical area such as states or countries.</a:t>
            </a:r>
            <a:endParaRPr lang="zh-TW" altLang="zh-HK" dirty="0"/>
          </a:p>
          <a:p>
            <a:pPr lvl="0"/>
            <a:r>
              <a:rPr lang="en-US" altLang="zh-HK" dirty="0"/>
              <a:t>biggest WAN in the world</a:t>
            </a:r>
          </a:p>
          <a:p>
            <a:pPr lvl="1"/>
            <a:r>
              <a:rPr lang="en-US" altLang="zh-HK" dirty="0"/>
              <a:t>The internet</a:t>
            </a:r>
            <a:endParaRPr lang="zh-TW" altLang="zh-HK" dirty="0"/>
          </a:p>
          <a:p>
            <a:pPr lvl="0"/>
            <a:r>
              <a:rPr lang="en-US" altLang="zh-HK" dirty="0"/>
              <a:t>widely used in the field of Business, government, and education.</a:t>
            </a:r>
            <a:endParaRPr lang="zh-TW" altLang="zh-HK" dirty="0"/>
          </a:p>
          <a:p>
            <a:pPr marL="0" indent="0">
              <a:buNone/>
            </a:pPr>
            <a:endParaRPr lang="en-US" altLang="zh-H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22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8" r="10813"/>
          <a:stretch/>
        </p:blipFill>
        <p:spPr bwMode="auto">
          <a:xfrm>
            <a:off x="6985747" y="1586753"/>
            <a:ext cx="5206253" cy="46013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66423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Examples of Wide Area Network: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Mobile Broadband: </a:t>
            </a:r>
          </a:p>
          <a:p>
            <a:pPr lvl="1"/>
            <a:r>
              <a:rPr lang="en-US" dirty="0"/>
              <a:t>A 4G network is widely used across a region or country.</a:t>
            </a:r>
          </a:p>
          <a:p>
            <a:r>
              <a:rPr lang="en-US" dirty="0"/>
              <a:t>Last mile: </a:t>
            </a:r>
          </a:p>
          <a:p>
            <a:pPr lvl="1"/>
            <a:r>
              <a:rPr lang="en-US" dirty="0"/>
              <a:t>A telecom company is used to provide the internet services to the customers in hundreds of cities by connecting their home with fiber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65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F06F6D-1F51-F7D5-D436-AEE97742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9D9A4-5559-A002-9711-5105F14F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062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b="1" dirty="0"/>
              <a:t>Physical network topologies</a:t>
            </a:r>
            <a:endParaRPr lang="zh-TW" altLang="zh-HK" b="1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00916" y="3965246"/>
            <a:ext cx="4184035" cy="2136626"/>
          </a:xfrm>
        </p:spPr>
        <p:txBody>
          <a:bodyPr>
            <a:normAutofit/>
          </a:bodyPr>
          <a:lstStyle/>
          <a:p>
            <a:r>
              <a:rPr lang="en-HK" altLang="zh-HK" dirty="0"/>
              <a:t>Examples</a:t>
            </a:r>
            <a:endParaRPr lang="en-US" altLang="zh-HK" dirty="0"/>
          </a:p>
          <a:p>
            <a:pPr lvl="1"/>
            <a:r>
              <a:rPr lang="en-US" altLang="zh-HK" dirty="0"/>
              <a:t>Point to point topology</a:t>
            </a:r>
          </a:p>
          <a:p>
            <a:pPr lvl="1"/>
            <a:r>
              <a:rPr lang="en-US" altLang="zh-HK" dirty="0"/>
              <a:t>Point to multipoint topology</a:t>
            </a:r>
          </a:p>
          <a:p>
            <a:pPr lvl="1"/>
            <a:r>
              <a:rPr lang="en-US" altLang="zh-HK" dirty="0"/>
              <a:t>Bus Topology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13552" y="4348306"/>
            <a:ext cx="4184034" cy="1753567"/>
          </a:xfrm>
        </p:spPr>
        <p:txBody>
          <a:bodyPr>
            <a:normAutofit/>
          </a:bodyPr>
          <a:lstStyle/>
          <a:p>
            <a:pPr lvl="1"/>
            <a:r>
              <a:rPr lang="en-US" altLang="zh-HK" dirty="0"/>
              <a:t>Ring Topology</a:t>
            </a:r>
          </a:p>
          <a:p>
            <a:pPr lvl="1"/>
            <a:r>
              <a:rPr lang="en-US" altLang="zh-HK" dirty="0"/>
              <a:t>Star Topology</a:t>
            </a:r>
          </a:p>
          <a:p>
            <a:pPr lvl="1"/>
            <a:r>
              <a:rPr lang="en-US" altLang="zh-HK" dirty="0"/>
              <a:t>Mesh Topology</a:t>
            </a:r>
          </a:p>
          <a:p>
            <a:pPr lvl="1"/>
            <a:r>
              <a:rPr lang="en-US" altLang="zh-HK" dirty="0"/>
              <a:t>Hybrid Topology</a:t>
            </a:r>
            <a:endParaRPr lang="zh-HK" alt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7334" y="1930400"/>
            <a:ext cx="85966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Network topologies describe the methods in which all the elements of a network are mapped.</a:t>
            </a:r>
          </a:p>
        </p:txBody>
      </p:sp>
    </p:spTree>
    <p:extLst>
      <p:ext uri="{BB962C8B-B14F-4D97-AF65-F5344CB8AC3E}">
        <p14:creationId xmlns:p14="http://schemas.microsoft.com/office/powerpoint/2010/main" val="1022752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Point to point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point to point topology connects any two points (devices) in a network.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26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0" b="16310"/>
          <a:stretch/>
        </p:blipFill>
        <p:spPr bwMode="auto">
          <a:xfrm>
            <a:off x="2424766" y="3508001"/>
            <a:ext cx="5746750" cy="15811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3025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Point to multipoint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connects one to many points. </a:t>
            </a:r>
          </a:p>
          <a:p>
            <a:r>
              <a:rPr lang="en-US" altLang="zh-HK" dirty="0"/>
              <a:t>provides multiple paths from a single device to multiple devices.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27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676" y="4022411"/>
            <a:ext cx="5048648" cy="24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53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59" b="58159"/>
          <a:stretch/>
        </p:blipFill>
        <p:spPr bwMode="auto">
          <a:xfrm>
            <a:off x="7276289" y="3503043"/>
            <a:ext cx="4534711" cy="28063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Bus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uses a single cable which connects all the included nodes. </a:t>
            </a:r>
          </a:p>
          <a:p>
            <a:r>
              <a:rPr lang="en-US" altLang="zh-HK" dirty="0"/>
              <a:t>The main cable acts as a spine for the entire network. </a:t>
            </a:r>
          </a:p>
          <a:p>
            <a:r>
              <a:rPr lang="en-US" altLang="zh-HK" dirty="0"/>
              <a:t>One of the computers in the network acts as the computer server. 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19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Ring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2393752"/>
            <a:ext cx="10480484" cy="3517469"/>
          </a:xfrm>
        </p:spPr>
        <p:txBody>
          <a:bodyPr>
            <a:normAutofit/>
          </a:bodyPr>
          <a:lstStyle/>
          <a:p>
            <a:r>
              <a:rPr lang="en-US" altLang="zh-HK" dirty="0"/>
              <a:t>every device has exactly two neighboring devices for communication purpose. </a:t>
            </a:r>
          </a:p>
          <a:p>
            <a:r>
              <a:rPr lang="en-US" altLang="zh-HK" dirty="0"/>
              <a:t>its formation is like a ring. </a:t>
            </a:r>
          </a:p>
          <a:p>
            <a:r>
              <a:rPr lang="en-US" altLang="zh-HK" dirty="0"/>
              <a:t>every computer is connected to another computer. </a:t>
            </a:r>
          </a:p>
          <a:p>
            <a:r>
              <a:rPr lang="en-US" altLang="zh-HK" dirty="0"/>
              <a:t>the last node is combined with a first one.</a:t>
            </a:r>
            <a:endParaRPr lang="zh-TW" altLang="zh-HK" dirty="0"/>
          </a:p>
          <a:p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29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62" b="47141"/>
          <a:stretch/>
        </p:blipFill>
        <p:spPr bwMode="auto">
          <a:xfrm>
            <a:off x="8112868" y="3075288"/>
            <a:ext cx="3698132" cy="35325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1458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Star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2160589"/>
            <a:ext cx="6422713" cy="3880773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HK" dirty="0"/>
              <a:t>ll the computers connect with the help of a hub. </a:t>
            </a:r>
          </a:p>
          <a:p>
            <a:r>
              <a:rPr lang="en-US" altLang="zh-HK" dirty="0"/>
              <a:t>This hub is called a central node, </a:t>
            </a:r>
          </a:p>
          <a:p>
            <a:r>
              <a:rPr lang="en-US" altLang="zh-HK" dirty="0"/>
              <a:t>all other nodes are connected using this central node.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30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1" r="33142" b="53754"/>
          <a:stretch/>
        </p:blipFill>
        <p:spPr bwMode="auto">
          <a:xfrm>
            <a:off x="7587574" y="2560880"/>
            <a:ext cx="4373504" cy="37119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1210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Mesh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3" y="2160589"/>
            <a:ext cx="7772984" cy="3880773"/>
          </a:xfrm>
        </p:spPr>
        <p:txBody>
          <a:bodyPr>
            <a:normAutofit/>
          </a:bodyPr>
          <a:lstStyle/>
          <a:p>
            <a:r>
              <a:rPr lang="en-US" altLang="zh-HK" dirty="0"/>
              <a:t>It develops a P2P (point-to-point) connection between all the devices of the network. </a:t>
            </a:r>
          </a:p>
          <a:p>
            <a:r>
              <a:rPr lang="en-US" altLang="zh-HK" dirty="0"/>
              <a:t>It offers a high level of redundancy, so even if one network cable fails, still data has an alternative path to reach its destination.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31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80" r="67314"/>
          <a:stretch/>
        </p:blipFill>
        <p:spPr bwMode="auto">
          <a:xfrm>
            <a:off x="8093413" y="2931969"/>
            <a:ext cx="3900385" cy="33408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9632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Hybrid Topology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2160589"/>
            <a:ext cx="4549090" cy="3880773"/>
          </a:xfrm>
        </p:spPr>
        <p:txBody>
          <a:bodyPr/>
          <a:lstStyle/>
          <a:p>
            <a:r>
              <a:rPr lang="en-US" altLang="zh-HK" dirty="0"/>
              <a:t>Hybrid topology combines two or more topologies.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32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96"/>
          <a:stretch/>
        </p:blipFill>
        <p:spPr bwMode="auto">
          <a:xfrm>
            <a:off x="5486401" y="2225355"/>
            <a:ext cx="5837766" cy="38617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86984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How to select a Network Topology?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Here are some important considerations for selecting the best topology to create a network in your organization:</a:t>
            </a:r>
            <a:endParaRPr lang="zh-TW" altLang="zh-HK" dirty="0"/>
          </a:p>
          <a:p>
            <a:pPr lvl="1"/>
            <a:r>
              <a:rPr lang="en-US" altLang="zh-HK" dirty="0"/>
              <a:t>Bus topology is surely least expensive to install a network.</a:t>
            </a:r>
            <a:endParaRPr lang="zh-TW" altLang="zh-HK" dirty="0"/>
          </a:p>
          <a:p>
            <a:pPr lvl="1"/>
            <a:r>
              <a:rPr lang="en-US" altLang="zh-HK" dirty="0"/>
              <a:t>If you want to use a shorter cable or planning to expand the network in future, then star topology is the best choice for you.</a:t>
            </a:r>
            <a:endParaRPr lang="zh-TW" altLang="zh-HK" dirty="0"/>
          </a:p>
          <a:p>
            <a:pPr lvl="1"/>
            <a:r>
              <a:rPr lang="en-US" altLang="zh-HK" dirty="0"/>
              <a:t>Fully mesh topology is theoretically an ideal choice as every device is connected to every other device.</a:t>
            </a:r>
            <a:endParaRPr lang="zh-TW" altLang="zh-HK" dirty="0"/>
          </a:p>
          <a:p>
            <a:pPr lvl="1"/>
            <a:r>
              <a:rPr lang="en-US" altLang="zh-HK" dirty="0"/>
              <a:t>If you want to use twisted pair cable for networking, then you should build star topologies.</a:t>
            </a:r>
            <a:endParaRPr lang="zh-TW" altLang="zh-HK" dirty="0"/>
          </a:p>
          <a:p>
            <a:pPr marL="0" indent="0">
              <a:buNone/>
            </a:pP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22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Exercise – Star Network &amp; Ring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01542"/>
            <a:ext cx="8596668" cy="1237493"/>
          </a:xfrm>
        </p:spPr>
        <p:txBody>
          <a:bodyPr>
            <a:normAutofit/>
          </a:bodyPr>
          <a:lstStyle/>
          <a:p>
            <a:r>
              <a:rPr lang="en-HK" dirty="0"/>
              <a:t>Use Cisco packet tracer to build a start &amp; a ring network</a:t>
            </a:r>
          </a:p>
          <a:p>
            <a:r>
              <a:rPr lang="en-HK" dirty="0"/>
              <a:t>Only server support 2 NICs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913" y="3387062"/>
            <a:ext cx="60007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0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Signalling and Encoding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33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Transmission Modes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the mechanism of transferring of data between two devices connected over a network. </a:t>
            </a:r>
          </a:p>
          <a:p>
            <a:r>
              <a:rPr lang="en-US" altLang="zh-HK" dirty="0"/>
              <a:t>also called Communication Mode. </a:t>
            </a:r>
          </a:p>
          <a:p>
            <a:r>
              <a:rPr lang="en-US" altLang="zh-HK" dirty="0"/>
              <a:t>Types of transmission modes</a:t>
            </a:r>
            <a:endParaRPr lang="zh-TW" altLang="zh-HK" dirty="0"/>
          </a:p>
          <a:p>
            <a:pPr lvl="1"/>
            <a:r>
              <a:rPr lang="en-US" altLang="zh-HK" dirty="0"/>
              <a:t>Simplex Mode</a:t>
            </a:r>
            <a:endParaRPr lang="zh-TW" altLang="zh-HK" dirty="0"/>
          </a:p>
          <a:p>
            <a:pPr lvl="1"/>
            <a:r>
              <a:rPr lang="en-US" altLang="zh-HK" dirty="0"/>
              <a:t>Half duplex Mode</a:t>
            </a:r>
            <a:endParaRPr lang="zh-TW" altLang="zh-HK" dirty="0"/>
          </a:p>
          <a:p>
            <a:pPr lvl="1"/>
            <a:r>
              <a:rPr lang="en-US" altLang="zh-HK" dirty="0"/>
              <a:t>Full duplex Mode</a:t>
            </a:r>
            <a:endParaRPr lang="zh-TW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48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SIMPLEX Mode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1587062"/>
            <a:ext cx="8915400" cy="3720662"/>
          </a:xfrm>
        </p:spPr>
        <p:txBody>
          <a:bodyPr>
            <a:normAutofit/>
          </a:bodyPr>
          <a:lstStyle/>
          <a:p>
            <a:r>
              <a:rPr lang="en-US" altLang="zh-HK" dirty="0"/>
              <a:t>data can be sent only in one direction.</a:t>
            </a:r>
          </a:p>
          <a:p>
            <a:r>
              <a:rPr lang="en-US" altLang="zh-HK" dirty="0"/>
              <a:t>Examples</a:t>
            </a:r>
          </a:p>
          <a:p>
            <a:pPr lvl="1"/>
            <a:r>
              <a:rPr lang="en-US" altLang="zh-HK" dirty="0"/>
              <a:t>loudspeakers, </a:t>
            </a:r>
          </a:p>
          <a:p>
            <a:pPr lvl="1"/>
            <a:r>
              <a:rPr lang="en-US" altLang="zh-HK" dirty="0"/>
              <a:t>television broadcasting, </a:t>
            </a:r>
          </a:p>
          <a:p>
            <a:pPr lvl="1"/>
            <a:r>
              <a:rPr lang="en-US" altLang="zh-HK" dirty="0"/>
              <a:t>television and remote, </a:t>
            </a:r>
          </a:p>
          <a:p>
            <a:pPr lvl="1"/>
            <a:r>
              <a:rPr lang="en-US" altLang="zh-HK" dirty="0"/>
              <a:t>keyboard and monitor etc.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37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73452" y="4474133"/>
            <a:ext cx="9263881" cy="16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35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HALF DUPLEX Mode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en-US" altLang="zh-HK" dirty="0"/>
              <a:t>data can be transmitted in both directions on a signal carrier, but not at the same time. </a:t>
            </a:r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r>
              <a:rPr lang="en-US" altLang="zh-HK" dirty="0"/>
              <a:t>Example of half duplex is a </a:t>
            </a:r>
            <a:r>
              <a:rPr lang="en-US" altLang="zh-HK" dirty="0" err="1"/>
              <a:t>walkie</a:t>
            </a:r>
            <a:r>
              <a:rPr lang="en-US" altLang="zh-HK" dirty="0"/>
              <a:t>- talkie in which message is sent one at a time but messages are sent in both the directions.</a:t>
            </a:r>
            <a:endParaRPr lang="zh-TW" altLang="zh-HK" dirty="0"/>
          </a:p>
          <a:p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38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02293" y="2896600"/>
            <a:ext cx="5746750" cy="1511300"/>
          </a:xfrm>
          <a:prstGeom prst="rect">
            <a:avLst/>
          </a:prstGeom>
        </p:spPr>
      </p:pic>
      <p:pic>
        <p:nvPicPr>
          <p:cNvPr id="5" name="圖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740" y="1168765"/>
            <a:ext cx="2461260" cy="172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0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FULL DUPLEX Mode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/>
              <a:t>We can send data in both the directions as it is bidirectional at the same time in other words, data can be sent in both directions simultaneously.</a:t>
            </a:r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r>
              <a:rPr lang="en-US" altLang="zh-HK" dirty="0"/>
              <a:t>Example of Full Duplex is a Telephone Network in which there is communication between two persons by a telephone line, using which both can talk and listen at the same time.</a:t>
            </a:r>
            <a:endParaRPr lang="zh-TW" altLang="zh-H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47799" y="3058137"/>
            <a:ext cx="8532211" cy="178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28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Signaling and Encoding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b="1" dirty="0"/>
              <a:t>Signaling</a:t>
            </a:r>
            <a:r>
              <a:rPr lang="en-US" altLang="zh-HK" dirty="0"/>
              <a:t> is the method by which you define what a one or zero is. </a:t>
            </a:r>
          </a:p>
          <a:p>
            <a:r>
              <a:rPr lang="en-US" altLang="zh-HK" b="1" dirty="0"/>
              <a:t>Encoding</a:t>
            </a:r>
            <a:r>
              <a:rPr lang="en-US" altLang="zh-HK" dirty="0"/>
              <a:t> is how you use the 1s and 0s to represent information.</a:t>
            </a:r>
          </a:p>
          <a:p>
            <a:r>
              <a:rPr lang="en-US" altLang="zh-HK" b="1" dirty="0"/>
              <a:t>Decoding</a:t>
            </a:r>
            <a:r>
              <a:rPr lang="en-US" altLang="zh-HK" dirty="0"/>
              <a:t> is the reverse process of encoding which is to extract the information from the converted format.</a:t>
            </a:r>
            <a:endParaRPr lang="zh-TW" altLang="zh-HK" dirty="0"/>
          </a:p>
          <a:p>
            <a:endParaRPr lang="zh-TW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4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Transmission of digital data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1821976"/>
            <a:ext cx="9720073" cy="4487384"/>
          </a:xfrm>
        </p:spPr>
        <p:txBody>
          <a:bodyPr/>
          <a:lstStyle/>
          <a:p>
            <a:r>
              <a:rPr lang="en-US" altLang="zh-HK" b="1" dirty="0"/>
              <a:t>Data transmission (data communications)</a:t>
            </a:r>
            <a:r>
              <a:rPr lang="en-US" altLang="zh-HK" dirty="0"/>
              <a:t> is the transfer and reception of data (a digital bit-stream or a digitized analog signal) over a point-to-point or point-to-multipoint communication channel. </a:t>
            </a:r>
            <a:endParaRPr lang="zh-TW" altLang="zh-HK" dirty="0"/>
          </a:p>
          <a:p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41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35" y="3069615"/>
            <a:ext cx="8550420" cy="28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06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Open Systems Interconnection (OSI)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96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b="1" dirty="0"/>
              <a:t>Computer Network Models: Layered Architecture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HK" dirty="0"/>
              <a:t>main aim</a:t>
            </a:r>
          </a:p>
          <a:p>
            <a:pPr lvl="1"/>
            <a:r>
              <a:rPr lang="en-US" altLang="zh-HK" dirty="0"/>
              <a:t>to divide the design into small pieces.</a:t>
            </a:r>
            <a:endParaRPr lang="zh-TW" altLang="zh-HK" dirty="0"/>
          </a:p>
          <a:p>
            <a:pPr lvl="0"/>
            <a:r>
              <a:rPr lang="en-US" altLang="zh-HK" dirty="0"/>
              <a:t>Each lower layer adds its services to the higher layer </a:t>
            </a:r>
          </a:p>
          <a:p>
            <a:pPr lvl="1"/>
            <a:r>
              <a:rPr lang="en-US" altLang="zh-HK" dirty="0"/>
              <a:t>to provide a full set of services to manage communications and run the applications.</a:t>
            </a:r>
          </a:p>
          <a:p>
            <a:pPr lvl="0"/>
            <a:r>
              <a:rPr lang="en-US" altLang="zh-HK" dirty="0"/>
              <a:t>ensures the independence between layers </a:t>
            </a:r>
          </a:p>
          <a:p>
            <a:pPr lvl="1"/>
            <a:r>
              <a:rPr lang="en-US" altLang="zh-HK" dirty="0"/>
              <a:t>by providing the services from lower to higher layer </a:t>
            </a:r>
          </a:p>
          <a:p>
            <a:pPr lvl="1"/>
            <a:r>
              <a:rPr lang="en-US" altLang="zh-HK" dirty="0"/>
              <a:t>without defining how the services are implemented. </a:t>
            </a:r>
          </a:p>
          <a:p>
            <a:r>
              <a:rPr lang="en-US" altLang="zh-HK" dirty="0"/>
              <a:t>any modification in a layer will not affect the other layers.</a:t>
            </a:r>
            <a:endParaRPr lang="zh-TW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87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sz="4400" dirty="0"/>
              <a:t>Open Systems Interconnection (OSI) Model</a:t>
            </a:r>
            <a:endParaRPr lang="en-US" sz="4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C1915-38E8-9189-E502-3218BD740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8848" y="2133600"/>
            <a:ext cx="4742822" cy="37776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Reference conceptual model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Communications split in 7 abstraction layers</a:t>
            </a:r>
          </a:p>
          <a:p>
            <a:pPr marL="292608" lvl="1" indent="0">
              <a:buNone/>
            </a:pPr>
            <a:r>
              <a:rPr lang="en-US" sz="2000" dirty="0"/>
              <a:t>1. Physical</a:t>
            </a:r>
          </a:p>
          <a:p>
            <a:pPr marL="292608" lvl="1" indent="0">
              <a:buNone/>
            </a:pPr>
            <a:r>
              <a:rPr lang="en-US" sz="2000" dirty="0"/>
              <a:t>2. Data Link</a:t>
            </a:r>
          </a:p>
          <a:p>
            <a:pPr marL="292608" lvl="1" indent="0">
              <a:buNone/>
            </a:pPr>
            <a:r>
              <a:rPr lang="en-US" sz="2000" dirty="0"/>
              <a:t>3. Network</a:t>
            </a:r>
          </a:p>
          <a:p>
            <a:pPr marL="292608" lvl="1" indent="0">
              <a:buNone/>
            </a:pPr>
            <a:r>
              <a:rPr lang="en-US" sz="2000" dirty="0"/>
              <a:t>4. Transport</a:t>
            </a:r>
          </a:p>
          <a:p>
            <a:pPr marL="292608" lvl="1" indent="0">
              <a:buNone/>
            </a:pPr>
            <a:r>
              <a:rPr lang="en-US" sz="2000" dirty="0"/>
              <a:t>5. Session</a:t>
            </a:r>
          </a:p>
          <a:p>
            <a:pPr marL="292608" lvl="1" indent="0">
              <a:buNone/>
            </a:pPr>
            <a:r>
              <a:rPr lang="en-US" sz="2000" dirty="0"/>
              <a:t>6. Presentation</a:t>
            </a:r>
          </a:p>
          <a:p>
            <a:pPr marL="292608" lvl="1" indent="0">
              <a:buNone/>
            </a:pPr>
            <a:r>
              <a:rPr lang="en-US" sz="2000" dirty="0"/>
              <a:t>7. Application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43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OSI Model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圖片 3">
            <a:extLst>
              <a:ext uri="{FF2B5EF4-FFF2-40B4-BE49-F238E27FC236}">
                <a16:creationId xmlns:a16="http://schemas.microsoft.com/office/drawing/2014/main" id="{16CAAA27-07DE-BCB5-D8A4-FDB6BD10EB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735" y="1905000"/>
            <a:ext cx="6894841" cy="41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034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Functions of layers</a:t>
            </a:r>
            <a:endParaRPr lang="zh-HK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46</a:t>
            </a:fld>
            <a:endParaRPr lang="en-US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" r="5158" b="5201"/>
          <a:stretch/>
        </p:blipFill>
        <p:spPr bwMode="auto">
          <a:xfrm>
            <a:off x="2810216" y="1628338"/>
            <a:ext cx="6606499" cy="52296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97548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Transmission Control Protocol/Internet Protocol (TCP/IP)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60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Internet protocol suite (TCP/IP)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Set of communication protocols used on the Internet &amp; similar computer networks</a:t>
            </a:r>
          </a:p>
          <a:p>
            <a:r>
              <a:rPr lang="en-US"/>
              <a:t>Current foundational protocol</a:t>
            </a:r>
          </a:p>
          <a:p>
            <a:pPr lvl="1"/>
            <a:r>
              <a:rPr lang="en-US"/>
              <a:t>Transmission Control Protocol (TCP)</a:t>
            </a:r>
          </a:p>
          <a:p>
            <a:pPr lvl="1"/>
            <a:r>
              <a:rPr lang="en-US"/>
              <a:t>Internet Protocol (IP)</a:t>
            </a:r>
          </a:p>
          <a:p>
            <a:pPr lvl="1"/>
            <a:r>
              <a:rPr lang="en-US"/>
              <a:t>User Datagram Protocol (UDP)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3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Internet Protocol Data 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49</a:t>
            </a:fld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318845" y="2567354"/>
            <a:ext cx="1538657" cy="3177987"/>
            <a:chOff x="1318845" y="2567354"/>
            <a:chExt cx="1538657" cy="3177987"/>
          </a:xfrm>
        </p:grpSpPr>
        <p:sp>
          <p:nvSpPr>
            <p:cNvPr id="4" name="Rounded Rectangle 3"/>
            <p:cNvSpPr/>
            <p:nvPr/>
          </p:nvSpPr>
          <p:spPr>
            <a:xfrm>
              <a:off x="1318845" y="2567354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Application Layer</a:t>
              </a:r>
              <a:endParaRPr 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8846" y="3424460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Transport Layer</a:t>
              </a:r>
              <a:endParaRPr lang="en-US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8845" y="4281566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Network Layer</a:t>
              </a:r>
              <a:endParaRPr lang="en-US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8845" y="5138672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Data-Link Layer</a:t>
              </a:r>
              <a:endParaRPr lang="en-US" dirty="0"/>
            </a:p>
          </p:txBody>
        </p:sp>
        <p:cxnSp>
          <p:nvCxnSpPr>
            <p:cNvPr id="10" name="Straight Arrow Connector 9"/>
            <p:cNvCxnSpPr>
              <a:stCxn id="4" idx="2"/>
              <a:endCxn id="6" idx="0"/>
            </p:cNvCxnSpPr>
            <p:nvPr/>
          </p:nvCxnSpPr>
          <p:spPr>
            <a:xfrm>
              <a:off x="2088173" y="3174023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6" idx="2"/>
              <a:endCxn id="7" idx="0"/>
            </p:cNvCxnSpPr>
            <p:nvPr/>
          </p:nvCxnSpPr>
          <p:spPr>
            <a:xfrm flipH="1">
              <a:off x="2088173" y="4031129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088173" y="4869924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9136522" y="2567354"/>
            <a:ext cx="1538657" cy="3177987"/>
            <a:chOff x="1318845" y="2567354"/>
            <a:chExt cx="1538657" cy="3177987"/>
          </a:xfrm>
        </p:grpSpPr>
        <p:sp>
          <p:nvSpPr>
            <p:cNvPr id="40" name="Rounded Rectangle 39"/>
            <p:cNvSpPr/>
            <p:nvPr/>
          </p:nvSpPr>
          <p:spPr>
            <a:xfrm>
              <a:off x="1318845" y="2567354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Application Layer</a:t>
              </a:r>
              <a:endParaRPr lang="en-US" dirty="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318846" y="3424460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Transport Layer</a:t>
              </a:r>
              <a:endParaRPr lang="en-US" dirty="0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318845" y="4281566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Network Layer</a:t>
              </a:r>
              <a:endParaRPr lang="en-US" dirty="0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8845" y="5138672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Data-Link Layer</a:t>
              </a:r>
              <a:endParaRPr lang="en-US" dirty="0"/>
            </a:p>
          </p:txBody>
        </p:sp>
        <p:cxnSp>
          <p:nvCxnSpPr>
            <p:cNvPr id="44" name="Straight Arrow Connector 43"/>
            <p:cNvCxnSpPr>
              <a:stCxn id="40" idx="2"/>
              <a:endCxn id="41" idx="0"/>
            </p:cNvCxnSpPr>
            <p:nvPr/>
          </p:nvCxnSpPr>
          <p:spPr>
            <a:xfrm>
              <a:off x="2088173" y="3174023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1" idx="2"/>
              <a:endCxn id="42" idx="0"/>
            </p:cNvCxnSpPr>
            <p:nvPr/>
          </p:nvCxnSpPr>
          <p:spPr>
            <a:xfrm flipH="1">
              <a:off x="2088173" y="4031129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088173" y="4869924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ounded Rectangle 49"/>
          <p:cNvSpPr/>
          <p:nvPr/>
        </p:nvSpPr>
        <p:spPr>
          <a:xfrm>
            <a:off x="3207648" y="4281566"/>
            <a:ext cx="1538656" cy="60666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Network Layer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3207648" y="5138672"/>
            <a:ext cx="1538656" cy="60666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Data-Link Layer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976976" y="4869924"/>
            <a:ext cx="1" cy="250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7156053" y="4281565"/>
            <a:ext cx="1538656" cy="1463775"/>
            <a:chOff x="6734020" y="4281565"/>
            <a:chExt cx="1538656" cy="1463775"/>
          </a:xfrm>
        </p:grpSpPr>
        <p:sp>
          <p:nvSpPr>
            <p:cNvPr id="58" name="Rounded Rectangle 57"/>
            <p:cNvSpPr/>
            <p:nvPr/>
          </p:nvSpPr>
          <p:spPr>
            <a:xfrm>
              <a:off x="6734020" y="4281565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Network Layer</a:t>
              </a:r>
              <a:endParaRPr lang="en-US" dirty="0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734020" y="5138671"/>
              <a:ext cx="1538656" cy="60666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dirty="0"/>
                <a:t>Data-Link Layer</a:t>
              </a:r>
              <a:endParaRPr lang="en-US" dirty="0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7503348" y="4869923"/>
              <a:ext cx="1" cy="2504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Cloud 62"/>
          <p:cNvSpPr/>
          <p:nvPr/>
        </p:nvSpPr>
        <p:spPr>
          <a:xfrm>
            <a:off x="5175585" y="5013452"/>
            <a:ext cx="1568532" cy="857106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1600" dirty="0">
                <a:solidFill>
                  <a:schemeClr val="tx1"/>
                </a:solidFill>
              </a:rPr>
              <a:t>Internet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/>
          <p:cNvCxnSpPr>
            <a:stCxn id="51" idx="1"/>
            <a:endCxn id="8" idx="3"/>
          </p:cNvCxnSpPr>
          <p:nvPr/>
        </p:nvCxnSpPr>
        <p:spPr>
          <a:xfrm flipH="1">
            <a:off x="2857501" y="5442007"/>
            <a:ext cx="3501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3"/>
            <a:endCxn id="63" idx="2"/>
          </p:cNvCxnSpPr>
          <p:nvPr/>
        </p:nvCxnSpPr>
        <p:spPr>
          <a:xfrm flipV="1">
            <a:off x="4746304" y="5442005"/>
            <a:ext cx="434146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3" idx="0"/>
            <a:endCxn id="59" idx="1"/>
          </p:cNvCxnSpPr>
          <p:nvPr/>
        </p:nvCxnSpPr>
        <p:spPr>
          <a:xfrm>
            <a:off x="6742810" y="5442005"/>
            <a:ext cx="41324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9" idx="3"/>
            <a:endCxn id="43" idx="1"/>
          </p:cNvCxnSpPr>
          <p:nvPr/>
        </p:nvCxnSpPr>
        <p:spPr>
          <a:xfrm>
            <a:off x="8694709" y="5442006"/>
            <a:ext cx="44181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1870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87D4-C768-4E3B-4E98-95C3758A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41979-28C7-D8A7-4A3F-9EB56516BF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layer</a:t>
            </a:r>
          </a:p>
          <a:p>
            <a:pPr lvl="1"/>
            <a:r>
              <a:rPr lang="en-US" dirty="0"/>
              <a:t>HTTP, HTTPS, FTP, SMTP, POP3</a:t>
            </a:r>
          </a:p>
          <a:p>
            <a:r>
              <a:rPr lang="en-US" dirty="0"/>
              <a:t>Transport layer</a:t>
            </a:r>
          </a:p>
          <a:p>
            <a:pPr lvl="1"/>
            <a:r>
              <a:rPr lang="en-US" dirty="0"/>
              <a:t>TCP, UDP</a:t>
            </a:r>
          </a:p>
          <a:p>
            <a:pPr lvl="1"/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layer</a:t>
            </a:r>
          </a:p>
          <a:p>
            <a:pPr lvl="1"/>
            <a:r>
              <a:rPr lang="en-US" dirty="0"/>
              <a:t>IPv4, IPv6</a:t>
            </a:r>
          </a:p>
          <a:p>
            <a:r>
              <a:rPr lang="en-US" dirty="0"/>
              <a:t>Data-link layer</a:t>
            </a:r>
          </a:p>
          <a:p>
            <a:pPr lvl="1"/>
            <a:r>
              <a:rPr lang="en-US" dirty="0"/>
              <a:t>PPP</a:t>
            </a:r>
          </a:p>
          <a:p>
            <a:pPr lvl="1"/>
            <a:r>
              <a:rPr lang="en-US" dirty="0"/>
              <a:t>ARP, RARP, </a:t>
            </a:r>
          </a:p>
          <a:p>
            <a:pPr lvl="1"/>
            <a:r>
              <a:rPr lang="en-US" dirty="0"/>
              <a:t>Wi-Fi, Ethernet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9D77B-7F61-BEC1-8A33-307645EA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4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2A4C-393B-E95A-080F-AC896870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 Control Protocol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3C7E-7720-6413-79BF-C911E4CD3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13045"/>
            <a:ext cx="9720073" cy="4296315"/>
          </a:xfrm>
        </p:spPr>
        <p:txBody>
          <a:bodyPr>
            <a:normAutofit/>
          </a:bodyPr>
          <a:lstStyle/>
          <a:p>
            <a:r>
              <a:rPr lang="en-US" dirty="0"/>
              <a:t>Provides reliable, ordered, and error-checked delivery of a stream of bytes </a:t>
            </a:r>
          </a:p>
          <a:p>
            <a:r>
              <a:rPr lang="en-US" dirty="0"/>
              <a:t>between applications running on hosts communicating via an IP network</a:t>
            </a:r>
          </a:p>
          <a:p>
            <a:r>
              <a:rPr lang="en-US" dirty="0"/>
              <a:t>Connection-oriented</a:t>
            </a:r>
          </a:p>
          <a:p>
            <a:r>
              <a:rPr lang="en-US" dirty="0"/>
              <a:t>Typical ports for applications</a:t>
            </a:r>
          </a:p>
          <a:p>
            <a:pPr lvl="1"/>
            <a:r>
              <a:rPr lang="en-US" dirty="0"/>
              <a:t>WWW - 80</a:t>
            </a:r>
          </a:p>
          <a:p>
            <a:pPr lvl="1"/>
            <a:r>
              <a:rPr lang="en-US" dirty="0"/>
              <a:t>Email - 25</a:t>
            </a:r>
          </a:p>
          <a:p>
            <a:pPr lvl="1"/>
            <a:r>
              <a:rPr lang="en-US" dirty="0"/>
              <a:t>FTP - 21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663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50C3-0FAC-3AD6-40B9-2D97C9E4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Internet Protocol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28AF-3FC1-E6A9-C51E-51FB5E9D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65278"/>
            <a:ext cx="9720073" cy="4344082"/>
          </a:xfrm>
        </p:spPr>
        <p:txBody>
          <a:bodyPr>
            <a:normAutofit/>
          </a:bodyPr>
          <a:lstStyle/>
          <a:p>
            <a:r>
              <a:rPr lang="en-US" dirty="0"/>
              <a:t>Network layer communication protocol</a:t>
            </a:r>
          </a:p>
          <a:p>
            <a:r>
              <a:rPr lang="en-US" dirty="0"/>
              <a:t>Relaying datagram across network boundaries</a:t>
            </a:r>
          </a:p>
          <a:p>
            <a:r>
              <a:rPr lang="en-US" dirty="0"/>
              <a:t>Delivering packets </a:t>
            </a:r>
          </a:p>
          <a:p>
            <a:pPr lvl="1"/>
            <a:r>
              <a:rPr lang="en-US" dirty="0"/>
              <a:t>From source host</a:t>
            </a:r>
          </a:p>
          <a:p>
            <a:pPr lvl="1"/>
            <a:r>
              <a:rPr lang="en-US" dirty="0"/>
              <a:t>To the destination host</a:t>
            </a:r>
          </a:p>
          <a:p>
            <a:r>
              <a:rPr lang="en-US" dirty="0"/>
              <a:t>Using IP Address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15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IP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17510"/>
            <a:ext cx="10214803" cy="4391850"/>
          </a:xfrm>
        </p:spPr>
        <p:txBody>
          <a:bodyPr>
            <a:normAutofit/>
          </a:bodyPr>
          <a:lstStyle/>
          <a:p>
            <a:r>
              <a:rPr lang="en-US" dirty="0"/>
              <a:t>A numeric label used for network interface identification and location addressing</a:t>
            </a:r>
          </a:p>
          <a:p>
            <a:r>
              <a:rPr lang="en-US" dirty="0"/>
              <a:t>Each network interface has a unique IP address inside a network</a:t>
            </a:r>
          </a:p>
          <a:p>
            <a:r>
              <a:rPr lang="en-US" dirty="0"/>
              <a:t>IPv4</a:t>
            </a:r>
          </a:p>
          <a:p>
            <a:pPr lvl="1"/>
            <a:r>
              <a:rPr lang="en-US" dirty="0"/>
              <a:t>A 32-bit number</a:t>
            </a:r>
          </a:p>
          <a:p>
            <a:pPr lvl="1"/>
            <a:r>
              <a:rPr lang="en-US" dirty="0"/>
              <a:t>E.g.: 192.0.2.1</a:t>
            </a:r>
          </a:p>
          <a:p>
            <a:r>
              <a:rPr lang="en-US" dirty="0"/>
              <a:t>IPv6</a:t>
            </a:r>
          </a:p>
          <a:p>
            <a:pPr lvl="1"/>
            <a:r>
              <a:rPr lang="en-US" dirty="0"/>
              <a:t>128-bit number</a:t>
            </a:r>
          </a:p>
          <a:p>
            <a:pPr lvl="1"/>
            <a:r>
              <a:rPr lang="en-US" dirty="0"/>
              <a:t>E.g.: </a:t>
            </a:r>
            <a:r>
              <a:rPr lang="en-US" i="1" dirty="0">
                <a:effectLst/>
              </a:rPr>
              <a:t>2001:db8:0:1234:0:567:8:1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 descr="Decomposition of an IPv4 address from dot-decimal notation to its binary value">
            <a:extLst>
              <a:ext uri="{FF2B5EF4-FFF2-40B4-BE49-F238E27FC236}">
                <a16:creationId xmlns:a16="http://schemas.microsoft.com/office/drawing/2014/main" id="{E940A5FA-865E-F714-F2C8-FC58814FF8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635" y="3282286"/>
            <a:ext cx="6983632" cy="236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36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Hierarchical &amp; decentralized naming system </a:t>
            </a:r>
          </a:p>
          <a:p>
            <a:r>
              <a:rPr lang="en-US" sz="3200" dirty="0"/>
              <a:t>used to identify computers reachable through the Internet</a:t>
            </a:r>
          </a:p>
          <a:p>
            <a:r>
              <a:rPr lang="en-US" sz="3200" dirty="0"/>
              <a:t>Commonly used to</a:t>
            </a:r>
          </a:p>
          <a:p>
            <a:pPr lvl="1"/>
            <a:r>
              <a:rPr lang="en-US" sz="2800" dirty="0"/>
              <a:t>Map human-friendly domain names</a:t>
            </a:r>
          </a:p>
          <a:p>
            <a:pPr lvl="1"/>
            <a:r>
              <a:rPr lang="en-US" sz="2800" dirty="0"/>
              <a:t>To the numerical IP address</a:t>
            </a:r>
          </a:p>
          <a:p>
            <a:r>
              <a:rPr lang="en-US" sz="3200" dirty="0"/>
              <a:t>Example</a:t>
            </a:r>
          </a:p>
          <a:p>
            <a:pPr lvl="1"/>
            <a:r>
              <a:rPr lang="en-US" sz="2800" dirty="0">
                <a:hlinkClick r:id="rId2"/>
              </a:rPr>
              <a:t>www.gmail.com</a:t>
            </a:r>
            <a:r>
              <a:rPr lang="en-US" sz="2800" dirty="0"/>
              <a:t> (DNS) -&gt; 142.251.220.69 (IP)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90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Data-link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Lowest layer in the TCP/IP suite</a:t>
            </a:r>
          </a:p>
          <a:p>
            <a:r>
              <a:rPr lang="en-US" dirty="0"/>
              <a:t>Link</a:t>
            </a:r>
          </a:p>
          <a:p>
            <a:pPr lvl="1"/>
            <a:r>
              <a:rPr lang="en-US" dirty="0"/>
              <a:t>Physical &amp; logical network components used to interconnect hosts / nodes in the network</a:t>
            </a:r>
          </a:p>
          <a:p>
            <a:r>
              <a:rPr lang="en-US" dirty="0"/>
              <a:t>Link protocol</a:t>
            </a:r>
          </a:p>
          <a:p>
            <a:pPr lvl="1"/>
            <a:r>
              <a:rPr lang="en-US" dirty="0"/>
              <a:t>Methods &amp; standards that operate only between adjacent network nodes of a network segment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Ethernet, Wi-Fi, PPP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901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0603765" cy="1499616"/>
          </a:xfrm>
        </p:spPr>
        <p:txBody>
          <a:bodyPr>
            <a:normAutofit/>
          </a:bodyPr>
          <a:lstStyle/>
          <a:p>
            <a:pPr lvl="0"/>
            <a:r>
              <a:rPr lang="en-HK" dirty="0"/>
              <a:t>Exercise – Checking Windows Network Setting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/>
              <a:t>Check the [Network Connections] inside windows 10/11.</a:t>
            </a:r>
          </a:p>
          <a:p>
            <a:r>
              <a:rPr lang="en-HK"/>
              <a:t>Check the version of TCP/IP in use</a:t>
            </a:r>
          </a:p>
          <a:p>
            <a:r>
              <a:rPr lang="en-HK"/>
              <a:t>Check the IP of your computer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714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Checking network status – Windows 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May need Administrative right</a:t>
            </a:r>
          </a:p>
          <a:p>
            <a:pPr lvl="1"/>
            <a:r>
              <a:rPr lang="en-HK" dirty="0"/>
              <a:t>Do it at home</a:t>
            </a:r>
          </a:p>
          <a:p>
            <a:r>
              <a:rPr lang="en-HK" dirty="0"/>
              <a:t>Control Panel</a:t>
            </a:r>
          </a:p>
          <a:p>
            <a:pPr lvl="1"/>
            <a:r>
              <a:rPr lang="en-HK" dirty="0"/>
              <a:t>Network &amp; Internet</a:t>
            </a:r>
          </a:p>
          <a:p>
            <a:r>
              <a:rPr lang="en-HK" dirty="0"/>
              <a:t>Status</a:t>
            </a:r>
          </a:p>
          <a:p>
            <a:pPr lvl="1"/>
            <a:r>
              <a:rPr lang="en-HK" dirty="0"/>
              <a:t>Change Network Adapter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C4D764-1E05-0AE2-B745-137C7ACAF7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47564" y="1650654"/>
            <a:ext cx="6071315" cy="46587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376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Checking network status -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1760597"/>
            <a:ext cx="4184035" cy="4154486"/>
          </a:xfrm>
        </p:spPr>
        <p:txBody>
          <a:bodyPr/>
          <a:lstStyle/>
          <a:p>
            <a:r>
              <a:rPr lang="en-HK" dirty="0"/>
              <a:t>Search for ‘</a:t>
            </a:r>
            <a:r>
              <a:rPr lang="en-HK" dirty="0" err="1"/>
              <a:t>cmd</a:t>
            </a:r>
            <a:r>
              <a:rPr lang="en-HK" dirty="0"/>
              <a:t>’</a:t>
            </a:r>
          </a:p>
          <a:p>
            <a:pPr lvl="1"/>
            <a:r>
              <a:rPr lang="en-HK" dirty="0" err="1"/>
              <a:t>cmd</a:t>
            </a:r>
            <a:r>
              <a:rPr lang="en-HK" dirty="0"/>
              <a:t>: Command Prompt of windows</a:t>
            </a:r>
          </a:p>
          <a:p>
            <a:r>
              <a:rPr lang="en-HK" dirty="0"/>
              <a:t>Type ‘ipconfig /all’</a:t>
            </a:r>
          </a:p>
          <a:p>
            <a:pPr lvl="1"/>
            <a:r>
              <a:rPr lang="en-HK" dirty="0"/>
              <a:t>Show all network setting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36900"/>
          <a:stretch/>
        </p:blipFill>
        <p:spPr>
          <a:xfrm>
            <a:off x="5178569" y="1760597"/>
            <a:ext cx="5627976" cy="415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657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2FA-3CB1-9C1B-30D8-52304090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of application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 descr="Diagram, timeline&#10;&#10;Description automatically generated with medium confidence">
            <a:extLst>
              <a:ext uri="{FF2B5EF4-FFF2-40B4-BE49-F238E27FC236}">
                <a16:creationId xmlns:a16="http://schemas.microsoft.com/office/drawing/2014/main" id="{68ACD3DD-956C-018C-EA30-864749745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63" y="1716173"/>
            <a:ext cx="6644673" cy="41529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B8CFB9-ADAE-44B2-BB80-B6123F3806C5}"/>
              </a:ext>
            </a:extLst>
          </p:cNvPr>
          <p:cNvSpPr txBox="1"/>
          <p:nvPr/>
        </p:nvSpPr>
        <p:spPr>
          <a:xfrm>
            <a:off x="1097280" y="5869094"/>
            <a:ext cx="8823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https://en.wikipedia.org/wiki/Internet_Protocol#/media/File:UDP_encapsulation.svg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16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E6B62D-AC0F-E3AA-CB58-82F5BA37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threats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70006-6292-D00F-D21C-677BEFFB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49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Network security: Security threat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Denial of Service (</a:t>
            </a:r>
            <a:r>
              <a:rPr lang="en-US" altLang="zh-HK" dirty="0" err="1"/>
              <a:t>DoS</a:t>
            </a:r>
            <a:r>
              <a:rPr lang="en-US" altLang="zh-HK" dirty="0"/>
              <a:t>) attack</a:t>
            </a:r>
          </a:p>
          <a:p>
            <a:r>
              <a:rPr lang="en-US" altLang="zh-HK" dirty="0"/>
              <a:t>Distributed </a:t>
            </a:r>
            <a:r>
              <a:rPr lang="en-US" altLang="zh-HK" dirty="0" err="1"/>
              <a:t>DoS</a:t>
            </a:r>
            <a:r>
              <a:rPr lang="en-US" altLang="zh-HK" dirty="0"/>
              <a:t> attack</a:t>
            </a:r>
          </a:p>
          <a:p>
            <a:r>
              <a:rPr lang="en-US" altLang="zh-HK" dirty="0"/>
              <a:t>Man in the middle</a:t>
            </a:r>
          </a:p>
          <a:p>
            <a:r>
              <a:rPr lang="en-US" altLang="zh-HK" dirty="0"/>
              <a:t>Social engineering </a:t>
            </a:r>
          </a:p>
          <a:p>
            <a:r>
              <a:rPr lang="en-US" altLang="zh-HK" dirty="0"/>
              <a:t>Virus</a:t>
            </a:r>
          </a:p>
          <a:p>
            <a:r>
              <a:rPr lang="en-US" altLang="zh-HK" dirty="0"/>
              <a:t>Worms</a:t>
            </a:r>
          </a:p>
          <a:p>
            <a:r>
              <a:rPr lang="en-HK" altLang="zh-HK" dirty="0"/>
              <a:t>Phishing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982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4581-9AE8-672D-6CA9-FB60C4C4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 (DoS)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5892-73FD-3E41-6CDD-10FDCF945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41714"/>
            <a:ext cx="10480483" cy="3777622"/>
          </a:xfrm>
        </p:spPr>
        <p:txBody>
          <a:bodyPr/>
          <a:lstStyle/>
          <a:p>
            <a:r>
              <a:rPr lang="en-US" dirty="0"/>
              <a:t>overwhelms the network host with the stream of bogus data which keep it to process the designed data.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86588-6744-45F3-3D43-6AC78391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896" y="2860605"/>
            <a:ext cx="4583389" cy="25811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7012" y="6203865"/>
            <a:ext cx="7766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Image source: (</a:t>
            </a:r>
            <a:r>
              <a:rPr lang="en-US" dirty="0" err="1">
                <a:latin typeface="Times New Roman" panose="02020603050405020304" pitchFamily="18" charset="0"/>
              </a:rPr>
              <a:t>Schuba</a:t>
            </a:r>
            <a:r>
              <a:rPr lang="en-US" dirty="0">
                <a:latin typeface="Times New Roman" panose="02020603050405020304" pitchFamily="18" charset="0"/>
              </a:rPr>
              <a:t> et al, 1997) Analysis of a Denial of Service Attack on TCP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664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7E0B-A9D7-90F6-2C77-3B55066DC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DoS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F703-90BD-AA50-0C9C-C3620555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attacking an online service or a website by the huge amount of traffic coming from various sources and thus leading to the interruption of the services or even shutting down the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A488B-318F-C0B3-E3D8-E009B2C9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56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DB19-53E7-F183-423C-48CFD34D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 in the middle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C613-5ACD-6891-E63A-83840543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occurs when the person keep a logical connection or equipment between 2 communicating parties.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EC693-32F5-9E56-ED97-1F8ADF86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498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4875-02F0-7583-E37B-9F29FEFA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856-0382-DE3D-CA06-5AB5D37CC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It may comprise of false sites that ask for the information from the unsuspecting web surfers.</a:t>
            </a:r>
          </a:p>
          <a:p>
            <a:r>
              <a:rPr lang="en-HK" altLang="zh-HK" dirty="0"/>
              <a:t>Example</a:t>
            </a:r>
          </a:p>
          <a:p>
            <a:pPr lvl="1"/>
            <a:r>
              <a:rPr lang="en-HK" altLang="zh-HK" dirty="0"/>
              <a:t>Phishing</a:t>
            </a:r>
            <a:endParaRPr lang="en-US" altLang="zh-HK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9C72-5F56-6A72-4136-1753EB90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766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What is phishing? 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837765"/>
            <a:ext cx="8596668" cy="4203597"/>
          </a:xfrm>
        </p:spPr>
        <p:txBody>
          <a:bodyPr/>
          <a:lstStyle/>
          <a:p>
            <a:r>
              <a:rPr lang="en-HK" altLang="zh-HK" dirty="0"/>
              <a:t>A form of social engineering</a:t>
            </a:r>
          </a:p>
          <a:p>
            <a:pPr lvl="1"/>
            <a:r>
              <a:rPr lang="en-HK" altLang="zh-HK" dirty="0"/>
              <a:t>Deceive people into revealing sensitive information</a:t>
            </a:r>
          </a:p>
          <a:p>
            <a:pPr lvl="1"/>
            <a:r>
              <a:rPr lang="en-HK" altLang="zh-HK" dirty="0"/>
              <a:t>Installing malware</a:t>
            </a:r>
            <a:endParaRPr lang="en-US" altLang="zh-HK" dirty="0"/>
          </a:p>
          <a:p>
            <a:r>
              <a:rPr lang="en-US" altLang="zh-HK" dirty="0"/>
              <a:t>Phishing email</a:t>
            </a:r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7334" y="6130199"/>
            <a:ext cx="6080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>
                <a:hlinkClick r:id="rId2"/>
              </a:rPr>
              <a:t>https://www.youtube.com/watch?v=48yZUVPacrk&amp;t=13s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1136582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FE07F-FB27-8FAF-F7FE-529338FB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228C-9492-19F3-BAAC-8A8087A47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the program which can infect the computer and copy itself without user knowledge.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32DF0-751A-3898-FDC6-D6AB8F4F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828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36DB-D5D2-1EC4-F1FF-E263468C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4C66-B775-D576-A947-9882D8FF9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it is just a program and just not an infestation. </a:t>
            </a:r>
          </a:p>
          <a:p>
            <a:r>
              <a:rPr lang="en-US" altLang="zh-HK" dirty="0"/>
              <a:t>will use a computer network to send worm copies to the other computers without the user's knowledge.</a:t>
            </a:r>
            <a:endParaRPr lang="zh-HK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CF5D9-587C-184C-4F79-5B0717DD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977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2AAE9-F0FA-55D4-4662-470D85B7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/>
              <a:t>security and mitigation </a:t>
            </a:r>
            <a:r>
              <a:rPr lang="en-US" dirty="0"/>
              <a:t>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342DE-F319-27BC-B605-640E563D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501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Mitigation techniques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Goals of information security</a:t>
            </a:r>
          </a:p>
          <a:p>
            <a:r>
              <a:rPr lang="en-HK" dirty="0"/>
              <a:t>Availability Control</a:t>
            </a:r>
          </a:p>
          <a:p>
            <a:pPr lvl="1"/>
            <a:r>
              <a:rPr lang="en-HK" dirty="0"/>
              <a:t>Access Control</a:t>
            </a:r>
          </a:p>
          <a:p>
            <a:pPr lvl="1"/>
            <a:r>
              <a:rPr lang="en-HK" dirty="0"/>
              <a:t>Authentication</a:t>
            </a:r>
          </a:p>
          <a:p>
            <a:pPr lvl="1"/>
            <a:r>
              <a:rPr lang="en-HK" dirty="0"/>
              <a:t>Encryption</a:t>
            </a:r>
          </a:p>
          <a:p>
            <a:r>
              <a:rPr lang="en-HK" dirty="0"/>
              <a:t>Other mitigation techniques</a:t>
            </a:r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735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4E6888-B9CA-F8F8-B0C3-342CFD48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/>
              <a:t>Goals of information security - prevent</a:t>
            </a:r>
            <a:endParaRPr lang="zh-HK" altLang="en-US" dirty="0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16B0F2E6-C621-83B4-2E52-9C3DE04C952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19372803"/>
              </p:ext>
            </p:extLst>
          </p:nvPr>
        </p:nvGraphicFramePr>
        <p:xfrm>
          <a:off x="1553353" y="2136493"/>
          <a:ext cx="418306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71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F9EBB8-0DFA-6EEA-B740-930B1F594E4B}"/>
              </a:ext>
            </a:extLst>
          </p:cNvPr>
          <p:cNvGrpSpPr/>
          <p:nvPr/>
        </p:nvGrpSpPr>
        <p:grpSpPr>
          <a:xfrm>
            <a:off x="6863428" y="2450015"/>
            <a:ext cx="3973905" cy="3302581"/>
            <a:chOff x="-4552329" y="1072459"/>
            <a:chExt cx="3973905" cy="3302581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D56C2E5F-1FE1-07B6-763C-206A3552CC86}"/>
                </a:ext>
              </a:extLst>
            </p:cNvPr>
            <p:cNvSpPr/>
            <p:nvPr/>
          </p:nvSpPr>
          <p:spPr>
            <a:xfrm>
              <a:off x="-3755572" y="1741713"/>
              <a:ext cx="2139044" cy="1915887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810335-7CAB-BC98-116A-DB30FFDB66E6}"/>
                </a:ext>
              </a:extLst>
            </p:cNvPr>
            <p:cNvSpPr txBox="1"/>
            <p:nvPr/>
          </p:nvSpPr>
          <p:spPr>
            <a:xfrm>
              <a:off x="-2654633" y="3790265"/>
              <a:ext cx="20762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accent2">
                      <a:lumMod val="75000"/>
                    </a:schemeClr>
                  </a:solidFill>
                </a:rPr>
                <a:t>Availability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298B71-8766-2BE9-CCBA-FFC1E052BE87}"/>
                </a:ext>
              </a:extLst>
            </p:cNvPr>
            <p:cNvSpPr txBox="1"/>
            <p:nvPr/>
          </p:nvSpPr>
          <p:spPr>
            <a:xfrm>
              <a:off x="-4552329" y="3785399"/>
              <a:ext cx="15935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3">
                      <a:lumMod val="75000"/>
                    </a:schemeClr>
                  </a:solidFill>
                </a:rPr>
                <a:t>Integrity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A14AF7-F829-E782-0788-2A3BD6956F9A}"/>
                </a:ext>
              </a:extLst>
            </p:cNvPr>
            <p:cNvSpPr txBox="1"/>
            <p:nvPr/>
          </p:nvSpPr>
          <p:spPr>
            <a:xfrm>
              <a:off x="-4000769" y="1072459"/>
              <a:ext cx="26294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</a:rPr>
                <a:t>Confidentiality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4F7EBEE-D46F-A96C-460D-BA1F514DC06B}"/>
              </a:ext>
            </a:extLst>
          </p:cNvPr>
          <p:cNvSpPr txBox="1"/>
          <p:nvPr/>
        </p:nvSpPr>
        <p:spPr>
          <a:xfrm>
            <a:off x="8019962" y="6123285"/>
            <a:ext cx="163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C.I.A Approach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7155933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467A-5895-67DD-A5C7-02052902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458F8-7FDF-B3BF-511D-82A40F684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Ensure I.T. systems &amp; data are available when needed</a:t>
            </a:r>
          </a:p>
          <a:p>
            <a:r>
              <a:rPr lang="en-US" dirty="0"/>
              <a:t>No timeframe</a:t>
            </a:r>
          </a:p>
          <a:p>
            <a:pPr lvl="1"/>
            <a:r>
              <a:rPr lang="en-US" sz="3500" dirty="0"/>
              <a:t>Mon to Fri / 9 to 5</a:t>
            </a:r>
          </a:p>
          <a:p>
            <a:pPr lvl="1"/>
            <a:r>
              <a:rPr lang="en-US" sz="3500" dirty="0"/>
              <a:t>24 / 7</a:t>
            </a:r>
          </a:p>
          <a:p>
            <a:r>
              <a:rPr lang="en-US" dirty="0"/>
              <a:t>Loss of availability</a:t>
            </a:r>
          </a:p>
          <a:p>
            <a:pPr lvl="1"/>
            <a:r>
              <a:rPr lang="en-US" sz="3500" dirty="0"/>
              <a:t>Data become corrupt</a:t>
            </a:r>
          </a:p>
          <a:p>
            <a:pPr lvl="1"/>
            <a:r>
              <a:rPr lang="en-US" sz="3500" dirty="0"/>
              <a:t>Server fails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12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710F-EDD0-9D9D-F16E-91009F09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C8A3-267D-9023-0B31-A86299391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Prevents any unauthorized or unwanted modification of data</a:t>
            </a:r>
          </a:p>
          <a:p>
            <a:r>
              <a:rPr lang="en-US" dirty="0"/>
              <a:t>Ensure data</a:t>
            </a:r>
          </a:p>
          <a:p>
            <a:pPr lvl="1"/>
            <a:r>
              <a:rPr lang="en-US" dirty="0"/>
              <a:t>Correct</a:t>
            </a:r>
          </a:p>
          <a:p>
            <a:pPr lvl="1"/>
            <a:r>
              <a:rPr lang="en-US" dirty="0"/>
              <a:t>Current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226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2013-72FE-FC30-6533-1BF4AE97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57857-FABE-4383-D349-E64A740CD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Ensuring that data is not disclosed to unauthorized users.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Access Control</a:t>
            </a:r>
          </a:p>
          <a:p>
            <a:pPr lvl="1"/>
            <a:r>
              <a:rPr lang="en-US" dirty="0"/>
              <a:t>Encryption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027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Security Mechanisms in TCP/IP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Ensure Confidentiality &amp; Integrity</a:t>
            </a:r>
          </a:p>
          <a:p>
            <a:pPr lvl="1"/>
            <a:r>
              <a:rPr lang="en-HK" dirty="0"/>
              <a:t>Public Key Encryption</a:t>
            </a:r>
          </a:p>
          <a:p>
            <a:pPr lvl="1"/>
            <a:r>
              <a:rPr lang="en-HK" dirty="0"/>
              <a:t>Digital Certificates for confidentiality</a:t>
            </a:r>
          </a:p>
          <a:p>
            <a:pPr lvl="1"/>
            <a:r>
              <a:rPr lang="en-HK" dirty="0"/>
              <a:t>Secure Sockets Layer (SSL)</a:t>
            </a:r>
          </a:p>
          <a:p>
            <a:pPr lvl="1"/>
            <a:r>
              <a:rPr lang="en-HK" dirty="0"/>
              <a:t>Transport Layer Security (TLS)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1031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Other mitigation techniques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/>
              <a:t>Training and awareness</a:t>
            </a:r>
          </a:p>
          <a:p>
            <a:r>
              <a:rPr lang="en-US" altLang="zh-HK"/>
              <a:t>Patch management</a:t>
            </a:r>
          </a:p>
          <a:p>
            <a:r>
              <a:rPr lang="en-US" altLang="zh-HK"/>
              <a:t>Policies and procedures</a:t>
            </a:r>
          </a:p>
          <a:p>
            <a:r>
              <a:rPr lang="en-US" altLang="zh-HK"/>
              <a:t>Incident response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93253-7BD4-4690-AF9A-ADCF94750643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09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BFC6E3-A980-4DEC-A54B-F57AB042A59B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4b97df95-d6ed-4c71-86d4-bf7c4bd3aaf0"/>
    <ds:schemaRef ds:uri="30d3476f-ec53-4671-8980-d10767fdaaec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699</TotalTime>
  <Words>2599</Words>
  <Application>Microsoft Office PowerPoint</Application>
  <PresentationFormat>Widescreen</PresentationFormat>
  <Paragraphs>490</Paragraphs>
  <Slides>76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HDDS1104 Operating Systems and Networking</vt:lpstr>
      <vt:lpstr>Intended Learning Outcomes</vt:lpstr>
      <vt:lpstr>What is computer network?</vt:lpstr>
      <vt:lpstr>What is computer network?</vt:lpstr>
      <vt:lpstr>Services of Computer Networks</vt:lpstr>
      <vt:lpstr>Function of computer network</vt:lpstr>
      <vt:lpstr>Network devices</vt:lpstr>
      <vt:lpstr>Servers</vt:lpstr>
      <vt:lpstr>Clients</vt:lpstr>
      <vt:lpstr>Transmission Media</vt:lpstr>
      <vt:lpstr>Network Interface Card (NIC)</vt:lpstr>
      <vt:lpstr>Hub</vt:lpstr>
      <vt:lpstr>Switch</vt:lpstr>
      <vt:lpstr>Router</vt:lpstr>
      <vt:lpstr>Cisco Packet Tracer</vt:lpstr>
      <vt:lpstr>Exercise – Launching Cisco Packet Tracer</vt:lpstr>
      <vt:lpstr>Categories of networks</vt:lpstr>
      <vt:lpstr>Categories of networks</vt:lpstr>
      <vt:lpstr>PAN (Personal Area Network)</vt:lpstr>
      <vt:lpstr>LAN (Local Area Network)</vt:lpstr>
      <vt:lpstr>MAN (Metropolitan Area Network)</vt:lpstr>
      <vt:lpstr>WAN (Wide Area Network)</vt:lpstr>
      <vt:lpstr>Examples of Wide Area Network:</vt:lpstr>
      <vt:lpstr>Network topologies</vt:lpstr>
      <vt:lpstr>Physical network topologies</vt:lpstr>
      <vt:lpstr>Point to point topology</vt:lpstr>
      <vt:lpstr>Point to multipoint topology</vt:lpstr>
      <vt:lpstr>Bus Topology</vt:lpstr>
      <vt:lpstr>Ring Topology</vt:lpstr>
      <vt:lpstr>Star Topology</vt:lpstr>
      <vt:lpstr>Mesh Topology</vt:lpstr>
      <vt:lpstr>Hybrid Topology</vt:lpstr>
      <vt:lpstr>How to select a Network Topology?</vt:lpstr>
      <vt:lpstr>Exercise – Star Network &amp; Ring Network</vt:lpstr>
      <vt:lpstr>Signalling and Encoding</vt:lpstr>
      <vt:lpstr>Transmission Modes</vt:lpstr>
      <vt:lpstr>SIMPLEX Mode</vt:lpstr>
      <vt:lpstr>HALF DUPLEX Mode</vt:lpstr>
      <vt:lpstr>FULL DUPLEX Mode</vt:lpstr>
      <vt:lpstr>Signaling and Encoding</vt:lpstr>
      <vt:lpstr>Transmission of digital data</vt:lpstr>
      <vt:lpstr>Open Systems Interconnection (OSI) Model</vt:lpstr>
      <vt:lpstr>Computer Network Models: Layered Architecture</vt:lpstr>
      <vt:lpstr>Open Systems Interconnection (OSI) Model</vt:lpstr>
      <vt:lpstr>OSI Model</vt:lpstr>
      <vt:lpstr>Functions of layers</vt:lpstr>
      <vt:lpstr>Transmission Control Protocol/Internet Protocol (TCP/IP) model</vt:lpstr>
      <vt:lpstr>Internet protocol suite (TCP/IP)</vt:lpstr>
      <vt:lpstr>Internet Protocol Data Flow</vt:lpstr>
      <vt:lpstr>Protocols involved</vt:lpstr>
      <vt:lpstr>Transmission Control Protocol</vt:lpstr>
      <vt:lpstr>Internet Protocol</vt:lpstr>
      <vt:lpstr>IP Address</vt:lpstr>
      <vt:lpstr>Domain Name System (DNS)</vt:lpstr>
      <vt:lpstr>Data-link layer</vt:lpstr>
      <vt:lpstr>Exercise – Checking Windows Network Setting</vt:lpstr>
      <vt:lpstr>Checking network status – Windows 10</vt:lpstr>
      <vt:lpstr>Checking network status - </vt:lpstr>
      <vt:lpstr>Encapsulation of application data</vt:lpstr>
      <vt:lpstr>Network threats</vt:lpstr>
      <vt:lpstr>Network security: Security threat</vt:lpstr>
      <vt:lpstr>Denial of Service (DoS) attack</vt:lpstr>
      <vt:lpstr>Distributed DoS attack</vt:lpstr>
      <vt:lpstr>Man in the middle</vt:lpstr>
      <vt:lpstr>Social Engineering</vt:lpstr>
      <vt:lpstr>What is phishing? </vt:lpstr>
      <vt:lpstr>Virus</vt:lpstr>
      <vt:lpstr>Worm</vt:lpstr>
      <vt:lpstr>Network security and mitigation techniques</vt:lpstr>
      <vt:lpstr>Mitigation techniques</vt:lpstr>
      <vt:lpstr>Goals of information security - prevent</vt:lpstr>
      <vt:lpstr>Availability</vt:lpstr>
      <vt:lpstr>Integrity</vt:lpstr>
      <vt:lpstr>Confidentiality</vt:lpstr>
      <vt:lpstr>Security Mechanisms in TCP/IP</vt:lpstr>
      <vt:lpstr>Other mitigation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62</cp:revision>
  <cp:lastPrinted>2023-01-12T02:19:31Z</cp:lastPrinted>
  <dcterms:created xsi:type="dcterms:W3CDTF">2023-01-11T06:01:27Z</dcterms:created>
  <dcterms:modified xsi:type="dcterms:W3CDTF">2026-02-16T08:50:14Z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