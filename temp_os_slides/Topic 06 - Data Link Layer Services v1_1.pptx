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4"/>
  </p:sldMasterIdLst>
  <p:notesMasterIdLst>
    <p:notesMasterId r:id="rId31"/>
  </p:notesMasterIdLst>
  <p:handoutMasterIdLst>
    <p:handoutMasterId r:id="rId32"/>
  </p:handoutMasterIdLst>
  <p:sldIdLst>
    <p:sldId id="257" r:id="rId5"/>
    <p:sldId id="259" r:id="rId6"/>
    <p:sldId id="282" r:id="rId7"/>
    <p:sldId id="262" r:id="rId8"/>
    <p:sldId id="263" r:id="rId9"/>
    <p:sldId id="264" r:id="rId10"/>
    <p:sldId id="265" r:id="rId11"/>
    <p:sldId id="285" r:id="rId12"/>
    <p:sldId id="268" r:id="rId13"/>
    <p:sldId id="270" r:id="rId14"/>
    <p:sldId id="269" r:id="rId15"/>
    <p:sldId id="267" r:id="rId16"/>
    <p:sldId id="271" r:id="rId17"/>
    <p:sldId id="276" r:id="rId18"/>
    <p:sldId id="277" r:id="rId19"/>
    <p:sldId id="278" r:id="rId20"/>
    <p:sldId id="280" r:id="rId21"/>
    <p:sldId id="279" r:id="rId22"/>
    <p:sldId id="272" r:id="rId23"/>
    <p:sldId id="260" r:id="rId24"/>
    <p:sldId id="281" r:id="rId25"/>
    <p:sldId id="275" r:id="rId26"/>
    <p:sldId id="273" r:id="rId27"/>
    <p:sldId id="261" r:id="rId28"/>
    <p:sldId id="283" r:id="rId29"/>
    <p:sldId id="284" r:id="rId30"/>
  </p:sldIdLst>
  <p:sldSz cx="12192000" cy="6858000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6F20"/>
    <a:srgbClr val="766F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51C055-5124-4951-B81E-523C2E56ACEF}" v="27" dt="2023-03-01T16:27:53.8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90" autoAdjust="0"/>
    <p:restoredTop sz="95223" autoAdjust="0"/>
  </p:normalViewPr>
  <p:slideViewPr>
    <p:cSldViewPr snapToGrid="0">
      <p:cViewPr varScale="1">
        <p:scale>
          <a:sx n="67" d="100"/>
          <a:sy n="67" d="100"/>
        </p:scale>
        <p:origin x="57" y="2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C L FUNG" userId="2bc1a8d8-82cc-46fb-a66a-21e3967849fb" providerId="ADAL" clId="{A94A67B5-D675-48F1-BE77-66606163E92D}"/>
    <pc:docChg chg="custSel addSld delSld modSld">
      <pc:chgData name="Ben C L FUNG" userId="2bc1a8d8-82cc-46fb-a66a-21e3967849fb" providerId="ADAL" clId="{A94A67B5-D675-48F1-BE77-66606163E92D}" dt="2023-02-08T13:51:45.178" v="142" actId="27636"/>
      <pc:docMkLst>
        <pc:docMk/>
      </pc:docMkLst>
      <pc:sldChg chg="modSp mod">
        <pc:chgData name="Ben C L FUNG" userId="2bc1a8d8-82cc-46fb-a66a-21e3967849fb" providerId="ADAL" clId="{A94A67B5-D675-48F1-BE77-66606163E92D}" dt="2023-02-08T13:45:31.814" v="89" actId="20577"/>
        <pc:sldMkLst>
          <pc:docMk/>
          <pc:sldMk cId="1613474009" sldId="257"/>
        </pc:sldMkLst>
        <pc:spChg chg="mod">
          <ac:chgData name="Ben C L FUNG" userId="2bc1a8d8-82cc-46fb-a66a-21e3967849fb" providerId="ADAL" clId="{A94A67B5-D675-48F1-BE77-66606163E92D}" dt="2023-02-08T13:45:31.814" v="89" actId="20577"/>
          <ac:spMkLst>
            <pc:docMk/>
            <pc:sldMk cId="1613474009" sldId="257"/>
            <ac:spMk id="2" creationId="{00000000-0000-0000-0000-000000000000}"/>
          </ac:spMkLst>
        </pc:spChg>
      </pc:sldChg>
      <pc:sldChg chg="modSp mod">
        <pc:chgData name="Ben C L FUNG" userId="2bc1a8d8-82cc-46fb-a66a-21e3967849fb" providerId="ADAL" clId="{A94A67B5-D675-48F1-BE77-66606163E92D}" dt="2023-02-08T13:45:56.350" v="101" actId="20577"/>
        <pc:sldMkLst>
          <pc:docMk/>
          <pc:sldMk cId="2368919398" sldId="259"/>
        </pc:sldMkLst>
        <pc:spChg chg="mod">
          <ac:chgData name="Ben C L FUNG" userId="2bc1a8d8-82cc-46fb-a66a-21e3967849fb" providerId="ADAL" clId="{A94A67B5-D675-48F1-BE77-66606163E92D}" dt="2023-02-08T13:45:56.350" v="101" actId="20577"/>
          <ac:spMkLst>
            <pc:docMk/>
            <pc:sldMk cId="2368919398" sldId="259"/>
            <ac:spMk id="5123" creationId="{00000000-0000-0000-0000-000000000000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4084542955" sldId="261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062806213" sldId="266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637506441" sldId="267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718769407" sldId="26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823993323" sldId="269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4019549267" sldId="270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582707076" sldId="271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605213590" sldId="272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312661107" sldId="287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579582460" sldId="28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4763862" sldId="289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736765447" sldId="29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006402878" sldId="31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665731510" sldId="320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859294353" sldId="321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284218118" sldId="322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111714189" sldId="323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889622294" sldId="324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215091214" sldId="325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021325755" sldId="326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965464839" sldId="327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160846026" sldId="32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59348982" sldId="329"/>
        </pc:sldMkLst>
      </pc:sldChg>
      <pc:sldChg chg="add del">
        <pc:chgData name="Ben C L FUNG" userId="2bc1a8d8-82cc-46fb-a66a-21e3967849fb" providerId="ADAL" clId="{A94A67B5-D675-48F1-BE77-66606163E92D}" dt="2023-02-08T13:45:35.804" v="90" actId="47"/>
        <pc:sldMkLst>
          <pc:docMk/>
          <pc:sldMk cId="0" sldId="331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007442616" sldId="331"/>
        </pc:sldMkLst>
      </pc:sldChg>
      <pc:sldChg chg="modSp add mod">
        <pc:chgData name="Ben C L FUNG" userId="2bc1a8d8-82cc-46fb-a66a-21e3967849fb" providerId="ADAL" clId="{A94A67B5-D675-48F1-BE77-66606163E92D}" dt="2023-02-08T13:51:45.178" v="142" actId="27636"/>
        <pc:sldMkLst>
          <pc:docMk/>
          <pc:sldMk cId="0" sldId="332"/>
        </pc:sldMkLst>
        <pc:spChg chg="mod">
          <ac:chgData name="Ben C L FUNG" userId="2bc1a8d8-82cc-46fb-a66a-21e3967849fb" providerId="ADAL" clId="{A94A67B5-D675-48F1-BE77-66606163E92D}" dt="2023-02-08T13:46:07.412" v="113" actId="1076"/>
          <ac:spMkLst>
            <pc:docMk/>
            <pc:sldMk cId="0" sldId="332"/>
            <ac:spMk id="4098" creationId="{681931CD-6CF2-193B-4065-F60A17C33A58}"/>
          </ac:spMkLst>
        </pc:spChg>
        <pc:spChg chg="mod">
          <ac:chgData name="Ben C L FUNG" userId="2bc1a8d8-82cc-46fb-a66a-21e3967849fb" providerId="ADAL" clId="{A94A67B5-D675-48F1-BE77-66606163E92D}" dt="2023-02-08T13:51:45.178" v="142" actId="27636"/>
          <ac:spMkLst>
            <pc:docMk/>
            <pc:sldMk cId="0" sldId="332"/>
            <ac:spMk id="4099" creationId="{0F56F6C0-9125-114A-569E-A030F636DECA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642966114" sldId="332"/>
        </pc:sldMkLst>
      </pc:sldChg>
      <pc:sldChg chg="modSp add del mod">
        <pc:chgData name="Ben C L FUNG" userId="2bc1a8d8-82cc-46fb-a66a-21e3967849fb" providerId="ADAL" clId="{A94A67B5-D675-48F1-BE77-66606163E92D}" dt="2023-02-08T13:46:11.644" v="114" actId="47"/>
        <pc:sldMkLst>
          <pc:docMk/>
          <pc:sldMk cId="0" sldId="333"/>
        </pc:sldMkLst>
        <pc:spChg chg="mod">
          <ac:chgData name="Ben C L FUNG" userId="2bc1a8d8-82cc-46fb-a66a-21e3967849fb" providerId="ADAL" clId="{A94A67B5-D675-48F1-BE77-66606163E92D}" dt="2023-02-08T13:44:54.336" v="5" actId="27636"/>
          <ac:spMkLst>
            <pc:docMk/>
            <pc:sldMk cId="0" sldId="333"/>
            <ac:spMk id="5122" creationId="{A74025CF-235C-BB10-EA49-D60C961E1F28}"/>
          </ac:spMkLst>
        </pc:spChg>
        <pc:spChg chg="mod">
          <ac:chgData name="Ben C L FUNG" userId="2bc1a8d8-82cc-46fb-a66a-21e3967849fb" providerId="ADAL" clId="{A94A67B5-D675-48F1-BE77-66606163E92D}" dt="2023-02-08T13:44:54.335" v="4" actId="27636"/>
          <ac:spMkLst>
            <pc:docMk/>
            <pc:sldMk cId="0" sldId="333"/>
            <ac:spMk id="5123" creationId="{F92B6E4B-B642-F8F7-B3B8-D92CCD64E8D4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946441910" sldId="333"/>
        </pc:sldMkLst>
      </pc:sldChg>
      <pc:sldChg chg="modSp add mod">
        <pc:chgData name="Ben C L FUNG" userId="2bc1a8d8-82cc-46fb-a66a-21e3967849fb" providerId="ADAL" clId="{A94A67B5-D675-48F1-BE77-66606163E92D}" dt="2023-02-08T13:44:54.354" v="7" actId="27636"/>
        <pc:sldMkLst>
          <pc:docMk/>
          <pc:sldMk cId="0" sldId="334"/>
        </pc:sldMkLst>
        <pc:spChg chg="mod">
          <ac:chgData name="Ben C L FUNG" userId="2bc1a8d8-82cc-46fb-a66a-21e3967849fb" providerId="ADAL" clId="{A94A67B5-D675-48F1-BE77-66606163E92D}" dt="2023-02-08T13:44:54.354" v="7" actId="27636"/>
          <ac:spMkLst>
            <pc:docMk/>
            <pc:sldMk cId="0" sldId="334"/>
            <ac:spMk id="6146" creationId="{DB3F4CE1-F66D-056C-F15E-8ECB23744407}"/>
          </ac:spMkLst>
        </pc:spChg>
        <pc:spChg chg="mod">
          <ac:chgData name="Ben C L FUNG" userId="2bc1a8d8-82cc-46fb-a66a-21e3967849fb" providerId="ADAL" clId="{A94A67B5-D675-48F1-BE77-66606163E92D}" dt="2023-02-08T13:44:54.353" v="6" actId="27636"/>
          <ac:spMkLst>
            <pc:docMk/>
            <pc:sldMk cId="0" sldId="334"/>
            <ac:spMk id="6147" creationId="{7F1DA558-62CE-BC6E-F6E8-9764646C842D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197716553" sldId="334"/>
        </pc:sldMkLst>
      </pc:sldChg>
      <pc:sldChg chg="modSp add mod">
        <pc:chgData name="Ben C L FUNG" userId="2bc1a8d8-82cc-46fb-a66a-21e3967849fb" providerId="ADAL" clId="{A94A67B5-D675-48F1-BE77-66606163E92D}" dt="2023-02-08T13:44:54.382" v="9" actId="27636"/>
        <pc:sldMkLst>
          <pc:docMk/>
          <pc:sldMk cId="0" sldId="335"/>
        </pc:sldMkLst>
        <pc:spChg chg="mod">
          <ac:chgData name="Ben C L FUNG" userId="2bc1a8d8-82cc-46fb-a66a-21e3967849fb" providerId="ADAL" clId="{A94A67B5-D675-48F1-BE77-66606163E92D}" dt="2023-02-08T13:44:54.382" v="9" actId="27636"/>
          <ac:spMkLst>
            <pc:docMk/>
            <pc:sldMk cId="0" sldId="335"/>
            <ac:spMk id="7170" creationId="{A48C3067-DA90-5A9E-C4A7-778606AC2609}"/>
          </ac:spMkLst>
        </pc:spChg>
        <pc:spChg chg="mod">
          <ac:chgData name="Ben C L FUNG" userId="2bc1a8d8-82cc-46fb-a66a-21e3967849fb" providerId="ADAL" clId="{A94A67B5-D675-48F1-BE77-66606163E92D}" dt="2023-02-08T13:44:54.382" v="8" actId="27636"/>
          <ac:spMkLst>
            <pc:docMk/>
            <pc:sldMk cId="0" sldId="335"/>
            <ac:spMk id="7171" creationId="{2595CE02-C5C3-C4C3-A4A7-8862D65592A4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883094066" sldId="335"/>
        </pc:sldMkLst>
      </pc:sldChg>
      <pc:sldChg chg="modSp add mod">
        <pc:chgData name="Ben C L FUNG" userId="2bc1a8d8-82cc-46fb-a66a-21e3967849fb" providerId="ADAL" clId="{A94A67B5-D675-48F1-BE77-66606163E92D}" dt="2023-02-08T13:44:54.385" v="10" actId="27636"/>
        <pc:sldMkLst>
          <pc:docMk/>
          <pc:sldMk cId="0" sldId="336"/>
        </pc:sldMkLst>
        <pc:spChg chg="mod">
          <ac:chgData name="Ben C L FUNG" userId="2bc1a8d8-82cc-46fb-a66a-21e3967849fb" providerId="ADAL" clId="{A94A67B5-D675-48F1-BE77-66606163E92D}" dt="2023-02-08T13:44:54.385" v="10" actId="27636"/>
          <ac:spMkLst>
            <pc:docMk/>
            <pc:sldMk cId="0" sldId="336"/>
            <ac:spMk id="8194" creationId="{7B82919E-D880-3FD4-F446-AF6AC4CAC1E1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923947471" sldId="336"/>
        </pc:sldMkLst>
      </pc:sldChg>
      <pc:sldChg chg="modSp add mod">
        <pc:chgData name="Ben C L FUNG" userId="2bc1a8d8-82cc-46fb-a66a-21e3967849fb" providerId="ADAL" clId="{A94A67B5-D675-48F1-BE77-66606163E92D}" dt="2023-02-08T13:44:54.407" v="12" actId="27636"/>
        <pc:sldMkLst>
          <pc:docMk/>
          <pc:sldMk cId="0" sldId="337"/>
        </pc:sldMkLst>
        <pc:spChg chg="mod">
          <ac:chgData name="Ben C L FUNG" userId="2bc1a8d8-82cc-46fb-a66a-21e3967849fb" providerId="ADAL" clId="{A94A67B5-D675-48F1-BE77-66606163E92D}" dt="2023-02-08T13:44:54.387" v="11" actId="27636"/>
          <ac:spMkLst>
            <pc:docMk/>
            <pc:sldMk cId="0" sldId="337"/>
            <ac:spMk id="9218" creationId="{699FEEFB-26D5-9BA5-E841-D84FE697C3C5}"/>
          </ac:spMkLst>
        </pc:spChg>
        <pc:spChg chg="mod">
          <ac:chgData name="Ben C L FUNG" userId="2bc1a8d8-82cc-46fb-a66a-21e3967849fb" providerId="ADAL" clId="{A94A67B5-D675-48F1-BE77-66606163E92D}" dt="2023-02-08T13:44:54.407" v="12" actId="27636"/>
          <ac:spMkLst>
            <pc:docMk/>
            <pc:sldMk cId="0" sldId="337"/>
            <ac:spMk id="9219" creationId="{98685F08-0F1D-0F63-9339-A4028DD2FC69}"/>
          </ac:spMkLst>
        </pc:spChg>
      </pc:sldChg>
      <pc:sldChg chg="add del">
        <pc:chgData name="Ben C L FUNG" userId="2bc1a8d8-82cc-46fb-a66a-21e3967849fb" providerId="ADAL" clId="{A94A67B5-D675-48F1-BE77-66606163E92D}" dt="2023-02-08T13:50:27.982" v="139" actId="47"/>
        <pc:sldMkLst>
          <pc:docMk/>
          <pc:sldMk cId="0" sldId="33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806349047" sldId="338"/>
        </pc:sldMkLst>
      </pc:sldChg>
      <pc:sldChg chg="modSp add mod">
        <pc:chgData name="Ben C L FUNG" userId="2bc1a8d8-82cc-46fb-a66a-21e3967849fb" providerId="ADAL" clId="{A94A67B5-D675-48F1-BE77-66606163E92D}" dt="2023-02-08T13:44:54.434" v="14" actId="27636"/>
        <pc:sldMkLst>
          <pc:docMk/>
          <pc:sldMk cId="0" sldId="339"/>
        </pc:sldMkLst>
        <pc:spChg chg="mod">
          <ac:chgData name="Ben C L FUNG" userId="2bc1a8d8-82cc-46fb-a66a-21e3967849fb" providerId="ADAL" clId="{A94A67B5-D675-48F1-BE77-66606163E92D}" dt="2023-02-08T13:44:54.434" v="14" actId="27636"/>
          <ac:spMkLst>
            <pc:docMk/>
            <pc:sldMk cId="0" sldId="339"/>
            <ac:spMk id="11266" creationId="{5BA6840F-E016-2F02-247E-CA9091CC0C79}"/>
          </ac:spMkLst>
        </pc:spChg>
        <pc:spChg chg="mod">
          <ac:chgData name="Ben C L FUNG" userId="2bc1a8d8-82cc-46fb-a66a-21e3967849fb" providerId="ADAL" clId="{A94A67B5-D675-48F1-BE77-66606163E92D}" dt="2023-02-08T13:44:54.433" v="13" actId="27636"/>
          <ac:spMkLst>
            <pc:docMk/>
            <pc:sldMk cId="0" sldId="339"/>
            <ac:spMk id="27651" creationId="{54A31025-264E-3222-BF4E-97E8E5D9FC82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618705715" sldId="339"/>
        </pc:sldMkLst>
      </pc:sldChg>
      <pc:sldChg chg="modSp add mod">
        <pc:chgData name="Ben C L FUNG" userId="2bc1a8d8-82cc-46fb-a66a-21e3967849fb" providerId="ADAL" clId="{A94A67B5-D675-48F1-BE77-66606163E92D}" dt="2023-02-08T13:44:54.460" v="16" actId="27636"/>
        <pc:sldMkLst>
          <pc:docMk/>
          <pc:sldMk cId="0" sldId="340"/>
        </pc:sldMkLst>
        <pc:spChg chg="mod">
          <ac:chgData name="Ben C L FUNG" userId="2bc1a8d8-82cc-46fb-a66a-21e3967849fb" providerId="ADAL" clId="{A94A67B5-D675-48F1-BE77-66606163E92D}" dt="2023-02-08T13:44:54.460" v="16" actId="27636"/>
          <ac:spMkLst>
            <pc:docMk/>
            <pc:sldMk cId="0" sldId="340"/>
            <ac:spMk id="12290" creationId="{98CB7133-4871-4837-DA08-C0B401A4C1D4}"/>
          </ac:spMkLst>
        </pc:spChg>
        <pc:spChg chg="mod">
          <ac:chgData name="Ben C L FUNG" userId="2bc1a8d8-82cc-46fb-a66a-21e3967849fb" providerId="ADAL" clId="{A94A67B5-D675-48F1-BE77-66606163E92D}" dt="2023-02-08T13:44:54.459" v="15" actId="27636"/>
          <ac:spMkLst>
            <pc:docMk/>
            <pc:sldMk cId="0" sldId="340"/>
            <ac:spMk id="12291" creationId="{DD45CBC1-8793-F63A-44A0-B24874D8ED70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719621672" sldId="340"/>
        </pc:sldMkLst>
      </pc:sldChg>
      <pc:sldChg chg="modSp add mod">
        <pc:chgData name="Ben C L FUNG" userId="2bc1a8d8-82cc-46fb-a66a-21e3967849fb" providerId="ADAL" clId="{A94A67B5-D675-48F1-BE77-66606163E92D}" dt="2023-02-08T13:44:54.462" v="17" actId="27636"/>
        <pc:sldMkLst>
          <pc:docMk/>
          <pc:sldMk cId="0" sldId="341"/>
        </pc:sldMkLst>
        <pc:spChg chg="mod">
          <ac:chgData name="Ben C L FUNG" userId="2bc1a8d8-82cc-46fb-a66a-21e3967849fb" providerId="ADAL" clId="{A94A67B5-D675-48F1-BE77-66606163E92D}" dt="2023-02-08T13:44:54.462" v="17" actId="27636"/>
          <ac:spMkLst>
            <pc:docMk/>
            <pc:sldMk cId="0" sldId="341"/>
            <ac:spMk id="13314" creationId="{0116996D-704E-2F43-BD0B-EF434DE1ED45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244147216" sldId="341"/>
        </pc:sldMkLst>
      </pc:sldChg>
      <pc:sldChg chg="add del">
        <pc:chgData name="Ben C L FUNG" userId="2bc1a8d8-82cc-46fb-a66a-21e3967849fb" providerId="ADAL" clId="{A94A67B5-D675-48F1-BE77-66606163E92D}" dt="2023-02-08T13:51:31.870" v="140" actId="47"/>
        <pc:sldMkLst>
          <pc:docMk/>
          <pc:sldMk cId="0" sldId="342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388413500" sldId="342"/>
        </pc:sldMkLst>
      </pc:sldChg>
      <pc:sldChg chg="modSp add mod">
        <pc:chgData name="Ben C L FUNG" userId="2bc1a8d8-82cc-46fb-a66a-21e3967849fb" providerId="ADAL" clId="{A94A67B5-D675-48F1-BE77-66606163E92D}" dt="2023-02-08T13:44:54.482" v="19" actId="27636"/>
        <pc:sldMkLst>
          <pc:docMk/>
          <pc:sldMk cId="0" sldId="343"/>
        </pc:sldMkLst>
        <pc:spChg chg="mod">
          <ac:chgData name="Ben C L FUNG" userId="2bc1a8d8-82cc-46fb-a66a-21e3967849fb" providerId="ADAL" clId="{A94A67B5-D675-48F1-BE77-66606163E92D}" dt="2023-02-08T13:44:54.482" v="19" actId="27636"/>
          <ac:spMkLst>
            <pc:docMk/>
            <pc:sldMk cId="0" sldId="343"/>
            <ac:spMk id="15362" creationId="{BCB9253C-E1B5-7D18-71A3-DD70E517A911}"/>
          </ac:spMkLst>
        </pc:spChg>
        <pc:spChg chg="mod">
          <ac:chgData name="Ben C L FUNG" userId="2bc1a8d8-82cc-46fb-a66a-21e3967849fb" providerId="ADAL" clId="{A94A67B5-D675-48F1-BE77-66606163E92D}" dt="2023-02-08T13:44:54.481" v="18" actId="27636"/>
          <ac:spMkLst>
            <pc:docMk/>
            <pc:sldMk cId="0" sldId="343"/>
            <ac:spMk id="15363" creationId="{9A04E522-5D2B-27EA-22BD-17C167B49892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454306053" sldId="343"/>
        </pc:sldMkLst>
      </pc:sldChg>
      <pc:sldChg chg="modSp add mod">
        <pc:chgData name="Ben C L FUNG" userId="2bc1a8d8-82cc-46fb-a66a-21e3967849fb" providerId="ADAL" clId="{A94A67B5-D675-48F1-BE77-66606163E92D}" dt="2023-02-08T13:44:54.506" v="21" actId="27636"/>
        <pc:sldMkLst>
          <pc:docMk/>
          <pc:sldMk cId="0" sldId="344"/>
        </pc:sldMkLst>
        <pc:spChg chg="mod">
          <ac:chgData name="Ben C L FUNG" userId="2bc1a8d8-82cc-46fb-a66a-21e3967849fb" providerId="ADAL" clId="{A94A67B5-D675-48F1-BE77-66606163E92D}" dt="2023-02-08T13:44:54.485" v="20" actId="27636"/>
          <ac:spMkLst>
            <pc:docMk/>
            <pc:sldMk cId="0" sldId="344"/>
            <ac:spMk id="16386" creationId="{A2D23D7D-E3ED-5A34-4837-5DDE4EDD2470}"/>
          </ac:spMkLst>
        </pc:spChg>
        <pc:spChg chg="mod">
          <ac:chgData name="Ben C L FUNG" userId="2bc1a8d8-82cc-46fb-a66a-21e3967849fb" providerId="ADAL" clId="{A94A67B5-D675-48F1-BE77-66606163E92D}" dt="2023-02-08T13:44:54.506" v="21" actId="27636"/>
          <ac:spMkLst>
            <pc:docMk/>
            <pc:sldMk cId="0" sldId="344"/>
            <ac:spMk id="16387" creationId="{B7D07B88-D56C-F71F-1D1E-4324FD9B20CA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621148625" sldId="344"/>
        </pc:sldMkLst>
      </pc:sldChg>
      <pc:sldChg chg="modSp add del mod">
        <pc:chgData name="Ben C L FUNG" userId="2bc1a8d8-82cc-46fb-a66a-21e3967849fb" providerId="ADAL" clId="{A94A67B5-D675-48F1-BE77-66606163E92D}" dt="2023-02-08T13:50:01.659" v="138" actId="47"/>
        <pc:sldMkLst>
          <pc:docMk/>
          <pc:sldMk cId="0" sldId="345"/>
        </pc:sldMkLst>
        <pc:spChg chg="mod">
          <ac:chgData name="Ben C L FUNG" userId="2bc1a8d8-82cc-46fb-a66a-21e3967849fb" providerId="ADAL" clId="{A94A67B5-D675-48F1-BE77-66606163E92D}" dt="2023-02-08T13:44:54.510" v="22" actId="27636"/>
          <ac:spMkLst>
            <pc:docMk/>
            <pc:sldMk cId="0" sldId="345"/>
            <ac:spMk id="17410" creationId="{5B5A8F69-B6FF-AB8D-0D82-73381EEF184C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381072170" sldId="345"/>
        </pc:sldMkLst>
      </pc:sldChg>
      <pc:sldChg chg="modSp add mod">
        <pc:chgData name="Ben C L FUNG" userId="2bc1a8d8-82cc-46fb-a66a-21e3967849fb" providerId="ADAL" clId="{A94A67B5-D675-48F1-BE77-66606163E92D}" dt="2023-02-08T13:44:54.539" v="24" actId="27636"/>
        <pc:sldMkLst>
          <pc:docMk/>
          <pc:sldMk cId="0" sldId="346"/>
        </pc:sldMkLst>
        <pc:spChg chg="mod">
          <ac:chgData name="Ben C L FUNG" userId="2bc1a8d8-82cc-46fb-a66a-21e3967849fb" providerId="ADAL" clId="{A94A67B5-D675-48F1-BE77-66606163E92D}" dt="2023-02-08T13:44:54.539" v="24" actId="27636"/>
          <ac:spMkLst>
            <pc:docMk/>
            <pc:sldMk cId="0" sldId="346"/>
            <ac:spMk id="18434" creationId="{F61D71AE-F617-93CD-B055-573CCE4012FE}"/>
          </ac:spMkLst>
        </pc:spChg>
        <pc:spChg chg="mod">
          <ac:chgData name="Ben C L FUNG" userId="2bc1a8d8-82cc-46fb-a66a-21e3967849fb" providerId="ADAL" clId="{A94A67B5-D675-48F1-BE77-66606163E92D}" dt="2023-02-08T13:44:54.538" v="23" actId="27636"/>
          <ac:spMkLst>
            <pc:docMk/>
            <pc:sldMk cId="0" sldId="346"/>
            <ac:spMk id="18435" creationId="{680A9FCE-E88A-3221-D3A7-7BC6E997500B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420793727" sldId="346"/>
        </pc:sldMkLst>
      </pc:sldChg>
      <pc:sldChg chg="modSp add mod">
        <pc:chgData name="Ben C L FUNG" userId="2bc1a8d8-82cc-46fb-a66a-21e3967849fb" providerId="ADAL" clId="{A94A67B5-D675-48F1-BE77-66606163E92D}" dt="2023-02-08T13:44:54.542" v="25" actId="27636"/>
        <pc:sldMkLst>
          <pc:docMk/>
          <pc:sldMk cId="0" sldId="347"/>
        </pc:sldMkLst>
        <pc:spChg chg="mod">
          <ac:chgData name="Ben C L FUNG" userId="2bc1a8d8-82cc-46fb-a66a-21e3967849fb" providerId="ADAL" clId="{A94A67B5-D675-48F1-BE77-66606163E92D}" dt="2023-02-08T13:44:54.542" v="25" actId="27636"/>
          <ac:spMkLst>
            <pc:docMk/>
            <pc:sldMk cId="0" sldId="347"/>
            <ac:spMk id="19458" creationId="{DE56BF53-C977-E1B6-8253-94F2685EAFF6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438805331" sldId="347"/>
        </pc:sldMkLst>
      </pc:sldChg>
      <pc:sldChg chg="modSp add mod">
        <pc:chgData name="Ben C L FUNG" userId="2bc1a8d8-82cc-46fb-a66a-21e3967849fb" providerId="ADAL" clId="{A94A67B5-D675-48F1-BE77-66606163E92D}" dt="2023-02-08T13:44:54.544" v="26" actId="27636"/>
        <pc:sldMkLst>
          <pc:docMk/>
          <pc:sldMk cId="0" sldId="348"/>
        </pc:sldMkLst>
        <pc:spChg chg="mod">
          <ac:chgData name="Ben C L FUNG" userId="2bc1a8d8-82cc-46fb-a66a-21e3967849fb" providerId="ADAL" clId="{A94A67B5-D675-48F1-BE77-66606163E92D}" dt="2023-02-08T13:44:54.544" v="26" actId="27636"/>
          <ac:spMkLst>
            <pc:docMk/>
            <pc:sldMk cId="0" sldId="348"/>
            <ac:spMk id="20482" creationId="{A9B6D5F6-919E-FE29-3437-8C38347B9ACC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843780382" sldId="348"/>
        </pc:sldMkLst>
      </pc:sldChg>
      <pc:sldChg chg="modSp add mod">
        <pc:chgData name="Ben C L FUNG" userId="2bc1a8d8-82cc-46fb-a66a-21e3967849fb" providerId="ADAL" clId="{A94A67B5-D675-48F1-BE77-66606163E92D}" dt="2023-02-08T13:44:54.560" v="28" actId="27636"/>
        <pc:sldMkLst>
          <pc:docMk/>
          <pc:sldMk cId="0" sldId="349"/>
        </pc:sldMkLst>
        <pc:spChg chg="mod">
          <ac:chgData name="Ben C L FUNG" userId="2bc1a8d8-82cc-46fb-a66a-21e3967849fb" providerId="ADAL" clId="{A94A67B5-D675-48F1-BE77-66606163E92D}" dt="2023-02-08T13:44:54.560" v="28" actId="27636"/>
          <ac:spMkLst>
            <pc:docMk/>
            <pc:sldMk cId="0" sldId="349"/>
            <ac:spMk id="21506" creationId="{C21B0069-3A55-39F6-BB2A-A5445A56A263}"/>
          </ac:spMkLst>
        </pc:spChg>
        <pc:spChg chg="mod">
          <ac:chgData name="Ben C L FUNG" userId="2bc1a8d8-82cc-46fb-a66a-21e3967849fb" providerId="ADAL" clId="{A94A67B5-D675-48F1-BE77-66606163E92D}" dt="2023-02-08T13:44:54.559" v="27" actId="27636"/>
          <ac:spMkLst>
            <pc:docMk/>
            <pc:sldMk cId="0" sldId="349"/>
            <ac:spMk id="21507" creationId="{46E5CF2E-FED3-0450-7F6C-98B6E2B63675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413622959" sldId="349"/>
        </pc:sldMkLst>
      </pc:sldChg>
      <pc:sldChg chg="modSp add mod">
        <pc:chgData name="Ben C L FUNG" userId="2bc1a8d8-82cc-46fb-a66a-21e3967849fb" providerId="ADAL" clId="{A94A67B5-D675-48F1-BE77-66606163E92D}" dt="2023-02-08T13:44:54.580" v="30" actId="27636"/>
        <pc:sldMkLst>
          <pc:docMk/>
          <pc:sldMk cId="0" sldId="350"/>
        </pc:sldMkLst>
        <pc:spChg chg="mod">
          <ac:chgData name="Ben C L FUNG" userId="2bc1a8d8-82cc-46fb-a66a-21e3967849fb" providerId="ADAL" clId="{A94A67B5-D675-48F1-BE77-66606163E92D}" dt="2023-02-08T13:44:54.563" v="29" actId="27636"/>
          <ac:spMkLst>
            <pc:docMk/>
            <pc:sldMk cId="0" sldId="350"/>
            <ac:spMk id="22530" creationId="{A43FDAB4-6A98-8394-904A-2AEFE28450B3}"/>
          </ac:spMkLst>
        </pc:spChg>
        <pc:spChg chg="mod">
          <ac:chgData name="Ben C L FUNG" userId="2bc1a8d8-82cc-46fb-a66a-21e3967849fb" providerId="ADAL" clId="{A94A67B5-D675-48F1-BE77-66606163E92D}" dt="2023-02-08T13:44:54.580" v="30" actId="27636"/>
          <ac:spMkLst>
            <pc:docMk/>
            <pc:sldMk cId="0" sldId="350"/>
            <ac:spMk id="22531" creationId="{B3356062-10D7-7E85-8216-309BF8D6F6CC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496898112" sldId="350"/>
        </pc:sldMkLst>
      </pc:sldChg>
      <pc:sldChg chg="modSp add mod">
        <pc:chgData name="Ben C L FUNG" userId="2bc1a8d8-82cc-46fb-a66a-21e3967849fb" providerId="ADAL" clId="{A94A67B5-D675-48F1-BE77-66606163E92D}" dt="2023-02-08T13:49:38.868" v="137" actId="27636"/>
        <pc:sldMkLst>
          <pc:docMk/>
          <pc:sldMk cId="0" sldId="351"/>
        </pc:sldMkLst>
        <pc:spChg chg="mod">
          <ac:chgData name="Ben C L FUNG" userId="2bc1a8d8-82cc-46fb-a66a-21e3967849fb" providerId="ADAL" clId="{A94A67B5-D675-48F1-BE77-66606163E92D}" dt="2023-02-08T13:44:54.589" v="32" actId="27636"/>
          <ac:spMkLst>
            <pc:docMk/>
            <pc:sldMk cId="0" sldId="351"/>
            <ac:spMk id="23554" creationId="{B611F7BB-B8F1-DA53-63FD-990225E5DA7C}"/>
          </ac:spMkLst>
        </pc:spChg>
        <pc:spChg chg="mod">
          <ac:chgData name="Ben C L FUNG" userId="2bc1a8d8-82cc-46fb-a66a-21e3967849fb" providerId="ADAL" clId="{A94A67B5-D675-48F1-BE77-66606163E92D}" dt="2023-02-08T13:49:38.868" v="137" actId="27636"/>
          <ac:spMkLst>
            <pc:docMk/>
            <pc:sldMk cId="0" sldId="351"/>
            <ac:spMk id="23555" creationId="{68974A05-5590-8BB2-8BBF-C95EC8B35C75}"/>
          </ac:spMkLst>
        </pc:spChg>
      </pc:sldChg>
      <pc:sldChg chg="modSp add mod">
        <pc:chgData name="Ben C L FUNG" userId="2bc1a8d8-82cc-46fb-a66a-21e3967849fb" providerId="ADAL" clId="{A94A67B5-D675-48F1-BE77-66606163E92D}" dt="2023-02-08T13:49:22.589" v="135" actId="27636"/>
        <pc:sldMkLst>
          <pc:docMk/>
          <pc:sldMk cId="0" sldId="352"/>
        </pc:sldMkLst>
        <pc:spChg chg="mod">
          <ac:chgData name="Ben C L FUNG" userId="2bc1a8d8-82cc-46fb-a66a-21e3967849fb" providerId="ADAL" clId="{A94A67B5-D675-48F1-BE77-66606163E92D}" dt="2023-02-08T13:44:54.592" v="33" actId="27636"/>
          <ac:spMkLst>
            <pc:docMk/>
            <pc:sldMk cId="0" sldId="352"/>
            <ac:spMk id="24578" creationId="{8526166D-518C-9E97-A6F0-B996983133C8}"/>
          </ac:spMkLst>
        </pc:spChg>
        <pc:spChg chg="mod">
          <ac:chgData name="Ben C L FUNG" userId="2bc1a8d8-82cc-46fb-a66a-21e3967849fb" providerId="ADAL" clId="{A94A67B5-D675-48F1-BE77-66606163E92D}" dt="2023-02-08T13:49:22.589" v="135" actId="27636"/>
          <ac:spMkLst>
            <pc:docMk/>
            <pc:sldMk cId="0" sldId="352"/>
            <ac:spMk id="24579" creationId="{ED1C7D3F-75FC-1112-27BC-E0E1D9C05EB6}"/>
          </ac:spMkLst>
        </pc:spChg>
      </pc:sldChg>
      <pc:sldChg chg="addSp delSp modSp add mod">
        <pc:chgData name="Ben C L FUNG" userId="2bc1a8d8-82cc-46fb-a66a-21e3967849fb" providerId="ADAL" clId="{A94A67B5-D675-48F1-BE77-66606163E92D}" dt="2023-02-08T13:49:09.694" v="133" actId="113"/>
        <pc:sldMkLst>
          <pc:docMk/>
          <pc:sldMk cId="0" sldId="353"/>
        </pc:sldMkLst>
        <pc:spChg chg="add del mod">
          <ac:chgData name="Ben C L FUNG" userId="2bc1a8d8-82cc-46fb-a66a-21e3967849fb" providerId="ADAL" clId="{A94A67B5-D675-48F1-BE77-66606163E92D}" dt="2023-02-08T13:48:50.839" v="126"/>
          <ac:spMkLst>
            <pc:docMk/>
            <pc:sldMk cId="0" sldId="353"/>
            <ac:spMk id="2" creationId="{C68CFDA7-5C9E-00A5-93DC-666328D7CF5C}"/>
          </ac:spMkLst>
        </pc:spChg>
        <pc:spChg chg="add del mod">
          <ac:chgData name="Ben C L FUNG" userId="2bc1a8d8-82cc-46fb-a66a-21e3967849fb" providerId="ADAL" clId="{A94A67B5-D675-48F1-BE77-66606163E92D}" dt="2023-02-08T13:48:50.839" v="126"/>
          <ac:spMkLst>
            <pc:docMk/>
            <pc:sldMk cId="0" sldId="353"/>
            <ac:spMk id="3" creationId="{689B41AA-A569-0307-D39B-626B36E26427}"/>
          </ac:spMkLst>
        </pc:spChg>
        <pc:spChg chg="mod">
          <ac:chgData name="Ben C L FUNG" userId="2bc1a8d8-82cc-46fb-a66a-21e3967849fb" providerId="ADAL" clId="{A94A67B5-D675-48F1-BE77-66606163E92D}" dt="2023-02-08T13:48:50.892" v="127" actId="27636"/>
          <ac:spMkLst>
            <pc:docMk/>
            <pc:sldMk cId="0" sldId="353"/>
            <ac:spMk id="25602" creationId="{A1098B81-1DF2-095D-159B-E82DD29CA513}"/>
          </ac:spMkLst>
        </pc:spChg>
        <pc:spChg chg="mod">
          <ac:chgData name="Ben C L FUNG" userId="2bc1a8d8-82cc-46fb-a66a-21e3967849fb" providerId="ADAL" clId="{A94A67B5-D675-48F1-BE77-66606163E92D}" dt="2023-02-08T13:49:09.694" v="133" actId="113"/>
          <ac:spMkLst>
            <pc:docMk/>
            <pc:sldMk cId="0" sldId="353"/>
            <ac:spMk id="25603" creationId="{D0C8D714-5A99-B035-D619-0E459C075623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642" v="37" actId="27636"/>
        <pc:sldMkLst>
          <pc:docMk/>
          <pc:sldMk cId="0" sldId="354"/>
        </pc:sldMkLst>
        <pc:spChg chg="mod">
          <ac:chgData name="Ben C L FUNG" userId="2bc1a8d8-82cc-46fb-a66a-21e3967849fb" providerId="ADAL" clId="{A94A67B5-D675-48F1-BE77-66606163E92D}" dt="2023-02-08T13:44:54.642" v="37" actId="27636"/>
          <ac:spMkLst>
            <pc:docMk/>
            <pc:sldMk cId="0" sldId="354"/>
            <ac:spMk id="26626" creationId="{A39E9847-BF7C-EA14-D74A-98E78463D822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656" v="39" actId="27636"/>
        <pc:sldMkLst>
          <pc:docMk/>
          <pc:sldMk cId="0" sldId="355"/>
        </pc:sldMkLst>
        <pc:spChg chg="mod">
          <ac:chgData name="Ben C L FUNG" userId="2bc1a8d8-82cc-46fb-a66a-21e3967849fb" providerId="ADAL" clId="{A94A67B5-D675-48F1-BE77-66606163E92D}" dt="2023-02-08T13:44:54.656" v="39" actId="27636"/>
          <ac:spMkLst>
            <pc:docMk/>
            <pc:sldMk cId="0" sldId="355"/>
            <ac:spMk id="27650" creationId="{32344C27-BAD1-B11C-DE9E-B35E4001A14D}"/>
          </ac:spMkLst>
        </pc:spChg>
        <pc:spChg chg="mod">
          <ac:chgData name="Ben C L FUNG" userId="2bc1a8d8-82cc-46fb-a66a-21e3967849fb" providerId="ADAL" clId="{A94A67B5-D675-48F1-BE77-66606163E92D}" dt="2023-02-08T13:44:54.655" v="38" actId="27636"/>
          <ac:spMkLst>
            <pc:docMk/>
            <pc:sldMk cId="0" sldId="355"/>
            <ac:spMk id="27651" creationId="{3396702A-B792-5466-C03D-16E25A415BEB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682" v="41" actId="27636"/>
        <pc:sldMkLst>
          <pc:docMk/>
          <pc:sldMk cId="0" sldId="356"/>
        </pc:sldMkLst>
        <pc:spChg chg="mod">
          <ac:chgData name="Ben C L FUNG" userId="2bc1a8d8-82cc-46fb-a66a-21e3967849fb" providerId="ADAL" clId="{A94A67B5-D675-48F1-BE77-66606163E92D}" dt="2023-02-08T13:44:54.657" v="40" actId="27636"/>
          <ac:spMkLst>
            <pc:docMk/>
            <pc:sldMk cId="0" sldId="356"/>
            <ac:spMk id="28674" creationId="{15936DA9-AF9D-9461-FD43-45850CEAB86D}"/>
          </ac:spMkLst>
        </pc:spChg>
        <pc:spChg chg="mod">
          <ac:chgData name="Ben C L FUNG" userId="2bc1a8d8-82cc-46fb-a66a-21e3967849fb" providerId="ADAL" clId="{A94A67B5-D675-48F1-BE77-66606163E92D}" dt="2023-02-08T13:44:54.682" v="41" actId="27636"/>
          <ac:spMkLst>
            <pc:docMk/>
            <pc:sldMk cId="0" sldId="356"/>
            <ac:spMk id="28675" creationId="{99E68515-E92F-1350-C2A2-3F3D940FAB1D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684" v="42" actId="27636"/>
        <pc:sldMkLst>
          <pc:docMk/>
          <pc:sldMk cId="0" sldId="357"/>
        </pc:sldMkLst>
        <pc:spChg chg="mod">
          <ac:chgData name="Ben C L FUNG" userId="2bc1a8d8-82cc-46fb-a66a-21e3967849fb" providerId="ADAL" clId="{A94A67B5-D675-48F1-BE77-66606163E92D}" dt="2023-02-08T13:44:54.684" v="42" actId="27636"/>
          <ac:spMkLst>
            <pc:docMk/>
            <pc:sldMk cId="0" sldId="357"/>
            <ac:spMk id="29698" creationId="{2CB5BB71-7CB1-1864-CB22-66B9C6FEBAB0}"/>
          </ac:spMkLst>
        </pc:spChg>
      </pc:sldChg>
      <pc:sldChg chg="add del">
        <pc:chgData name="Ben C L FUNG" userId="2bc1a8d8-82cc-46fb-a66a-21e3967849fb" providerId="ADAL" clId="{A94A67B5-D675-48F1-BE77-66606163E92D}" dt="2023-02-08T13:47:09.855" v="115" actId="47"/>
        <pc:sldMkLst>
          <pc:docMk/>
          <pc:sldMk cId="0" sldId="358"/>
        </pc:sldMkLst>
      </pc:sldChg>
      <pc:sldChg chg="modSp add mod">
        <pc:chgData name="Ben C L FUNG" userId="2bc1a8d8-82cc-46fb-a66a-21e3967849fb" providerId="ADAL" clId="{A94A67B5-D675-48F1-BE77-66606163E92D}" dt="2023-02-08T13:44:54.702" v="44" actId="27636"/>
        <pc:sldMkLst>
          <pc:docMk/>
          <pc:sldMk cId="0" sldId="359"/>
        </pc:sldMkLst>
        <pc:spChg chg="mod">
          <ac:chgData name="Ben C L FUNG" userId="2bc1a8d8-82cc-46fb-a66a-21e3967849fb" providerId="ADAL" clId="{A94A67B5-D675-48F1-BE77-66606163E92D}" dt="2023-02-08T13:44:54.686" v="43" actId="27636"/>
          <ac:spMkLst>
            <pc:docMk/>
            <pc:sldMk cId="0" sldId="359"/>
            <ac:spMk id="31746" creationId="{CA585CFF-4D23-F362-7AE2-BD22DE14DD9B}"/>
          </ac:spMkLst>
        </pc:spChg>
        <pc:spChg chg="mod">
          <ac:chgData name="Ben C L FUNG" userId="2bc1a8d8-82cc-46fb-a66a-21e3967849fb" providerId="ADAL" clId="{A94A67B5-D675-48F1-BE77-66606163E92D}" dt="2023-02-08T13:44:54.702" v="44" actId="27636"/>
          <ac:spMkLst>
            <pc:docMk/>
            <pc:sldMk cId="0" sldId="359"/>
            <ac:spMk id="31747" creationId="{619A1709-E287-1AE2-3BBF-AB8A3C1EB1D2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714" v="46" actId="27636"/>
        <pc:sldMkLst>
          <pc:docMk/>
          <pc:sldMk cId="0" sldId="360"/>
        </pc:sldMkLst>
        <pc:spChg chg="mod">
          <ac:chgData name="Ben C L FUNG" userId="2bc1a8d8-82cc-46fb-a66a-21e3967849fb" providerId="ADAL" clId="{A94A67B5-D675-48F1-BE77-66606163E92D}" dt="2023-02-08T13:44:54.706" v="45" actId="27636"/>
          <ac:spMkLst>
            <pc:docMk/>
            <pc:sldMk cId="0" sldId="360"/>
            <ac:spMk id="32770" creationId="{0831C966-0ECE-5862-B308-CDB5DD252FDA}"/>
          </ac:spMkLst>
        </pc:spChg>
        <pc:spChg chg="mod">
          <ac:chgData name="Ben C L FUNG" userId="2bc1a8d8-82cc-46fb-a66a-21e3967849fb" providerId="ADAL" clId="{A94A67B5-D675-48F1-BE77-66606163E92D}" dt="2023-02-08T13:44:54.714" v="46" actId="27636"/>
          <ac:spMkLst>
            <pc:docMk/>
            <pc:sldMk cId="0" sldId="360"/>
            <ac:spMk id="32771" creationId="{DB2E7BC5-72C4-BBB5-1EE2-D4D7F66527F1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720" v="48" actId="27636"/>
        <pc:sldMkLst>
          <pc:docMk/>
          <pc:sldMk cId="0" sldId="361"/>
        </pc:sldMkLst>
        <pc:spChg chg="mod">
          <ac:chgData name="Ben C L FUNG" userId="2bc1a8d8-82cc-46fb-a66a-21e3967849fb" providerId="ADAL" clId="{A94A67B5-D675-48F1-BE77-66606163E92D}" dt="2023-02-08T13:44:54.716" v="47" actId="27636"/>
          <ac:spMkLst>
            <pc:docMk/>
            <pc:sldMk cId="0" sldId="361"/>
            <ac:spMk id="33794" creationId="{842041AE-1178-A192-2A1B-B6ACEA48BD33}"/>
          </ac:spMkLst>
        </pc:spChg>
        <pc:spChg chg="mod">
          <ac:chgData name="Ben C L FUNG" userId="2bc1a8d8-82cc-46fb-a66a-21e3967849fb" providerId="ADAL" clId="{A94A67B5-D675-48F1-BE77-66606163E92D}" dt="2023-02-08T13:44:54.720" v="48" actId="27636"/>
          <ac:spMkLst>
            <pc:docMk/>
            <pc:sldMk cId="0" sldId="361"/>
            <ac:spMk id="33795" creationId="{DC8DBB41-6D08-4BC2-0782-3210BBD44773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722" v="49" actId="27636"/>
        <pc:sldMkLst>
          <pc:docMk/>
          <pc:sldMk cId="0" sldId="362"/>
        </pc:sldMkLst>
        <pc:spChg chg="mod">
          <ac:chgData name="Ben C L FUNG" userId="2bc1a8d8-82cc-46fb-a66a-21e3967849fb" providerId="ADAL" clId="{A94A67B5-D675-48F1-BE77-66606163E92D}" dt="2023-02-08T13:44:54.722" v="49" actId="27636"/>
          <ac:spMkLst>
            <pc:docMk/>
            <pc:sldMk cId="0" sldId="362"/>
            <ac:spMk id="34818" creationId="{23D74AC9-061E-6B92-9AC2-5E2F456A7AED}"/>
          </ac:spMkLst>
        </pc:spChg>
      </pc:sldChg>
      <pc:sldChg chg="modSp add del mod">
        <pc:chgData name="Ben C L FUNG" userId="2bc1a8d8-82cc-46fb-a66a-21e3967849fb" providerId="ADAL" clId="{A94A67B5-D675-48F1-BE77-66606163E92D}" dt="2023-02-08T13:47:41.364" v="116" actId="47"/>
        <pc:sldMkLst>
          <pc:docMk/>
          <pc:sldMk cId="0" sldId="363"/>
        </pc:sldMkLst>
        <pc:spChg chg="mod">
          <ac:chgData name="Ben C L FUNG" userId="2bc1a8d8-82cc-46fb-a66a-21e3967849fb" providerId="ADAL" clId="{A94A67B5-D675-48F1-BE77-66606163E92D}" dt="2023-02-08T13:44:54.742" v="51" actId="27636"/>
          <ac:spMkLst>
            <pc:docMk/>
            <pc:sldMk cId="0" sldId="363"/>
            <ac:spMk id="35842" creationId="{4D2658FF-173F-16FC-421C-F00BE326F642}"/>
          </ac:spMkLst>
        </pc:spChg>
        <pc:spChg chg="mod">
          <ac:chgData name="Ben C L FUNG" userId="2bc1a8d8-82cc-46fb-a66a-21e3967849fb" providerId="ADAL" clId="{A94A67B5-D675-48F1-BE77-66606163E92D}" dt="2023-02-08T13:44:54.741" v="50" actId="27636"/>
          <ac:spMkLst>
            <pc:docMk/>
            <pc:sldMk cId="0" sldId="363"/>
            <ac:spMk id="35843" creationId="{BC821DEC-D02F-CB79-E64A-87CBE1FCFB23}"/>
          </ac:spMkLst>
        </pc:spChg>
      </pc:sldChg>
      <pc:sldChg chg="modSp add del mod">
        <pc:chgData name="Ben C L FUNG" userId="2bc1a8d8-82cc-46fb-a66a-21e3967849fb" providerId="ADAL" clId="{A94A67B5-D675-48F1-BE77-66606163E92D}" dt="2023-02-08T13:47:42.399" v="117" actId="47"/>
        <pc:sldMkLst>
          <pc:docMk/>
          <pc:sldMk cId="0" sldId="364"/>
        </pc:sldMkLst>
        <pc:spChg chg="mod">
          <ac:chgData name="Ben C L FUNG" userId="2bc1a8d8-82cc-46fb-a66a-21e3967849fb" providerId="ADAL" clId="{A94A67B5-D675-48F1-BE77-66606163E92D}" dt="2023-02-08T13:44:54.744" v="52" actId="27636"/>
          <ac:spMkLst>
            <pc:docMk/>
            <pc:sldMk cId="0" sldId="364"/>
            <ac:spMk id="36866" creationId="{CA81DB6B-2F42-1E84-4D3A-3A6FAABCD262}"/>
          </ac:spMkLst>
        </pc:spChg>
      </pc:sldChg>
      <pc:sldChg chg="modSp add del mod">
        <pc:chgData name="Ben C L FUNG" userId="2bc1a8d8-82cc-46fb-a66a-21e3967849fb" providerId="ADAL" clId="{A94A67B5-D675-48F1-BE77-66606163E92D}" dt="2023-02-08T13:47:46.557" v="118" actId="47"/>
        <pc:sldMkLst>
          <pc:docMk/>
          <pc:sldMk cId="0" sldId="365"/>
        </pc:sldMkLst>
        <pc:spChg chg="mod">
          <ac:chgData name="Ben C L FUNG" userId="2bc1a8d8-82cc-46fb-a66a-21e3967849fb" providerId="ADAL" clId="{A94A67B5-D675-48F1-BE77-66606163E92D}" dt="2023-02-08T13:44:54.757" v="54" actId="27636"/>
          <ac:spMkLst>
            <pc:docMk/>
            <pc:sldMk cId="0" sldId="365"/>
            <ac:spMk id="37890" creationId="{6D25B648-06B2-73A5-E10A-383DAD3114AD}"/>
          </ac:spMkLst>
        </pc:spChg>
        <pc:spChg chg="mod">
          <ac:chgData name="Ben C L FUNG" userId="2bc1a8d8-82cc-46fb-a66a-21e3967849fb" providerId="ADAL" clId="{A94A67B5-D675-48F1-BE77-66606163E92D}" dt="2023-02-08T13:44:54.756" v="53" actId="27636"/>
          <ac:spMkLst>
            <pc:docMk/>
            <pc:sldMk cId="0" sldId="365"/>
            <ac:spMk id="37891" creationId="{A35099B7-B9D1-0EE7-5955-14566D92A062}"/>
          </ac:spMkLst>
        </pc:spChg>
      </pc:sldChg>
      <pc:sldChg chg="addSp delSp modSp add mod">
        <pc:chgData name="Ben C L FUNG" userId="2bc1a8d8-82cc-46fb-a66a-21e3967849fb" providerId="ADAL" clId="{A94A67B5-D675-48F1-BE77-66606163E92D}" dt="2023-02-08T13:47:54.085" v="122" actId="27636"/>
        <pc:sldMkLst>
          <pc:docMk/>
          <pc:sldMk cId="0" sldId="366"/>
        </pc:sldMkLst>
        <pc:spChg chg="add del mod">
          <ac:chgData name="Ben C L FUNG" userId="2bc1a8d8-82cc-46fb-a66a-21e3967849fb" providerId="ADAL" clId="{A94A67B5-D675-48F1-BE77-66606163E92D}" dt="2023-02-08T13:47:54.039" v="120"/>
          <ac:spMkLst>
            <pc:docMk/>
            <pc:sldMk cId="0" sldId="366"/>
            <ac:spMk id="2" creationId="{FAD986BA-AD35-4297-FC2C-F0931F8DD45F}"/>
          </ac:spMkLst>
        </pc:spChg>
        <pc:spChg chg="add del mod">
          <ac:chgData name="Ben C L FUNG" userId="2bc1a8d8-82cc-46fb-a66a-21e3967849fb" providerId="ADAL" clId="{A94A67B5-D675-48F1-BE77-66606163E92D}" dt="2023-02-08T13:47:54.039" v="120"/>
          <ac:spMkLst>
            <pc:docMk/>
            <pc:sldMk cId="0" sldId="366"/>
            <ac:spMk id="3" creationId="{0F59431B-5070-C62E-64A8-B3186AD4403F}"/>
          </ac:spMkLst>
        </pc:spChg>
        <pc:spChg chg="mod">
          <ac:chgData name="Ben C L FUNG" userId="2bc1a8d8-82cc-46fb-a66a-21e3967849fb" providerId="ADAL" clId="{A94A67B5-D675-48F1-BE77-66606163E92D}" dt="2023-02-08T13:47:54.083" v="121" actId="27636"/>
          <ac:spMkLst>
            <pc:docMk/>
            <pc:sldMk cId="0" sldId="366"/>
            <ac:spMk id="39938" creationId="{BAECE110-CFC3-5C68-B03C-A0917E4C74FA}"/>
          </ac:spMkLst>
        </pc:spChg>
        <pc:spChg chg="mod">
          <ac:chgData name="Ben C L FUNG" userId="2bc1a8d8-82cc-46fb-a66a-21e3967849fb" providerId="ADAL" clId="{A94A67B5-D675-48F1-BE77-66606163E92D}" dt="2023-02-08T13:47:54.085" v="122" actId="27636"/>
          <ac:spMkLst>
            <pc:docMk/>
            <pc:sldMk cId="0" sldId="366"/>
            <ac:spMk id="39939" creationId="{612B03D4-B501-ED81-CEB7-DCCD17E45386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776" v="59" actId="27636"/>
        <pc:sldMkLst>
          <pc:docMk/>
          <pc:sldMk cId="0" sldId="367"/>
        </pc:sldMkLst>
        <pc:spChg chg="mod">
          <ac:chgData name="Ben C L FUNG" userId="2bc1a8d8-82cc-46fb-a66a-21e3967849fb" providerId="ADAL" clId="{A94A67B5-D675-48F1-BE77-66606163E92D}" dt="2023-02-08T13:44:54.776" v="59" actId="27636"/>
          <ac:spMkLst>
            <pc:docMk/>
            <pc:sldMk cId="0" sldId="367"/>
            <ac:spMk id="40962" creationId="{B8D32B8A-91E0-8B5A-9D14-4BDBA02B3394}"/>
          </ac:spMkLst>
        </pc:spChg>
      </pc:sldChg>
      <pc:sldChg chg="modSp add del mod">
        <pc:chgData name="Ben C L FUNG" userId="2bc1a8d8-82cc-46fb-a66a-21e3967849fb" providerId="ADAL" clId="{A94A67B5-D675-48F1-BE77-66606163E92D}" dt="2023-02-08T13:48:12.402" v="123" actId="47"/>
        <pc:sldMkLst>
          <pc:docMk/>
          <pc:sldMk cId="0" sldId="368"/>
        </pc:sldMkLst>
        <pc:spChg chg="mod">
          <ac:chgData name="Ben C L FUNG" userId="2bc1a8d8-82cc-46fb-a66a-21e3967849fb" providerId="ADAL" clId="{A94A67B5-D675-48F1-BE77-66606163E92D}" dt="2023-02-08T13:44:54.778" v="60" actId="27636"/>
          <ac:spMkLst>
            <pc:docMk/>
            <pc:sldMk cId="0" sldId="368"/>
            <ac:spMk id="41986" creationId="{E5F175F5-8B52-BF4C-C481-611EF89FD999}"/>
          </ac:spMkLst>
        </pc:spChg>
        <pc:spChg chg="mod">
          <ac:chgData name="Ben C L FUNG" userId="2bc1a8d8-82cc-46fb-a66a-21e3967849fb" providerId="ADAL" clId="{A94A67B5-D675-48F1-BE77-66606163E92D}" dt="2023-02-08T13:44:54.803" v="61" actId="27636"/>
          <ac:spMkLst>
            <pc:docMk/>
            <pc:sldMk cId="0" sldId="368"/>
            <ac:spMk id="41987" creationId="{BC39F5A7-725D-FDFA-A2AA-A76BC6B88A4C}"/>
          </ac:spMkLst>
        </pc:spChg>
      </pc:sldChg>
      <pc:sldChg chg="modSp add del mod">
        <pc:chgData name="Ben C L FUNG" userId="2bc1a8d8-82cc-46fb-a66a-21e3967849fb" providerId="ADAL" clId="{A94A67B5-D675-48F1-BE77-66606163E92D}" dt="2023-02-08T13:48:13.132" v="124" actId="47"/>
        <pc:sldMkLst>
          <pc:docMk/>
          <pc:sldMk cId="0" sldId="369"/>
        </pc:sldMkLst>
        <pc:spChg chg="mod">
          <ac:chgData name="Ben C L FUNG" userId="2bc1a8d8-82cc-46fb-a66a-21e3967849fb" providerId="ADAL" clId="{A94A67B5-D675-48F1-BE77-66606163E92D}" dt="2023-02-08T13:44:54.805" v="62" actId="27636"/>
          <ac:spMkLst>
            <pc:docMk/>
            <pc:sldMk cId="0" sldId="369"/>
            <ac:spMk id="43010" creationId="{C3EFC8CE-BB29-52FC-91B8-C73EAFDF2CD9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809" v="64" actId="27636"/>
        <pc:sldMkLst>
          <pc:docMk/>
          <pc:sldMk cId="0" sldId="370"/>
        </pc:sldMkLst>
        <pc:spChg chg="mod">
          <ac:chgData name="Ben C L FUNG" userId="2bc1a8d8-82cc-46fb-a66a-21e3967849fb" providerId="ADAL" clId="{A94A67B5-D675-48F1-BE77-66606163E92D}" dt="2023-02-08T13:44:54.807" v="63" actId="27636"/>
          <ac:spMkLst>
            <pc:docMk/>
            <pc:sldMk cId="0" sldId="370"/>
            <ac:spMk id="44034" creationId="{DFCF945C-971D-8148-8667-8ED37221CD02}"/>
          </ac:spMkLst>
        </pc:spChg>
        <pc:spChg chg="mod">
          <ac:chgData name="Ben C L FUNG" userId="2bc1a8d8-82cc-46fb-a66a-21e3967849fb" providerId="ADAL" clId="{A94A67B5-D675-48F1-BE77-66606163E92D}" dt="2023-02-08T13:44:54.809" v="64" actId="27636"/>
          <ac:spMkLst>
            <pc:docMk/>
            <pc:sldMk cId="0" sldId="370"/>
            <ac:spMk id="44035" creationId="{FB4DC3B4-C1CE-6A18-10E7-E8D6B033ABB8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811" v="65" actId="27636"/>
        <pc:sldMkLst>
          <pc:docMk/>
          <pc:sldMk cId="0" sldId="371"/>
        </pc:sldMkLst>
        <pc:spChg chg="mod">
          <ac:chgData name="Ben C L FUNG" userId="2bc1a8d8-82cc-46fb-a66a-21e3967849fb" providerId="ADAL" clId="{A94A67B5-D675-48F1-BE77-66606163E92D}" dt="2023-02-08T13:44:54.811" v="65" actId="27636"/>
          <ac:spMkLst>
            <pc:docMk/>
            <pc:sldMk cId="0" sldId="371"/>
            <ac:spMk id="45058" creationId="{F36FDB5D-723C-2BC5-EA19-67959E7CAC4F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823" v="67" actId="27636"/>
        <pc:sldMkLst>
          <pc:docMk/>
          <pc:sldMk cId="0" sldId="372"/>
        </pc:sldMkLst>
        <pc:spChg chg="mod">
          <ac:chgData name="Ben C L FUNG" userId="2bc1a8d8-82cc-46fb-a66a-21e3967849fb" providerId="ADAL" clId="{A94A67B5-D675-48F1-BE77-66606163E92D}" dt="2023-02-08T13:44:54.813" v="66" actId="27636"/>
          <ac:spMkLst>
            <pc:docMk/>
            <pc:sldMk cId="0" sldId="372"/>
            <ac:spMk id="46082" creationId="{4CC1E7DB-AE5B-7654-D84E-0E15862AB953}"/>
          </ac:spMkLst>
        </pc:spChg>
        <pc:spChg chg="mod">
          <ac:chgData name="Ben C L FUNG" userId="2bc1a8d8-82cc-46fb-a66a-21e3967849fb" providerId="ADAL" clId="{A94A67B5-D675-48F1-BE77-66606163E92D}" dt="2023-02-08T13:44:54.823" v="67" actId="27636"/>
          <ac:spMkLst>
            <pc:docMk/>
            <pc:sldMk cId="0" sldId="372"/>
            <ac:spMk id="46083" creationId="{9C4B0383-2E05-236C-0068-36EA03F5F723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825" v="68" actId="27636"/>
        <pc:sldMkLst>
          <pc:docMk/>
          <pc:sldMk cId="0" sldId="373"/>
        </pc:sldMkLst>
        <pc:spChg chg="mod">
          <ac:chgData name="Ben C L FUNG" userId="2bc1a8d8-82cc-46fb-a66a-21e3967849fb" providerId="ADAL" clId="{A94A67B5-D675-48F1-BE77-66606163E92D}" dt="2023-02-08T13:44:54.825" v="68" actId="27636"/>
          <ac:spMkLst>
            <pc:docMk/>
            <pc:sldMk cId="0" sldId="373"/>
            <ac:spMk id="47106" creationId="{54AF2468-CF35-B138-EB0C-1BC003F38B21}"/>
          </ac:spMkLst>
        </pc:spChg>
      </pc:sldChg>
      <pc:sldChg chg="add del">
        <pc:chgData name="Ben C L FUNG" userId="2bc1a8d8-82cc-46fb-a66a-21e3967849fb" providerId="ADAL" clId="{A94A67B5-D675-48F1-BE77-66606163E92D}" dt="2023-02-08T13:48:32.681" v="125" actId="47"/>
        <pc:sldMkLst>
          <pc:docMk/>
          <pc:sldMk cId="0" sldId="374"/>
        </pc:sldMkLst>
      </pc:sldChg>
      <pc:sldChg chg="modSp add del mod">
        <pc:chgData name="Ben C L FUNG" userId="2bc1a8d8-82cc-46fb-a66a-21e3967849fb" providerId="ADAL" clId="{A94A67B5-D675-48F1-BE77-66606163E92D}" dt="2023-02-08T13:47:47.949" v="119" actId="47"/>
        <pc:sldMkLst>
          <pc:docMk/>
          <pc:sldMk cId="0" sldId="375"/>
        </pc:sldMkLst>
        <pc:spChg chg="mod">
          <ac:chgData name="Ben C L FUNG" userId="2bc1a8d8-82cc-46fb-a66a-21e3967849fb" providerId="ADAL" clId="{A94A67B5-D675-48F1-BE77-66606163E92D}" dt="2023-02-08T13:44:54.768" v="56" actId="27636"/>
          <ac:spMkLst>
            <pc:docMk/>
            <pc:sldMk cId="0" sldId="375"/>
            <ac:spMk id="38914" creationId="{A5433E67-85E8-D063-42FC-1A3BB66440B5}"/>
          </ac:spMkLst>
        </pc:spChg>
        <pc:spChg chg="mod">
          <ac:chgData name="Ben C L FUNG" userId="2bc1a8d8-82cc-46fb-a66a-21e3967849fb" providerId="ADAL" clId="{A94A67B5-D675-48F1-BE77-66606163E92D}" dt="2023-02-08T13:44:54.767" v="55" actId="27636"/>
          <ac:spMkLst>
            <pc:docMk/>
            <pc:sldMk cId="0" sldId="375"/>
            <ac:spMk id="38915" creationId="{D4D52E4F-C0F8-8656-89AB-69DC8D7EC22D}"/>
          </ac:spMkLst>
        </pc:spChg>
      </pc:sldChg>
      <pc:sldMasterChg chg="delSldLayout">
        <pc:chgData name="Ben C L FUNG" userId="2bc1a8d8-82cc-46fb-a66a-21e3967849fb" providerId="ADAL" clId="{A94A67B5-D675-48F1-BE77-66606163E92D}" dt="2023-02-08T13:48:32.681" v="125" actId="47"/>
        <pc:sldMasterMkLst>
          <pc:docMk/>
          <pc:sldMasterMk cId="1159863621" sldId="2147483922"/>
        </pc:sldMasterMkLst>
        <pc:sldLayoutChg chg="del">
          <pc:chgData name="Ben C L FUNG" userId="2bc1a8d8-82cc-46fb-a66a-21e3967849fb" providerId="ADAL" clId="{A94A67B5-D675-48F1-BE77-66606163E92D}" dt="2023-02-08T13:48:32.681" v="125" actId="47"/>
          <pc:sldLayoutMkLst>
            <pc:docMk/>
            <pc:sldMasterMk cId="1159863621" sldId="2147483922"/>
            <pc:sldLayoutMk cId="2076392380" sldId="2147483940"/>
          </pc:sldLayoutMkLst>
        </pc:sldLayoutChg>
      </pc:sldMasterChg>
    </pc:docChg>
  </pc:docChgLst>
  <pc:docChgLst>
    <pc:chgData name="Ben C L FUNG" userId="2bc1a8d8-82cc-46fb-a66a-21e3967849fb" providerId="ADAL" clId="{45106992-ACC4-415E-A83B-5F9C9C679F62}"/>
    <pc:docChg chg="undo custSel addSld delSld modSld sldOrd">
      <pc:chgData name="Ben C L FUNG" userId="2bc1a8d8-82cc-46fb-a66a-21e3967849fb" providerId="ADAL" clId="{45106992-ACC4-415E-A83B-5F9C9C679F62}" dt="2023-01-11T15:57:10.544" v="995" actId="47"/>
      <pc:docMkLst>
        <pc:docMk/>
      </pc:docMkLst>
      <pc:sldChg chg="modSp mod">
        <pc:chgData name="Ben C L FUNG" userId="2bc1a8d8-82cc-46fb-a66a-21e3967849fb" providerId="ADAL" clId="{45106992-ACC4-415E-A83B-5F9C9C679F62}" dt="2023-01-11T13:23:31.601" v="50" actId="20577"/>
        <pc:sldMkLst>
          <pc:docMk/>
          <pc:sldMk cId="2368919398" sldId="259"/>
        </pc:sldMkLst>
        <pc:spChg chg="mod">
          <ac:chgData name="Ben C L FUNG" userId="2bc1a8d8-82cc-46fb-a66a-21e3967849fb" providerId="ADAL" clId="{45106992-ACC4-415E-A83B-5F9C9C679F62}" dt="2023-01-11T13:23:31.601" v="50" actId="20577"/>
          <ac:spMkLst>
            <pc:docMk/>
            <pc:sldMk cId="2368919398" sldId="259"/>
            <ac:spMk id="5123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53:34.549" v="926" actId="27636"/>
        <pc:sldMkLst>
          <pc:docMk/>
          <pc:sldMk cId="4084542955" sldId="261"/>
        </pc:sldMkLst>
        <pc:spChg chg="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3" creationId="{2A170D39-D0CC-8CF0-1FC1-68A9B34F69B0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4" creationId="{7189C799-C2AB-03DC-42C2-E31BA8465642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5" creationId="{D8614BE2-1212-70F4-A429-04283374A722}"/>
          </ac:spMkLst>
        </pc:spChg>
        <pc:spChg chg="mod">
          <ac:chgData name="Ben C L FUNG" userId="2bc1a8d8-82cc-46fb-a66a-21e3967849fb" providerId="ADAL" clId="{45106992-ACC4-415E-A83B-5F9C9C679F62}" dt="2023-01-11T15:53:12.586" v="912" actId="20577"/>
          <ac:spMkLst>
            <pc:docMk/>
            <pc:sldMk cId="4084542955" sldId="261"/>
            <ac:spMk id="7170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53:34.549" v="926" actId="27636"/>
          <ac:spMkLst>
            <pc:docMk/>
            <pc:sldMk cId="4084542955" sldId="261"/>
            <ac:spMk id="7171" creationId="{00000000-0000-0000-0000-000000000000}"/>
          </ac:spMkLst>
        </pc:spChg>
      </pc:sldChg>
      <pc:sldChg chg="addSp delSp modSp del mod modClrScheme chgLayout">
        <pc:chgData name="Ben C L FUNG" userId="2bc1a8d8-82cc-46fb-a66a-21e3967849fb" providerId="ADAL" clId="{45106992-ACC4-415E-A83B-5F9C9C679F62}" dt="2023-01-11T15:30:26.282" v="609" actId="47"/>
        <pc:sldMkLst>
          <pc:docMk/>
          <pc:sldMk cId="89821447" sldId="262"/>
        </pc:sldMkLst>
        <pc:spChg chg="mod ord">
          <ac:chgData name="Ben C L FUNG" userId="2bc1a8d8-82cc-46fb-a66a-21e3967849fb" providerId="ADAL" clId="{45106992-ACC4-415E-A83B-5F9C9C679F62}" dt="2023-01-11T15:30:05.833" v="607" actId="700"/>
          <ac:spMkLst>
            <pc:docMk/>
            <pc:sldMk cId="89821447" sldId="262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30:02.474" v="606"/>
          <ac:spMkLst>
            <pc:docMk/>
            <pc:sldMk cId="89821447" sldId="262"/>
            <ac:spMk id="3" creationId="{E37E9D8C-D415-5610-8132-CE6B3B230CFD}"/>
          </ac:spMkLst>
        </pc:spChg>
        <pc:spChg chg="add del mod ord">
          <ac:chgData name="Ben C L FUNG" userId="2bc1a8d8-82cc-46fb-a66a-21e3967849fb" providerId="ADAL" clId="{45106992-ACC4-415E-A83B-5F9C9C679F62}" dt="2023-01-11T15:30:09.511" v="608" actId="478"/>
          <ac:spMkLst>
            <pc:docMk/>
            <pc:sldMk cId="89821447" sldId="262"/>
            <ac:spMk id="4" creationId="{A830804B-A665-FB4F-4920-4E057B8AFB6B}"/>
          </ac:spMkLst>
        </pc:spChg>
        <pc:spChg chg="mod ord">
          <ac:chgData name="Ben C L FUNG" userId="2bc1a8d8-82cc-46fb-a66a-21e3967849fb" providerId="ADAL" clId="{45106992-ACC4-415E-A83B-5F9C9C679F62}" dt="2023-01-11T15:30:05.833" v="607" actId="700"/>
          <ac:spMkLst>
            <pc:docMk/>
            <pc:sldMk cId="89821447" sldId="262"/>
            <ac:spMk id="8194" creationId="{00000000-0000-0000-0000-000000000000}"/>
          </ac:spMkLst>
        </pc:spChg>
      </pc:sldChg>
      <pc:sldChg chg="ord">
        <pc:chgData name="Ben C L FUNG" userId="2bc1a8d8-82cc-46fb-a66a-21e3967849fb" providerId="ADAL" clId="{45106992-ACC4-415E-A83B-5F9C9C679F62}" dt="2023-01-11T15:33:51.142" v="657"/>
        <pc:sldMkLst>
          <pc:docMk/>
          <pc:sldMk cId="2062806213" sldId="266"/>
        </pc:sldMkLst>
      </pc:sldChg>
      <pc:sldChg chg="addSp delSp modSp mod modClrScheme chgLayout">
        <pc:chgData name="Ben C L FUNG" userId="2bc1a8d8-82cc-46fb-a66a-21e3967849fb" providerId="ADAL" clId="{45106992-ACC4-415E-A83B-5F9C9C679F62}" dt="2023-01-11T15:45:25.296" v="715" actId="20577"/>
        <pc:sldMkLst>
          <pc:docMk/>
          <pc:sldMk cId="1637506441" sldId="267"/>
        </pc:sldMkLst>
        <pc:spChg chg="mod ord">
          <ac:chgData name="Ben C L FUNG" userId="2bc1a8d8-82cc-46fb-a66a-21e3967849fb" providerId="ADAL" clId="{45106992-ACC4-415E-A83B-5F9C9C679F62}" dt="2023-01-11T15:31:07.491" v="611" actId="700"/>
          <ac:spMkLst>
            <pc:docMk/>
            <pc:sldMk cId="1637506441" sldId="267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3" creationId="{66F11224-BA38-EDC1-B4F2-286DABD00D23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4" creationId="{1CB22F27-418B-A706-D963-4E78D001562F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5" creationId="{C389950B-642E-1343-4FD7-900C6A4D39F6}"/>
          </ac:spMkLst>
        </pc:spChg>
        <pc:spChg chg="add del mod ord">
          <ac:chgData name="Ben C L FUNG" userId="2bc1a8d8-82cc-46fb-a66a-21e3967849fb" providerId="ADAL" clId="{45106992-ACC4-415E-A83B-5F9C9C679F62}" dt="2023-01-11T15:31:20.424" v="617" actId="478"/>
          <ac:spMkLst>
            <pc:docMk/>
            <pc:sldMk cId="1637506441" sldId="267"/>
            <ac:spMk id="6" creationId="{2B4218F6-3090-0F0C-DF86-D26AC3B64AF8}"/>
          </ac:spMkLst>
        </pc:spChg>
        <pc:spChg chg="mod ord">
          <ac:chgData name="Ben C L FUNG" userId="2bc1a8d8-82cc-46fb-a66a-21e3967849fb" providerId="ADAL" clId="{45106992-ACC4-415E-A83B-5F9C9C679F62}" dt="2023-01-11T15:45:25.296" v="715" actId="20577"/>
          <ac:spMkLst>
            <pc:docMk/>
            <pc:sldMk cId="1637506441" sldId="267"/>
            <ac:spMk id="13314" creationId="{00000000-0000-0000-0000-000000000000}"/>
          </ac:spMkLst>
        </pc:spChg>
        <pc:spChg chg="mod ord">
          <ac:chgData name="Ben C L FUNG" userId="2bc1a8d8-82cc-46fb-a66a-21e3967849fb" providerId="ADAL" clId="{45106992-ACC4-415E-A83B-5F9C9C679F62}" dt="2023-01-11T15:31:25.655" v="618" actId="1076"/>
          <ac:spMkLst>
            <pc:docMk/>
            <pc:sldMk cId="1637506441" sldId="267"/>
            <ac:spMk id="13315" creationId="{00000000-0000-0000-0000-000000000000}"/>
          </ac:spMkLst>
        </pc:spChg>
        <pc:picChg chg="add mod">
          <ac:chgData name="Ben C L FUNG" userId="2bc1a8d8-82cc-46fb-a66a-21e3967849fb" providerId="ADAL" clId="{45106992-ACC4-415E-A83B-5F9C9C679F62}" dt="2023-01-11T15:31:30.911" v="620" actId="1076"/>
          <ac:picMkLst>
            <pc:docMk/>
            <pc:sldMk cId="1637506441" sldId="267"/>
            <ac:picMk id="7" creationId="{EBE167C6-60EE-23C0-7B2A-051EB98B4E2A}"/>
          </ac:picMkLst>
        </pc:picChg>
      </pc:sldChg>
      <pc:sldChg chg="addSp delSp modSp mod chgLayout">
        <pc:chgData name="Ben C L FUNG" userId="2bc1a8d8-82cc-46fb-a66a-21e3967849fb" providerId="ADAL" clId="{45106992-ACC4-415E-A83B-5F9C9C679F62}" dt="2023-01-11T15:45:37.983" v="718" actId="27636"/>
        <pc:sldMkLst>
          <pc:docMk/>
          <pc:sldMk cId="1718769407" sldId="268"/>
        </pc:sldMkLst>
        <pc:spChg chg="mod or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3" creationId="{ADC98934-D592-E576-5911-08474C8631AC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4" creationId="{30343D6B-A981-FA5D-E4EB-2611C3004D5B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5" creationId="{592B8D95-E862-56B5-44E1-843583BD8C89}"/>
          </ac:spMkLst>
        </pc:spChg>
        <pc:spChg chg="mod or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14338" creationId="{00000000-0000-0000-0000-000000000000}"/>
          </ac:spMkLst>
        </pc:spChg>
        <pc:spChg chg="mod ord">
          <ac:chgData name="Ben C L FUNG" userId="2bc1a8d8-82cc-46fb-a66a-21e3967849fb" providerId="ADAL" clId="{45106992-ACC4-415E-A83B-5F9C9C679F62}" dt="2023-01-11T15:45:37.983" v="718" actId="27636"/>
          <ac:spMkLst>
            <pc:docMk/>
            <pc:sldMk cId="1718769407" sldId="268"/>
            <ac:spMk id="14339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40:49.263" v="705" actId="47"/>
        <pc:sldMkLst>
          <pc:docMk/>
          <pc:sldMk cId="713054870" sldId="273"/>
        </pc:sldMkLst>
      </pc:sldChg>
      <pc:sldChg chg="modSp mod">
        <pc:chgData name="Ben C L FUNG" userId="2bc1a8d8-82cc-46fb-a66a-21e3967849fb" providerId="ADAL" clId="{45106992-ACC4-415E-A83B-5F9C9C679F62}" dt="2023-01-11T15:56:06.938" v="992" actId="15"/>
        <pc:sldMkLst>
          <pc:docMk/>
          <pc:sldMk cId="306365697" sldId="274"/>
        </pc:sldMkLst>
        <pc:spChg chg="mod">
          <ac:chgData name="Ben C L FUNG" userId="2bc1a8d8-82cc-46fb-a66a-21e3967849fb" providerId="ADAL" clId="{45106992-ACC4-415E-A83B-5F9C9C679F62}" dt="2023-01-11T15:56:06.938" v="992" actId="15"/>
          <ac:spMkLst>
            <pc:docMk/>
            <pc:sldMk cId="306365697" sldId="274"/>
            <ac:spMk id="20483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56:49.729" v="993" actId="47"/>
        <pc:sldMkLst>
          <pc:docMk/>
          <pc:sldMk cId="754000279" sldId="283"/>
        </pc:sldMkLst>
      </pc:sldChg>
      <pc:sldChg chg="del">
        <pc:chgData name="Ben C L FUNG" userId="2bc1a8d8-82cc-46fb-a66a-21e3967849fb" providerId="ADAL" clId="{45106992-ACC4-415E-A83B-5F9C9C679F62}" dt="2023-01-11T15:56:54.470" v="994" actId="47"/>
        <pc:sldMkLst>
          <pc:docMk/>
          <pc:sldMk cId="3736641154" sldId="284"/>
        </pc:sldMkLst>
      </pc:sldChg>
      <pc:sldChg chg="del">
        <pc:chgData name="Ben C L FUNG" userId="2bc1a8d8-82cc-46fb-a66a-21e3967849fb" providerId="ADAL" clId="{45106992-ACC4-415E-A83B-5F9C9C679F62}" dt="2023-01-11T15:57:10.544" v="995" actId="47"/>
        <pc:sldMkLst>
          <pc:docMk/>
          <pc:sldMk cId="2700703359" sldId="286"/>
        </pc:sldMkLst>
      </pc:sldChg>
      <pc:sldChg chg="del">
        <pc:chgData name="Ben C L FUNG" userId="2bc1a8d8-82cc-46fb-a66a-21e3967849fb" providerId="ADAL" clId="{45106992-ACC4-415E-A83B-5F9C9C679F62}" dt="2023-01-11T15:43:55.905" v="706" actId="47"/>
        <pc:sldMkLst>
          <pc:docMk/>
          <pc:sldMk cId="365395761" sldId="295"/>
        </pc:sldMkLst>
      </pc:sldChg>
      <pc:sldChg chg="delSp del">
        <pc:chgData name="Ben C L FUNG" userId="2bc1a8d8-82cc-46fb-a66a-21e3967849fb" providerId="ADAL" clId="{45106992-ACC4-415E-A83B-5F9C9C679F62}" dt="2023-01-11T15:31:35.946" v="621" actId="47"/>
        <pc:sldMkLst>
          <pc:docMk/>
          <pc:sldMk cId="3895453819" sldId="314"/>
        </pc:sldMkLst>
        <pc:picChg chg="del">
          <ac:chgData name="Ben C L FUNG" userId="2bc1a8d8-82cc-46fb-a66a-21e3967849fb" providerId="ADAL" clId="{45106992-ACC4-415E-A83B-5F9C9C679F62}" dt="2023-01-11T15:31:02.594" v="610" actId="21"/>
          <ac:picMkLst>
            <pc:docMk/>
            <pc:sldMk cId="3895453819" sldId="314"/>
            <ac:picMk id="5" creationId="{00000000-0000-0000-0000-000000000000}"/>
          </ac:picMkLst>
        </pc:picChg>
      </pc:sldChg>
      <pc:sldChg chg="modSp mod">
        <pc:chgData name="Ben C L FUNG" userId="2bc1a8d8-82cc-46fb-a66a-21e3967849fb" providerId="ADAL" clId="{45106992-ACC4-415E-A83B-5F9C9C679F62}" dt="2023-01-11T15:19:02.618" v="287" actId="20577"/>
        <pc:sldMkLst>
          <pc:docMk/>
          <pc:sldMk cId="1284218118" sldId="322"/>
        </pc:sldMkLst>
        <pc:spChg chg="mod">
          <ac:chgData name="Ben C L FUNG" userId="2bc1a8d8-82cc-46fb-a66a-21e3967849fb" providerId="ADAL" clId="{45106992-ACC4-415E-A83B-5F9C9C679F62}" dt="2023-01-11T15:19:02.618" v="287" actId="20577"/>
          <ac:spMkLst>
            <pc:docMk/>
            <pc:sldMk cId="1284218118" sldId="322"/>
            <ac:spMk id="49154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19:29.679" v="290" actId="27636"/>
        <pc:sldMkLst>
          <pc:docMk/>
          <pc:sldMk cId="1889622294" sldId="324"/>
        </pc:sldMkLst>
        <pc:spChg chg="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3" creationId="{57B87F30-BE17-D9D2-DB11-523F91859C3B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4" creationId="{C712D9F6-4E94-BF65-90E0-1D71D55AC77C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5" creationId="{9A991B21-CC6A-3088-C0D2-D5B977C781AC}"/>
          </ac:spMkLst>
        </pc:spChg>
        <pc:spChg chg="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54274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19:29.679" v="290" actId="27636"/>
          <ac:spMkLst>
            <pc:docMk/>
            <pc:sldMk cId="1889622294" sldId="324"/>
            <ac:spMk id="54275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25:53.609" v="532" actId="20577"/>
        <pc:sldMkLst>
          <pc:docMk/>
          <pc:sldMk cId="2215091214" sldId="325"/>
        </pc:sldMkLst>
        <pc:spChg chg="mod">
          <ac:chgData name="Ben C L FUNG" userId="2bc1a8d8-82cc-46fb-a66a-21e3967849fb" providerId="ADAL" clId="{45106992-ACC4-415E-A83B-5F9C9C679F62}" dt="2023-01-11T15:20:52.503" v="322" actId="20577"/>
          <ac:spMkLst>
            <pc:docMk/>
            <pc:sldMk cId="2215091214" sldId="325"/>
            <ac:spMk id="55298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5:53.609" v="532" actId="20577"/>
          <ac:spMkLst>
            <pc:docMk/>
            <pc:sldMk cId="2215091214" sldId="325"/>
            <ac:spMk id="55299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25:36.450" v="511" actId="6549"/>
        <pc:sldMkLst>
          <pc:docMk/>
          <pc:sldMk cId="3021325755" sldId="326"/>
        </pc:sldMkLst>
        <pc:spChg chg="mod">
          <ac:chgData name="Ben C L FUNG" userId="2bc1a8d8-82cc-46fb-a66a-21e3967849fb" providerId="ADAL" clId="{45106992-ACC4-415E-A83B-5F9C9C679F62}" dt="2023-01-11T15:25:36.450" v="511" actId="6549"/>
          <ac:spMkLst>
            <pc:docMk/>
            <pc:sldMk cId="3021325755" sldId="326"/>
            <ac:spMk id="56322" creationId="{00000000-0000-0000-0000-000000000000}"/>
          </ac:spMkLst>
        </pc:spChg>
        <pc:picChg chg="mod">
          <ac:chgData name="Ben C L FUNG" userId="2bc1a8d8-82cc-46fb-a66a-21e3967849fb" providerId="ADAL" clId="{45106992-ACC4-415E-A83B-5F9C9C679F62}" dt="2023-01-11T15:23:22.942" v="415" actId="1076"/>
          <ac:picMkLst>
            <pc:docMk/>
            <pc:sldMk cId="3021325755" sldId="326"/>
            <ac:picMk id="56323" creationId="{00000000-0000-0000-0000-000000000000}"/>
          </ac:picMkLst>
        </pc:picChg>
      </pc:sldChg>
      <pc:sldChg chg="addSp delSp modSp mod">
        <pc:chgData name="Ben C L FUNG" userId="2bc1a8d8-82cc-46fb-a66a-21e3967849fb" providerId="ADAL" clId="{45106992-ACC4-415E-A83B-5F9C9C679F62}" dt="2023-01-11T15:26:39.735" v="541" actId="27636"/>
        <pc:sldMkLst>
          <pc:docMk/>
          <pc:sldMk cId="2965464839" sldId="327"/>
        </pc:sldMkLst>
        <pc:spChg chg="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3" creationId="{9EC47E09-8815-0C41-B823-CE5742A4CF5B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4" creationId="{8A99F045-4B30-71ED-E32F-437F0CE31D6D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5" creationId="{FC9AA866-56B7-CEC9-1C8A-198F0ED20724}"/>
          </ac:spMkLst>
        </pc:spChg>
        <pc:spChg chg="mod">
          <ac:chgData name="Ben C L FUNG" userId="2bc1a8d8-82cc-46fb-a66a-21e3967849fb" providerId="ADAL" clId="{45106992-ACC4-415E-A83B-5F9C9C679F62}" dt="2023-01-11T15:25:27.549" v="510" actId="27636"/>
          <ac:spMkLst>
            <pc:docMk/>
            <pc:sldMk cId="2965464839" sldId="327"/>
            <ac:spMk id="57346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6:39.735" v="541" actId="27636"/>
          <ac:spMkLst>
            <pc:docMk/>
            <pc:sldMk cId="2965464839" sldId="327"/>
            <ac:spMk id="57347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27:50.208" v="586" actId="15"/>
        <pc:sldMkLst>
          <pc:docMk/>
          <pc:sldMk cId="3160846026" sldId="328"/>
        </pc:sldMkLst>
        <pc:spChg chg="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3" creationId="{E5FB6687-9323-E6F5-B588-A237D23AD500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4" creationId="{77A1C16F-3716-D474-3A16-4A568A3852FE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5" creationId="{7D590D5C-EF99-6840-A5AA-AFB58F48415F}"/>
          </ac:spMkLst>
        </pc:spChg>
        <pc:spChg chg="mod">
          <ac:chgData name="Ben C L FUNG" userId="2bc1a8d8-82cc-46fb-a66a-21e3967849fb" providerId="ADAL" clId="{45106992-ACC4-415E-A83B-5F9C9C679F62}" dt="2023-01-11T15:27:11.993" v="558" actId="20577"/>
          <ac:spMkLst>
            <pc:docMk/>
            <pc:sldMk cId="3160846026" sldId="328"/>
            <ac:spMk id="58370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7:50.208" v="586" actId="15"/>
          <ac:spMkLst>
            <pc:docMk/>
            <pc:sldMk cId="3160846026" sldId="328"/>
            <ac:spMk id="58371" creationId="{00000000-0000-0000-0000-000000000000}"/>
          </ac:spMkLst>
        </pc:spChg>
      </pc:sldChg>
      <pc:sldChg chg="delSp modSp mod">
        <pc:chgData name="Ben C L FUNG" userId="2bc1a8d8-82cc-46fb-a66a-21e3967849fb" providerId="ADAL" clId="{45106992-ACC4-415E-A83B-5F9C9C679F62}" dt="2023-01-11T15:28:08.950" v="589" actId="1076"/>
        <pc:sldMkLst>
          <pc:docMk/>
          <pc:sldMk cId="159348982" sldId="329"/>
        </pc:sldMkLst>
        <pc:spChg chg="del">
          <ac:chgData name="Ben C L FUNG" userId="2bc1a8d8-82cc-46fb-a66a-21e3967849fb" providerId="ADAL" clId="{45106992-ACC4-415E-A83B-5F9C9C679F62}" dt="2023-01-11T15:28:05.935" v="588" actId="478"/>
          <ac:spMkLst>
            <pc:docMk/>
            <pc:sldMk cId="159348982" sldId="329"/>
            <ac:spMk id="3" creationId="{00000000-0000-0000-0000-000000000000}"/>
          </ac:spMkLst>
        </pc:spChg>
        <pc:picChg chg="mod">
          <ac:chgData name="Ben C L FUNG" userId="2bc1a8d8-82cc-46fb-a66a-21e3967849fb" providerId="ADAL" clId="{45106992-ACC4-415E-A83B-5F9C9C679F62}" dt="2023-01-11T15:28:08.950" v="589" actId="1076"/>
          <ac:picMkLst>
            <pc:docMk/>
            <pc:sldMk cId="159348982" sldId="329"/>
            <ac:picMk id="5" creationId="{00000000-0000-0000-0000-000000000000}"/>
          </ac:picMkLst>
        </pc:picChg>
      </pc:sldChg>
      <pc:sldChg chg="addSp delSp modSp mod">
        <pc:chgData name="Ben C L FUNG" userId="2bc1a8d8-82cc-46fb-a66a-21e3967849fb" providerId="ADAL" clId="{45106992-ACC4-415E-A83B-5F9C9C679F62}" dt="2023-01-11T15:28:16.619" v="591" actId="27636"/>
        <pc:sldMkLst>
          <pc:docMk/>
          <pc:sldMk cId="2007442616" sldId="331"/>
        </pc:sldMkLst>
        <pc:spChg chg="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2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8:16.619" v="591" actId="27636"/>
          <ac:spMkLst>
            <pc:docMk/>
            <pc:sldMk cId="2007442616" sldId="331"/>
            <ac:spMk id="3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4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5" creationId="{4A69B924-3F30-3C76-814A-6BBFEB6CAC1C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6" creationId="{9B7E6D78-A98E-0F0E-605B-C7F181D850B7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7" creationId="{FDEDAF8F-2B6C-AF49-B51E-038E9B37323B}"/>
          </ac:spMkLst>
        </pc:spChg>
      </pc:sldChg>
      <pc:sldChg chg="modSp mod">
        <pc:chgData name="Ben C L FUNG" userId="2bc1a8d8-82cc-46fb-a66a-21e3967849fb" providerId="ADAL" clId="{45106992-ACC4-415E-A83B-5F9C9C679F62}" dt="2023-01-11T15:13:59.454" v="74" actId="15"/>
        <pc:sldMkLst>
          <pc:docMk/>
          <pc:sldMk cId="1197716553" sldId="334"/>
        </pc:sldMkLst>
        <pc:spChg chg="mod">
          <ac:chgData name="Ben C L FUNG" userId="2bc1a8d8-82cc-46fb-a66a-21e3967849fb" providerId="ADAL" clId="{45106992-ACC4-415E-A83B-5F9C9C679F62}" dt="2023-01-11T15:13:59.454" v="74" actId="15"/>
          <ac:spMkLst>
            <pc:docMk/>
            <pc:sldMk cId="1197716553" sldId="334"/>
            <ac:spMk id="9219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15:23.386" v="110" actId="5793"/>
        <pc:sldMkLst>
          <pc:docMk/>
          <pc:sldMk cId="1923947471" sldId="336"/>
        </pc:sldMkLst>
        <pc:spChg chg="mod">
          <ac:chgData name="Ben C L FUNG" userId="2bc1a8d8-82cc-46fb-a66a-21e3967849fb" providerId="ADAL" clId="{45106992-ACC4-415E-A83B-5F9C9C679F62}" dt="2023-01-11T15:15:23.386" v="110" actId="5793"/>
          <ac:spMkLst>
            <pc:docMk/>
            <pc:sldMk cId="1923947471" sldId="336"/>
            <ac:spMk id="11267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44:09.028" v="707" actId="47"/>
        <pc:sldMkLst>
          <pc:docMk/>
          <pc:sldMk cId="448511932" sldId="337"/>
        </pc:sldMkLst>
      </pc:sldChg>
      <pc:sldChg chg="addSp delSp modSp new mod">
        <pc:chgData name="Ben C L FUNG" userId="2bc1a8d8-82cc-46fb-a66a-21e3967849fb" providerId="ADAL" clId="{45106992-ACC4-415E-A83B-5F9C9C679F62}" dt="2023-01-11T15:20:21.424" v="309" actId="20577"/>
        <pc:sldMkLst>
          <pc:docMk/>
          <pc:sldMk cId="3806349047" sldId="338"/>
        </pc:sldMkLst>
        <pc:spChg chg="mod">
          <ac:chgData name="Ben C L FUNG" userId="2bc1a8d8-82cc-46fb-a66a-21e3967849fb" providerId="ADAL" clId="{45106992-ACC4-415E-A83B-5F9C9C679F62}" dt="2023-01-11T15:20:21.424" v="309" actId="20577"/>
          <ac:spMkLst>
            <pc:docMk/>
            <pc:sldMk cId="3806349047" sldId="338"/>
            <ac:spMk id="2" creationId="{6AA805CA-A432-3D99-E5EB-2E832482CA56}"/>
          </ac:spMkLst>
        </pc:spChg>
        <pc:spChg chg="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3" creationId="{002E0650-6576-BF38-2201-5BD6DD8897DC}"/>
          </ac:spMkLst>
        </pc:spChg>
        <pc:spChg chg="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4" creationId="{969BB858-7CCA-5E4B-8EA9-80CCDF3EA051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5" creationId="{19020F7F-3434-527A-750F-B74C73612D48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6" creationId="{593F3F55-7C31-595B-A87F-0EF8E8278A4D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7" creationId="{BF277EB9-09E6-F0E7-3010-818A069FF4C6}"/>
          </ac:spMkLst>
        </pc:spChg>
      </pc:sldChg>
      <pc:sldChg chg="addSp delSp modSp new mod modClrScheme chgLayout">
        <pc:chgData name="Ben C L FUNG" userId="2bc1a8d8-82cc-46fb-a66a-21e3967849fb" providerId="ADAL" clId="{45106992-ACC4-415E-A83B-5F9C9C679F62}" dt="2023-01-11T15:24:02.649" v="462" actId="20577"/>
        <pc:sldMkLst>
          <pc:docMk/>
          <pc:sldMk cId="618705715" sldId="339"/>
        </pc:sldMkLst>
        <pc:spChg chg="del 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2" creationId="{88CC13F9-7C94-2413-F4A1-D13B5C24074F}"/>
          </ac:spMkLst>
        </pc:spChg>
        <pc:spChg chg="del 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3" creationId="{61E36038-99C6-D519-8783-A8757299568B}"/>
          </ac:spMkLst>
        </pc:spChg>
        <pc:spChg chg="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4" creationId="{B76BA5D4-33F3-5D46-A76F-B714F334E9D6}"/>
          </ac:spMkLst>
        </pc:spChg>
        <pc:spChg chg="add mod ord">
          <ac:chgData name="Ben C L FUNG" userId="2bc1a8d8-82cc-46fb-a66a-21e3967849fb" providerId="ADAL" clId="{45106992-ACC4-415E-A83B-5F9C9C679F62}" dt="2023-01-11T15:17:21.326" v="176" actId="20577"/>
          <ac:spMkLst>
            <pc:docMk/>
            <pc:sldMk cId="618705715" sldId="339"/>
            <ac:spMk id="5" creationId="{EB77FEC7-63CF-4204-CCDC-E6B85AD2D831}"/>
          </ac:spMkLst>
        </pc:spChg>
        <pc:spChg chg="add mod ord">
          <ac:chgData name="Ben C L FUNG" userId="2bc1a8d8-82cc-46fb-a66a-21e3967849fb" providerId="ADAL" clId="{45106992-ACC4-415E-A83B-5F9C9C679F62}" dt="2023-01-11T15:24:02.649" v="462" actId="20577"/>
          <ac:spMkLst>
            <pc:docMk/>
            <pc:sldMk cId="618705715" sldId="339"/>
            <ac:spMk id="6" creationId="{AA3969DF-8A53-07C4-3CD7-DC1ED88FE82A}"/>
          </ac:spMkLst>
        </pc:spChg>
      </pc:sldChg>
      <pc:sldChg chg="addSp delSp modSp new mod">
        <pc:chgData name="Ben C L FUNG" userId="2bc1a8d8-82cc-46fb-a66a-21e3967849fb" providerId="ADAL" clId="{45106992-ACC4-415E-A83B-5F9C9C679F62}" dt="2023-01-11T15:25:19.576" v="505" actId="27636"/>
        <pc:sldMkLst>
          <pc:docMk/>
          <pc:sldMk cId="3719621672" sldId="340"/>
        </pc:sldMkLst>
        <pc:spChg chg="mod">
          <ac:chgData name="Ben C L FUNG" userId="2bc1a8d8-82cc-46fb-a66a-21e3967849fb" providerId="ADAL" clId="{45106992-ACC4-415E-A83B-5F9C9C679F62}" dt="2023-01-11T15:25:19.576" v="505" actId="27636"/>
          <ac:spMkLst>
            <pc:docMk/>
            <pc:sldMk cId="3719621672" sldId="340"/>
            <ac:spMk id="2" creationId="{FC444DE1-E327-AD45-021E-24B199F4B20B}"/>
          </ac:spMkLst>
        </pc:spChg>
        <pc:spChg chg="mod">
          <ac:chgData name="Ben C L FUNG" userId="2bc1a8d8-82cc-46fb-a66a-21e3967849fb" providerId="ADAL" clId="{45106992-ACC4-415E-A83B-5F9C9C679F62}" dt="2023-01-11T15:25:19.575" v="504" actId="27636"/>
          <ac:spMkLst>
            <pc:docMk/>
            <pc:sldMk cId="3719621672" sldId="340"/>
            <ac:spMk id="3" creationId="{9EBE1EBA-4597-A869-26D1-315CF90E0906}"/>
          </ac:spMkLst>
        </pc:spChg>
        <pc:spChg chg="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4" creationId="{874BA634-5691-EC60-C7E7-DDC3BD2AB620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5" creationId="{260090F0-E981-7B5E-5601-81793D2E7639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6" creationId="{D311EA0C-4E29-C44C-2C86-713B1B177121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7" creationId="{706D9E52-1C75-E322-7766-3BA516773E0E}"/>
          </ac:spMkLst>
        </pc:spChg>
      </pc:sldChg>
      <pc:sldChg chg="addSp delSp modSp new mod modClrScheme chgLayout">
        <pc:chgData name="Ben C L FUNG" userId="2bc1a8d8-82cc-46fb-a66a-21e3967849fb" providerId="ADAL" clId="{45106992-ACC4-415E-A83B-5F9C9C679F62}" dt="2023-01-11T15:39:57.097" v="704" actId="20577"/>
        <pc:sldMkLst>
          <pc:docMk/>
          <pc:sldMk cId="1244147216" sldId="341"/>
        </pc:sldMkLst>
        <pc:spChg chg="del">
          <ac:chgData name="Ben C L FUNG" userId="2bc1a8d8-82cc-46fb-a66a-21e3967849fb" providerId="ADAL" clId="{45106992-ACC4-415E-A83B-5F9C9C679F62}" dt="2023-01-11T15:38:20.759" v="659" actId="700"/>
          <ac:spMkLst>
            <pc:docMk/>
            <pc:sldMk cId="1244147216" sldId="341"/>
            <ac:spMk id="2" creationId="{0DC802F0-C4D4-F4EA-C553-E33FE4CA9DC6}"/>
          </ac:spMkLst>
        </pc:spChg>
        <pc:spChg chg="del">
          <ac:chgData name="Ben C L FUNG" userId="2bc1a8d8-82cc-46fb-a66a-21e3967849fb" providerId="ADAL" clId="{45106992-ACC4-415E-A83B-5F9C9C679F62}" dt="2023-01-11T15:38:20.759" v="659" actId="700"/>
          <ac:spMkLst>
            <pc:docMk/>
            <pc:sldMk cId="1244147216" sldId="341"/>
            <ac:spMk id="3" creationId="{E2CB800B-3976-9D72-EAA2-81A9E52D64E5}"/>
          </ac:spMkLst>
        </pc:spChg>
        <pc:spChg chg="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4" creationId="{95308450-EDA9-F74D-F536-28FDB9D907C1}"/>
          </ac:spMkLst>
        </pc:spChg>
        <pc:spChg chg="add del 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5" creationId="{BFE50D46-0207-2287-E24F-44369D44F382}"/>
          </ac:spMkLst>
        </pc:spChg>
        <pc:spChg chg="add del 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6" creationId="{0460BB01-C905-0F3F-C7C4-52939ACA0A95}"/>
          </ac:spMkLst>
        </pc:spChg>
        <pc:spChg chg="add mod ord">
          <ac:chgData name="Ben C L FUNG" userId="2bc1a8d8-82cc-46fb-a66a-21e3967849fb" providerId="ADAL" clId="{45106992-ACC4-415E-A83B-5F9C9C679F62}" dt="2023-01-11T15:39:46.313" v="695" actId="20577"/>
          <ac:spMkLst>
            <pc:docMk/>
            <pc:sldMk cId="1244147216" sldId="341"/>
            <ac:spMk id="7" creationId="{EC85EE5A-156F-D06E-3E9D-93E4EEF28E0F}"/>
          </ac:spMkLst>
        </pc:spChg>
        <pc:spChg chg="add mod ord">
          <ac:chgData name="Ben C L FUNG" userId="2bc1a8d8-82cc-46fb-a66a-21e3967849fb" providerId="ADAL" clId="{45106992-ACC4-415E-A83B-5F9C9C679F62}" dt="2023-01-11T15:39:57.097" v="704" actId="20577"/>
          <ac:spMkLst>
            <pc:docMk/>
            <pc:sldMk cId="1244147216" sldId="341"/>
            <ac:spMk id="8" creationId="{02A4E731-772F-4711-27D4-4C98CF87BC7C}"/>
          </ac:spMkLst>
        </pc:spChg>
      </pc:sldChg>
      <pc:sldChg chg="addSp delSp modSp new mod">
        <pc:chgData name="Ben C L FUNG" userId="2bc1a8d8-82cc-46fb-a66a-21e3967849fb" providerId="ADAL" clId="{45106992-ACC4-415E-A83B-5F9C9C679F62}" dt="2023-01-11T15:52:40.665" v="877" actId="1076"/>
        <pc:sldMkLst>
          <pc:docMk/>
          <pc:sldMk cId="1388413500" sldId="342"/>
        </pc:sldMkLst>
        <pc:spChg chg="mod">
          <ac:chgData name="Ben C L FUNG" userId="2bc1a8d8-82cc-46fb-a66a-21e3967849fb" providerId="ADAL" clId="{45106992-ACC4-415E-A83B-5F9C9C679F62}" dt="2023-01-11T15:46:31.713" v="754" actId="20577"/>
          <ac:spMkLst>
            <pc:docMk/>
            <pc:sldMk cId="1388413500" sldId="342"/>
            <ac:spMk id="2" creationId="{2FC5416E-949D-B5BE-7DA9-1949B6BBE2F1}"/>
          </ac:spMkLst>
        </pc:spChg>
        <pc:spChg chg="del mod">
          <ac:chgData name="Ben C L FUNG" userId="2bc1a8d8-82cc-46fb-a66a-21e3967849fb" providerId="ADAL" clId="{45106992-ACC4-415E-A83B-5F9C9C679F62}" dt="2023-01-11T15:47:57.189" v="765" actId="478"/>
          <ac:spMkLst>
            <pc:docMk/>
            <pc:sldMk cId="1388413500" sldId="342"/>
            <ac:spMk id="3" creationId="{B48BB87B-71B8-2A70-DEFE-EF77D10F4C15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5" creationId="{55CD0722-12D7-4274-88D6-B358FBDCF184}"/>
          </ac:spMkLst>
        </pc:spChg>
        <pc:spChg chg="add del mod">
          <ac:chgData name="Ben C L FUNG" userId="2bc1a8d8-82cc-46fb-a66a-21e3967849fb" providerId="ADAL" clId="{45106992-ACC4-415E-A83B-5F9C9C679F62}" dt="2023-01-11T15:47:59.035" v="766" actId="478"/>
          <ac:spMkLst>
            <pc:docMk/>
            <pc:sldMk cId="1388413500" sldId="342"/>
            <ac:spMk id="7" creationId="{D9CA93C2-AE51-CCF3-2233-A98D7700B9D9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8" creationId="{1A5F938D-FF74-2316-348E-2137A589C0C4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9" creationId="{385D6641-4104-D374-69A8-F49478E80839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0" creationId="{EEF9084F-66EE-BA7B-51F6-C2193664029E}"/>
          </ac:spMkLst>
        </pc:spChg>
        <pc:spChg chg="add mod">
          <ac:chgData name="Ben C L FUNG" userId="2bc1a8d8-82cc-46fb-a66a-21e3967849fb" providerId="ADAL" clId="{45106992-ACC4-415E-A83B-5F9C9C679F62}" dt="2023-01-11T15:52:35" v="876" actId="1076"/>
          <ac:spMkLst>
            <pc:docMk/>
            <pc:sldMk cId="1388413500" sldId="342"/>
            <ac:spMk id="11" creationId="{73611C45-3E33-995B-AB69-7F0F86E40502}"/>
          </ac:spMkLst>
        </pc:spChg>
        <pc:spChg chg="add mod">
          <ac:chgData name="Ben C L FUNG" userId="2bc1a8d8-82cc-46fb-a66a-21e3967849fb" providerId="ADAL" clId="{45106992-ACC4-415E-A83B-5F9C9C679F62}" dt="2023-01-11T15:52:40.665" v="877" actId="1076"/>
          <ac:spMkLst>
            <pc:docMk/>
            <pc:sldMk cId="1388413500" sldId="342"/>
            <ac:spMk id="12" creationId="{527F8F61-8FC3-AEE9-A76B-FD57E2565F18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3" creationId="{052B2AA9-9CA7-E7C0-4E43-7B548AE54CFC}"/>
          </ac:spMkLst>
        </pc:spChg>
        <pc:spChg chg="add mod">
          <ac:chgData name="Ben C L FUNG" userId="2bc1a8d8-82cc-46fb-a66a-21e3967849fb" providerId="ADAL" clId="{45106992-ACC4-415E-A83B-5F9C9C679F62}" dt="2023-01-11T15:52:25.603" v="874" actId="408"/>
          <ac:spMkLst>
            <pc:docMk/>
            <pc:sldMk cId="1388413500" sldId="342"/>
            <ac:spMk id="14" creationId="{75722DBC-3089-755F-0C7A-618E3040BA44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5" creationId="{58682B80-6A7D-2ED6-4594-8C363E154726}"/>
          </ac:spMkLst>
        </pc:spChg>
        <pc:spChg chg="add mod">
          <ac:chgData name="Ben C L FUNG" userId="2bc1a8d8-82cc-46fb-a66a-21e3967849fb" providerId="ADAL" clId="{45106992-ACC4-415E-A83B-5F9C9C679F62}" dt="2023-01-11T15:52:25.603" v="874" actId="408"/>
          <ac:spMkLst>
            <pc:docMk/>
            <pc:sldMk cId="1388413500" sldId="342"/>
            <ac:spMk id="16" creationId="{ED44CED4-D1B4-966A-F002-654F3A76EECD}"/>
          </ac:spMkLst>
        </pc:spChg>
        <pc:spChg chg="add mod">
          <ac:chgData name="Ben C L FUNG" userId="2bc1a8d8-82cc-46fb-a66a-21e3967849fb" providerId="ADAL" clId="{45106992-ACC4-415E-A83B-5F9C9C679F62}" dt="2023-01-11T15:51:19.725" v="854" actId="13822"/>
          <ac:spMkLst>
            <pc:docMk/>
            <pc:sldMk cId="1388413500" sldId="342"/>
            <ac:spMk id="17" creationId="{22E31066-3027-2F97-1190-5D22101C12DB}"/>
          </ac:spMkLst>
        </pc:spChg>
        <pc:spChg chg="add mod">
          <ac:chgData name="Ben C L FUNG" userId="2bc1a8d8-82cc-46fb-a66a-21e3967849fb" providerId="ADAL" clId="{45106992-ACC4-415E-A83B-5F9C9C679F62}" dt="2023-01-11T15:52:08.856" v="872" actId="1076"/>
          <ac:spMkLst>
            <pc:docMk/>
            <pc:sldMk cId="1388413500" sldId="342"/>
            <ac:spMk id="18" creationId="{CE8310E4-3C92-E901-6FBF-0F6C6F11929A}"/>
          </ac:spMkLst>
        </pc:spChg>
        <pc:spChg chg="add mod">
          <ac:chgData name="Ben C L FUNG" userId="2bc1a8d8-82cc-46fb-a66a-21e3967849fb" providerId="ADAL" clId="{45106992-ACC4-415E-A83B-5F9C9C679F62}" dt="2023-01-11T15:52:15.001" v="873" actId="1076"/>
          <ac:spMkLst>
            <pc:docMk/>
            <pc:sldMk cId="1388413500" sldId="342"/>
            <ac:spMk id="19" creationId="{6B6F8365-827C-8AF0-B551-8C7359C69CD8}"/>
          </ac:spMkLst>
        </pc:spChg>
        <pc:spChg chg="add mod">
          <ac:chgData name="Ben C L FUNG" userId="2bc1a8d8-82cc-46fb-a66a-21e3967849fb" providerId="ADAL" clId="{45106992-ACC4-415E-A83B-5F9C9C679F62}" dt="2023-01-11T15:52:04.635" v="871" actId="1076"/>
          <ac:spMkLst>
            <pc:docMk/>
            <pc:sldMk cId="1388413500" sldId="342"/>
            <ac:spMk id="20" creationId="{BEFF8DA6-559D-A642-1E44-654329BECC0A}"/>
          </ac:spMkLst>
        </pc:spChg>
      </pc:sldChg>
    </pc:docChg>
  </pc:docChgLst>
  <pc:docChgLst>
    <pc:chgData name="Ben C L FUNG" userId="2bc1a8d8-82cc-46fb-a66a-21e3967849fb" providerId="ADAL" clId="{5351C055-5124-4951-B81E-523C2E56ACEF}"/>
    <pc:docChg chg="undo custSel addSld delSld modSld sldOrd modMainMaster">
      <pc:chgData name="Ben C L FUNG" userId="2bc1a8d8-82cc-46fb-a66a-21e3967849fb" providerId="ADAL" clId="{5351C055-5124-4951-B81E-523C2E56ACEF}" dt="2023-03-01T16:37:06.399" v="2259" actId="6549"/>
      <pc:docMkLst>
        <pc:docMk/>
      </pc:docMkLst>
      <pc:sldChg chg="modSp mod">
        <pc:chgData name="Ben C L FUNG" userId="2bc1a8d8-82cc-46fb-a66a-21e3967849fb" providerId="ADAL" clId="{5351C055-5124-4951-B81E-523C2E56ACEF}" dt="2023-03-01T14:12:21.442" v="28" actId="20577"/>
        <pc:sldMkLst>
          <pc:docMk/>
          <pc:sldMk cId="1613474009" sldId="257"/>
        </pc:sldMkLst>
        <pc:spChg chg="mod">
          <ac:chgData name="Ben C L FUNG" userId="2bc1a8d8-82cc-46fb-a66a-21e3967849fb" providerId="ADAL" clId="{5351C055-5124-4951-B81E-523C2E56ACEF}" dt="2023-03-01T14:12:21.442" v="28" actId="20577"/>
          <ac:spMkLst>
            <pc:docMk/>
            <pc:sldMk cId="1613474009" sldId="257"/>
            <ac:spMk id="2" creationId="{00000000-0000-0000-0000-000000000000}"/>
          </ac:spMkLst>
        </pc:spChg>
      </pc:sldChg>
      <pc:sldChg chg="addSp delSp modSp mod">
        <pc:chgData name="Ben C L FUNG" userId="2bc1a8d8-82cc-46fb-a66a-21e3967849fb" providerId="ADAL" clId="{5351C055-5124-4951-B81E-523C2E56ACEF}" dt="2023-03-01T14:15:49.815" v="148"/>
        <pc:sldMkLst>
          <pc:docMk/>
          <pc:sldMk cId="2368919398" sldId="259"/>
        </pc:sldMkLst>
        <pc:spChg chg="mod">
          <ac:chgData name="Ben C L FUNG" userId="2bc1a8d8-82cc-46fb-a66a-21e3967849fb" providerId="ADAL" clId="{5351C055-5124-4951-B81E-523C2E56ACEF}" dt="2023-03-01T14:15:49.815" v="148"/>
          <ac:spMkLst>
            <pc:docMk/>
            <pc:sldMk cId="2368919398" sldId="259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5351C055-5124-4951-B81E-523C2E56ACEF}" dt="2023-03-01T14:14:23.451" v="143"/>
          <ac:spMkLst>
            <pc:docMk/>
            <pc:sldMk cId="2368919398" sldId="259"/>
            <ac:spMk id="3" creationId="{264F100E-857E-4125-DE10-FFF8BB3B1CD3}"/>
          </ac:spMkLst>
        </pc:spChg>
        <pc:spChg chg="add del mod">
          <ac:chgData name="Ben C L FUNG" userId="2bc1a8d8-82cc-46fb-a66a-21e3967849fb" providerId="ADAL" clId="{5351C055-5124-4951-B81E-523C2E56ACEF}" dt="2023-03-01T14:14:23.451" v="143"/>
          <ac:spMkLst>
            <pc:docMk/>
            <pc:sldMk cId="2368919398" sldId="259"/>
            <ac:spMk id="4" creationId="{0CC9325C-B95F-B2EE-96EB-DF29D98F135C}"/>
          </ac:spMkLst>
        </pc:spChg>
        <pc:spChg chg="add del mod">
          <ac:chgData name="Ben C L FUNG" userId="2bc1a8d8-82cc-46fb-a66a-21e3967849fb" providerId="ADAL" clId="{5351C055-5124-4951-B81E-523C2E56ACEF}" dt="2023-03-01T14:14:23.451" v="143"/>
          <ac:spMkLst>
            <pc:docMk/>
            <pc:sldMk cId="2368919398" sldId="259"/>
            <ac:spMk id="5" creationId="{4F9237F5-5677-BFBF-271A-8DBAC609DF64}"/>
          </ac:spMkLst>
        </pc:spChg>
        <pc:spChg chg="add del mod">
          <ac:chgData name="Ben C L FUNG" userId="2bc1a8d8-82cc-46fb-a66a-21e3967849fb" providerId="ADAL" clId="{5351C055-5124-4951-B81E-523C2E56ACEF}" dt="2023-03-01T14:15:49.815" v="148"/>
          <ac:spMkLst>
            <pc:docMk/>
            <pc:sldMk cId="2368919398" sldId="259"/>
            <ac:spMk id="6" creationId="{247CE48E-D87B-D9CB-9DCE-B85444B4A85F}"/>
          </ac:spMkLst>
        </pc:spChg>
        <pc:spChg chg="add del mod">
          <ac:chgData name="Ben C L FUNG" userId="2bc1a8d8-82cc-46fb-a66a-21e3967849fb" providerId="ADAL" clId="{5351C055-5124-4951-B81E-523C2E56ACEF}" dt="2023-03-01T14:15:49.815" v="148"/>
          <ac:spMkLst>
            <pc:docMk/>
            <pc:sldMk cId="2368919398" sldId="259"/>
            <ac:spMk id="7" creationId="{37F71F0D-330F-7C67-38CF-FB4A644D7FB8}"/>
          </ac:spMkLst>
        </pc:spChg>
        <pc:spChg chg="add del mod">
          <ac:chgData name="Ben C L FUNG" userId="2bc1a8d8-82cc-46fb-a66a-21e3967849fb" providerId="ADAL" clId="{5351C055-5124-4951-B81E-523C2E56ACEF}" dt="2023-03-01T14:15:49.815" v="148"/>
          <ac:spMkLst>
            <pc:docMk/>
            <pc:sldMk cId="2368919398" sldId="259"/>
            <ac:spMk id="8" creationId="{83624A57-23F0-AACF-1632-BE656EF46E87}"/>
          </ac:spMkLst>
        </pc:spChg>
        <pc:spChg chg="mod">
          <ac:chgData name="Ben C L FUNG" userId="2bc1a8d8-82cc-46fb-a66a-21e3967849fb" providerId="ADAL" clId="{5351C055-5124-4951-B81E-523C2E56ACEF}" dt="2023-03-01T14:15:49.815" v="148"/>
          <ac:spMkLst>
            <pc:docMk/>
            <pc:sldMk cId="2368919398" sldId="259"/>
            <ac:spMk id="5122" creationId="{00000000-0000-0000-0000-000000000000}"/>
          </ac:spMkLst>
        </pc:spChg>
        <pc:spChg chg="mod">
          <ac:chgData name="Ben C L FUNG" userId="2bc1a8d8-82cc-46fb-a66a-21e3967849fb" providerId="ADAL" clId="{5351C055-5124-4951-B81E-523C2E56ACEF}" dt="2023-03-01T14:15:49.815" v="148"/>
          <ac:spMkLst>
            <pc:docMk/>
            <pc:sldMk cId="2368919398" sldId="259"/>
            <ac:spMk id="5123" creationId="{00000000-0000-0000-0000-000000000000}"/>
          </ac:spMkLst>
        </pc:spChg>
      </pc:sldChg>
      <pc:sldChg chg="addSp delSp modSp new mod ord modClrScheme chgLayout">
        <pc:chgData name="Ben C L FUNG" userId="2bc1a8d8-82cc-46fb-a66a-21e3967849fb" providerId="ADAL" clId="{5351C055-5124-4951-B81E-523C2E56ACEF}" dt="2023-03-01T16:36:06.773" v="2148" actId="27636"/>
        <pc:sldMkLst>
          <pc:docMk/>
          <pc:sldMk cId="2317315799" sldId="260"/>
        </pc:sldMkLst>
        <pc:spChg chg="del">
          <ac:chgData name="Ben C L FUNG" userId="2bc1a8d8-82cc-46fb-a66a-21e3967849fb" providerId="ADAL" clId="{5351C055-5124-4951-B81E-523C2E56ACEF}" dt="2023-03-01T14:14:26.938" v="144"/>
          <ac:spMkLst>
            <pc:docMk/>
            <pc:sldMk cId="2317315799" sldId="260"/>
            <ac:spMk id="2" creationId="{98544189-E99E-FECF-BD4E-926F700AC73B}"/>
          </ac:spMkLst>
        </pc:spChg>
        <pc:spChg chg="del">
          <ac:chgData name="Ben C L FUNG" userId="2bc1a8d8-82cc-46fb-a66a-21e3967849fb" providerId="ADAL" clId="{5351C055-5124-4951-B81E-523C2E56ACEF}" dt="2023-03-01T14:14:26.938" v="144"/>
          <ac:spMkLst>
            <pc:docMk/>
            <pc:sldMk cId="2317315799" sldId="260"/>
            <ac:spMk id="3" creationId="{FEC4EE2D-E319-A944-01C4-CCB234307DA7}"/>
          </ac:spMkLst>
        </pc:spChg>
        <pc:spChg chg="mod ord">
          <ac:chgData name="Ben C L FUNG" userId="2bc1a8d8-82cc-46fb-a66a-21e3967849fb" providerId="ADAL" clId="{5351C055-5124-4951-B81E-523C2E56ACEF}" dt="2023-03-01T16:35:58.588" v="2139" actId="700"/>
          <ac:spMkLst>
            <pc:docMk/>
            <pc:sldMk cId="2317315799" sldId="260"/>
            <ac:spMk id="4" creationId="{1E963BF6-4C1F-1FF5-CCC3-40139A1BF344}"/>
          </ac:spMkLst>
        </pc:spChg>
        <pc:spChg chg="add del mod">
          <ac:chgData name="Ben C L FUNG" userId="2bc1a8d8-82cc-46fb-a66a-21e3967849fb" providerId="ADAL" clId="{5351C055-5124-4951-B81E-523C2E56ACEF}" dt="2023-03-01T14:14:26.938" v="144"/>
          <ac:spMkLst>
            <pc:docMk/>
            <pc:sldMk cId="2317315799" sldId="260"/>
            <ac:spMk id="5" creationId="{3FA8D53E-C1F2-2155-41B9-3B8D3FF6B2BF}"/>
          </ac:spMkLst>
        </pc:spChg>
        <pc:spChg chg="add mod ord">
          <ac:chgData name="Ben C L FUNG" userId="2bc1a8d8-82cc-46fb-a66a-21e3967849fb" providerId="ADAL" clId="{5351C055-5124-4951-B81E-523C2E56ACEF}" dt="2023-03-01T16:35:58.588" v="2139" actId="700"/>
          <ac:spMkLst>
            <pc:docMk/>
            <pc:sldMk cId="2317315799" sldId="260"/>
            <ac:spMk id="6" creationId="{A5DC3C0C-D755-6897-E9F9-DFE4887E1E58}"/>
          </ac:spMkLst>
        </pc:spChg>
        <pc:spChg chg="add mod ord">
          <ac:chgData name="Ben C L FUNG" userId="2bc1a8d8-82cc-46fb-a66a-21e3967849fb" providerId="ADAL" clId="{5351C055-5124-4951-B81E-523C2E56ACEF}" dt="2023-03-01T16:36:06.773" v="2148" actId="27636"/>
          <ac:spMkLst>
            <pc:docMk/>
            <pc:sldMk cId="2317315799" sldId="260"/>
            <ac:spMk id="7" creationId="{5FFC6FFF-0262-25A0-28F3-E5920346B8B0}"/>
          </ac:spMkLst>
        </pc:spChg>
        <pc:spChg chg="add mod ord">
          <ac:chgData name="Ben C L FUNG" userId="2bc1a8d8-82cc-46fb-a66a-21e3967849fb" providerId="ADAL" clId="{5351C055-5124-4951-B81E-523C2E56ACEF}" dt="2023-03-01T16:36:06.771" v="2147" actId="27636"/>
          <ac:spMkLst>
            <pc:docMk/>
            <pc:sldMk cId="2317315799" sldId="260"/>
            <ac:spMk id="8" creationId="{DF654CDB-2190-6107-A0AF-DA5B22E0B3FB}"/>
          </ac:spMkLst>
        </pc:spChg>
      </pc:sldChg>
      <pc:sldChg chg="modSp new mod ord">
        <pc:chgData name="Ben C L FUNG" userId="2bc1a8d8-82cc-46fb-a66a-21e3967849fb" providerId="ADAL" clId="{5351C055-5124-4951-B81E-523C2E56ACEF}" dt="2023-03-01T16:37:06.399" v="2259" actId="6549"/>
        <pc:sldMkLst>
          <pc:docMk/>
          <pc:sldMk cId="1276933584" sldId="261"/>
        </pc:sldMkLst>
        <pc:spChg chg="mod">
          <ac:chgData name="Ben C L FUNG" userId="2bc1a8d8-82cc-46fb-a66a-21e3967849fb" providerId="ADAL" clId="{5351C055-5124-4951-B81E-523C2E56ACEF}" dt="2023-03-01T16:36:23.750" v="2167" actId="20577"/>
          <ac:spMkLst>
            <pc:docMk/>
            <pc:sldMk cId="1276933584" sldId="261"/>
            <ac:spMk id="2" creationId="{DBB48583-4AD3-44DB-2A0A-1BAE4C2223D0}"/>
          </ac:spMkLst>
        </pc:spChg>
        <pc:spChg chg="mod">
          <ac:chgData name="Ben C L FUNG" userId="2bc1a8d8-82cc-46fb-a66a-21e3967849fb" providerId="ADAL" clId="{5351C055-5124-4951-B81E-523C2E56ACEF}" dt="2023-03-01T16:37:06.399" v="2259" actId="6549"/>
          <ac:spMkLst>
            <pc:docMk/>
            <pc:sldMk cId="1276933584" sldId="261"/>
            <ac:spMk id="3" creationId="{2089CB3F-F2FA-7EC0-7FAF-A9B34D8E012D}"/>
          </ac:spMkLst>
        </pc:spChg>
      </pc:sldChg>
      <pc:sldChg chg="modSp new mod">
        <pc:chgData name="Ben C L FUNG" userId="2bc1a8d8-82cc-46fb-a66a-21e3967849fb" providerId="ADAL" clId="{5351C055-5124-4951-B81E-523C2E56ACEF}" dt="2023-03-01T14:27:36.797" v="499" actId="20577"/>
        <pc:sldMkLst>
          <pc:docMk/>
          <pc:sldMk cId="3604350073" sldId="262"/>
        </pc:sldMkLst>
        <pc:spChg chg="mod">
          <ac:chgData name="Ben C L FUNG" userId="2bc1a8d8-82cc-46fb-a66a-21e3967849fb" providerId="ADAL" clId="{5351C055-5124-4951-B81E-523C2E56ACEF}" dt="2023-03-01T14:24:23.548" v="264" actId="20577"/>
          <ac:spMkLst>
            <pc:docMk/>
            <pc:sldMk cId="3604350073" sldId="262"/>
            <ac:spMk id="2" creationId="{4520A0A4-3554-7276-9197-0220673509AE}"/>
          </ac:spMkLst>
        </pc:spChg>
        <pc:spChg chg="mod">
          <ac:chgData name="Ben C L FUNG" userId="2bc1a8d8-82cc-46fb-a66a-21e3967849fb" providerId="ADAL" clId="{5351C055-5124-4951-B81E-523C2E56ACEF}" dt="2023-03-01T14:27:36.797" v="499" actId="20577"/>
          <ac:spMkLst>
            <pc:docMk/>
            <pc:sldMk cId="3604350073" sldId="262"/>
            <ac:spMk id="3" creationId="{84EFD95C-1073-A6D1-A41B-2D1F01A214A2}"/>
          </ac:spMkLst>
        </pc:spChg>
      </pc:sldChg>
      <pc:sldChg chg="modSp new mod">
        <pc:chgData name="Ben C L FUNG" userId="2bc1a8d8-82cc-46fb-a66a-21e3967849fb" providerId="ADAL" clId="{5351C055-5124-4951-B81E-523C2E56ACEF}" dt="2023-03-01T14:27:23.859" v="477" actId="20577"/>
        <pc:sldMkLst>
          <pc:docMk/>
          <pc:sldMk cId="3919416082" sldId="263"/>
        </pc:sldMkLst>
        <pc:spChg chg="mod">
          <ac:chgData name="Ben C L FUNG" userId="2bc1a8d8-82cc-46fb-a66a-21e3967849fb" providerId="ADAL" clId="{5351C055-5124-4951-B81E-523C2E56ACEF}" dt="2023-03-01T14:27:12.803" v="420" actId="20577"/>
          <ac:spMkLst>
            <pc:docMk/>
            <pc:sldMk cId="3919416082" sldId="263"/>
            <ac:spMk id="2" creationId="{9E2BFAAD-3FB6-D346-627B-477B08B2DF4C}"/>
          </ac:spMkLst>
        </pc:spChg>
        <pc:spChg chg="mod">
          <ac:chgData name="Ben C L FUNG" userId="2bc1a8d8-82cc-46fb-a66a-21e3967849fb" providerId="ADAL" clId="{5351C055-5124-4951-B81E-523C2E56ACEF}" dt="2023-03-01T14:27:23.859" v="477" actId="20577"/>
          <ac:spMkLst>
            <pc:docMk/>
            <pc:sldMk cId="3919416082" sldId="263"/>
            <ac:spMk id="3" creationId="{C06E791C-6BAE-576A-0EA2-806B8AEB59CA}"/>
          </ac:spMkLst>
        </pc:spChg>
      </pc:sldChg>
      <pc:sldChg chg="modSp new mod">
        <pc:chgData name="Ben C L FUNG" userId="2bc1a8d8-82cc-46fb-a66a-21e3967849fb" providerId="ADAL" clId="{5351C055-5124-4951-B81E-523C2E56ACEF}" dt="2023-03-01T15:48:04.100" v="1217" actId="20577"/>
        <pc:sldMkLst>
          <pc:docMk/>
          <pc:sldMk cId="3723053648" sldId="264"/>
        </pc:sldMkLst>
        <pc:spChg chg="mod">
          <ac:chgData name="Ben C L FUNG" userId="2bc1a8d8-82cc-46fb-a66a-21e3967849fb" providerId="ADAL" clId="{5351C055-5124-4951-B81E-523C2E56ACEF}" dt="2023-03-01T14:28:04.911" v="515" actId="20577"/>
          <ac:spMkLst>
            <pc:docMk/>
            <pc:sldMk cId="3723053648" sldId="264"/>
            <ac:spMk id="2" creationId="{B229DA71-F820-D015-2985-DC073C03068C}"/>
          </ac:spMkLst>
        </pc:spChg>
        <pc:spChg chg="mod">
          <ac:chgData name="Ben C L FUNG" userId="2bc1a8d8-82cc-46fb-a66a-21e3967849fb" providerId="ADAL" clId="{5351C055-5124-4951-B81E-523C2E56ACEF}" dt="2023-03-01T15:48:04.100" v="1217" actId="20577"/>
          <ac:spMkLst>
            <pc:docMk/>
            <pc:sldMk cId="3723053648" sldId="264"/>
            <ac:spMk id="3" creationId="{B2C9294F-EA32-5D0E-1CD2-C553385008CA}"/>
          </ac:spMkLst>
        </pc:spChg>
      </pc:sldChg>
      <pc:sldChg chg="addSp delSp modSp new mod modClrScheme chgLayout">
        <pc:chgData name="Ben C L FUNG" userId="2bc1a8d8-82cc-46fb-a66a-21e3967849fb" providerId="ADAL" clId="{5351C055-5124-4951-B81E-523C2E56ACEF}" dt="2023-03-01T16:03:04.699" v="1543" actId="20577"/>
        <pc:sldMkLst>
          <pc:docMk/>
          <pc:sldMk cId="2736127968" sldId="265"/>
        </pc:sldMkLst>
        <pc:spChg chg="mod ord">
          <ac:chgData name="Ben C L FUNG" userId="2bc1a8d8-82cc-46fb-a66a-21e3967849fb" providerId="ADAL" clId="{5351C055-5124-4951-B81E-523C2E56ACEF}" dt="2023-03-01T16:03:04.699" v="1543" actId="20577"/>
          <ac:spMkLst>
            <pc:docMk/>
            <pc:sldMk cId="2736127968" sldId="265"/>
            <ac:spMk id="2" creationId="{9289903A-2E89-3460-CB9C-60A508FDC0F6}"/>
          </ac:spMkLst>
        </pc:spChg>
        <pc:spChg chg="mod ord">
          <ac:chgData name="Ben C L FUNG" userId="2bc1a8d8-82cc-46fb-a66a-21e3967849fb" providerId="ADAL" clId="{5351C055-5124-4951-B81E-523C2E56ACEF}" dt="2023-03-01T14:43:22.136" v="823" actId="27636"/>
          <ac:spMkLst>
            <pc:docMk/>
            <pc:sldMk cId="2736127968" sldId="265"/>
            <ac:spMk id="3" creationId="{E8AA0348-FDA5-FAA2-A103-597AA45551A1}"/>
          </ac:spMkLst>
        </pc:spChg>
        <pc:spChg chg="mod ord">
          <ac:chgData name="Ben C L FUNG" userId="2bc1a8d8-82cc-46fb-a66a-21e3967849fb" providerId="ADAL" clId="{5351C055-5124-4951-B81E-523C2E56ACEF}" dt="2023-03-01T14:43:00.626" v="811" actId="700"/>
          <ac:spMkLst>
            <pc:docMk/>
            <pc:sldMk cId="2736127968" sldId="265"/>
            <ac:spMk id="4" creationId="{4A3C9609-D6AB-BD1C-7E1F-734A42F61AE4}"/>
          </ac:spMkLst>
        </pc:spChg>
        <pc:spChg chg="add del mod ord">
          <ac:chgData name="Ben C L FUNG" userId="2bc1a8d8-82cc-46fb-a66a-21e3967849fb" providerId="ADAL" clId="{5351C055-5124-4951-B81E-523C2E56ACEF}" dt="2023-03-01T14:43:02.189" v="814"/>
          <ac:spMkLst>
            <pc:docMk/>
            <pc:sldMk cId="2736127968" sldId="265"/>
            <ac:spMk id="8" creationId="{007FF854-391D-393C-D2D5-D4C6DA677F8E}"/>
          </ac:spMkLst>
        </pc:spChg>
        <pc:picChg chg="add del mod">
          <ac:chgData name="Ben C L FUNG" userId="2bc1a8d8-82cc-46fb-a66a-21e3967849fb" providerId="ADAL" clId="{5351C055-5124-4951-B81E-523C2E56ACEF}" dt="2023-03-01T14:42:53.060" v="807" actId="478"/>
          <ac:picMkLst>
            <pc:docMk/>
            <pc:sldMk cId="2736127968" sldId="265"/>
            <ac:picMk id="5" creationId="{8B73DCCA-1CD7-A924-DF19-3A8CEEDC4012}"/>
          </ac:picMkLst>
        </pc:picChg>
        <pc:picChg chg="add del mod">
          <ac:chgData name="Ben C L FUNG" userId="2bc1a8d8-82cc-46fb-a66a-21e3967849fb" providerId="ADAL" clId="{5351C055-5124-4951-B81E-523C2E56ACEF}" dt="2023-03-01T14:42:55.355" v="810" actId="21"/>
          <ac:picMkLst>
            <pc:docMk/>
            <pc:sldMk cId="2736127968" sldId="265"/>
            <ac:picMk id="7" creationId="{76EFDF33-546B-271F-EA34-EA132245F149}"/>
          </ac:picMkLst>
        </pc:picChg>
        <pc:picChg chg="add mod">
          <ac:chgData name="Ben C L FUNG" userId="2bc1a8d8-82cc-46fb-a66a-21e3967849fb" providerId="ADAL" clId="{5351C055-5124-4951-B81E-523C2E56ACEF}" dt="2023-03-01T14:43:25.861" v="824" actId="1076"/>
          <ac:picMkLst>
            <pc:docMk/>
            <pc:sldMk cId="2736127968" sldId="265"/>
            <ac:picMk id="9" creationId="{44DD1BF6-5DFA-CED0-A647-832513A551A8}"/>
          </ac:picMkLst>
        </pc:picChg>
      </pc:sldChg>
      <pc:sldChg chg="addSp delSp modSp new mod modClrScheme chgLayout">
        <pc:chgData name="Ben C L FUNG" userId="2bc1a8d8-82cc-46fb-a66a-21e3967849fb" providerId="ADAL" clId="{5351C055-5124-4951-B81E-523C2E56ACEF}" dt="2023-03-01T15:00:03.405" v="907" actId="1076"/>
        <pc:sldMkLst>
          <pc:docMk/>
          <pc:sldMk cId="793804538" sldId="266"/>
        </pc:sldMkLst>
        <pc:spChg chg="mod ord">
          <ac:chgData name="Ben C L FUNG" userId="2bc1a8d8-82cc-46fb-a66a-21e3967849fb" providerId="ADAL" clId="{5351C055-5124-4951-B81E-523C2E56ACEF}" dt="2023-03-01T14:46:10.799" v="903" actId="700"/>
          <ac:spMkLst>
            <pc:docMk/>
            <pc:sldMk cId="793804538" sldId="266"/>
            <ac:spMk id="2" creationId="{43B0D30E-1B22-FF67-455A-6A5BCB3BE2B4}"/>
          </ac:spMkLst>
        </pc:spChg>
        <pc:spChg chg="mod ord">
          <ac:chgData name="Ben C L FUNG" userId="2bc1a8d8-82cc-46fb-a66a-21e3967849fb" providerId="ADAL" clId="{5351C055-5124-4951-B81E-523C2E56ACEF}" dt="2023-03-01T14:46:10.799" v="903" actId="700"/>
          <ac:spMkLst>
            <pc:docMk/>
            <pc:sldMk cId="793804538" sldId="266"/>
            <ac:spMk id="3" creationId="{610BFCCC-1C70-F2AC-BE78-0BF7DC4794DC}"/>
          </ac:spMkLst>
        </pc:spChg>
        <pc:spChg chg="del">
          <ac:chgData name="Ben C L FUNG" userId="2bc1a8d8-82cc-46fb-a66a-21e3967849fb" providerId="ADAL" clId="{5351C055-5124-4951-B81E-523C2E56ACEF}" dt="2023-03-01T14:46:10.799" v="903" actId="700"/>
          <ac:spMkLst>
            <pc:docMk/>
            <pc:sldMk cId="793804538" sldId="266"/>
            <ac:spMk id="4" creationId="{20D0DEA8-C087-F2A0-227F-428AD269518F}"/>
          </ac:spMkLst>
        </pc:spChg>
        <pc:spChg chg="mod ord">
          <ac:chgData name="Ben C L FUNG" userId="2bc1a8d8-82cc-46fb-a66a-21e3967849fb" providerId="ADAL" clId="{5351C055-5124-4951-B81E-523C2E56ACEF}" dt="2023-03-01T14:46:10.799" v="903" actId="700"/>
          <ac:spMkLst>
            <pc:docMk/>
            <pc:sldMk cId="793804538" sldId="266"/>
            <ac:spMk id="5" creationId="{E7047D83-EE88-B481-37D3-A11CF48EC880}"/>
          </ac:spMkLst>
        </pc:spChg>
        <pc:picChg chg="add del">
          <ac:chgData name="Ben C L FUNG" userId="2bc1a8d8-82cc-46fb-a66a-21e3967849fb" providerId="ADAL" clId="{5351C055-5124-4951-B81E-523C2E56ACEF}" dt="2023-03-01T14:59:57.822" v="905" actId="478"/>
          <ac:picMkLst>
            <pc:docMk/>
            <pc:sldMk cId="793804538" sldId="266"/>
            <ac:picMk id="7" creationId="{63407797-667C-2C59-44FE-785A7A20E220}"/>
          </ac:picMkLst>
        </pc:picChg>
        <pc:picChg chg="add mod">
          <ac:chgData name="Ben C L FUNG" userId="2bc1a8d8-82cc-46fb-a66a-21e3967849fb" providerId="ADAL" clId="{5351C055-5124-4951-B81E-523C2E56ACEF}" dt="2023-03-01T15:00:03.405" v="907" actId="1076"/>
          <ac:picMkLst>
            <pc:docMk/>
            <pc:sldMk cId="793804538" sldId="266"/>
            <ac:picMk id="9" creationId="{B13AA59E-90BF-1EA2-5182-543BCB571A9B}"/>
          </ac:picMkLst>
        </pc:picChg>
      </pc:sldChg>
      <pc:sldChg chg="addSp delSp modSp new del mod">
        <pc:chgData name="Ben C L FUNG" userId="2bc1a8d8-82cc-46fb-a66a-21e3967849fb" providerId="ADAL" clId="{5351C055-5124-4951-B81E-523C2E56ACEF}" dt="2023-03-01T14:43:06.564" v="815" actId="47"/>
        <pc:sldMkLst>
          <pc:docMk/>
          <pc:sldMk cId="1192598490" sldId="266"/>
        </pc:sldMkLst>
        <pc:spChg chg="mod">
          <ac:chgData name="Ben C L FUNG" userId="2bc1a8d8-82cc-46fb-a66a-21e3967849fb" providerId="ADAL" clId="{5351C055-5124-4951-B81E-523C2E56ACEF}" dt="2023-03-01T14:33:57.443" v="792" actId="20577"/>
          <ac:spMkLst>
            <pc:docMk/>
            <pc:sldMk cId="1192598490" sldId="266"/>
            <ac:spMk id="2" creationId="{C45CE05E-A87B-A50C-151B-34ECC5B6972C}"/>
          </ac:spMkLst>
        </pc:spChg>
        <pc:spChg chg="mod">
          <ac:chgData name="Ben C L FUNG" userId="2bc1a8d8-82cc-46fb-a66a-21e3967849fb" providerId="ADAL" clId="{5351C055-5124-4951-B81E-523C2E56ACEF}" dt="2023-03-01T14:34:18.588" v="799" actId="20577"/>
          <ac:spMkLst>
            <pc:docMk/>
            <pc:sldMk cId="1192598490" sldId="266"/>
            <ac:spMk id="3" creationId="{B42A357A-F181-76BB-0946-00076BF9175E}"/>
          </ac:spMkLst>
        </pc:spChg>
        <pc:graphicFrameChg chg="add del mod">
          <ac:chgData name="Ben C L FUNG" userId="2bc1a8d8-82cc-46fb-a66a-21e3967849fb" providerId="ADAL" clId="{5351C055-5124-4951-B81E-523C2E56ACEF}" dt="2023-03-01T14:41:15.884" v="801" actId="478"/>
          <ac:graphicFrameMkLst>
            <pc:docMk/>
            <pc:sldMk cId="1192598490" sldId="266"/>
            <ac:graphicFrameMk id="5" creationId="{1FA1A021-47C5-127F-6E14-62E92439F5E8}"/>
          </ac:graphicFrameMkLst>
        </pc:graphicFrameChg>
        <pc:picChg chg="add del mod">
          <ac:chgData name="Ben C L FUNG" userId="2bc1a8d8-82cc-46fb-a66a-21e3967849fb" providerId="ADAL" clId="{5351C055-5124-4951-B81E-523C2E56ACEF}" dt="2023-03-01T14:41:23.357" v="804" actId="21"/>
          <ac:picMkLst>
            <pc:docMk/>
            <pc:sldMk cId="1192598490" sldId="266"/>
            <ac:picMk id="7" creationId="{7AEECA91-9439-0DD4-7551-A4070C581B24}"/>
          </ac:picMkLst>
        </pc:picChg>
      </pc:sldChg>
      <pc:sldChg chg="addSp modSp new mod ord">
        <pc:chgData name="Ben C L FUNG" userId="2bc1a8d8-82cc-46fb-a66a-21e3967849fb" providerId="ADAL" clId="{5351C055-5124-4951-B81E-523C2E56ACEF}" dt="2023-03-01T16:04:44.356" v="1587" actId="20577"/>
        <pc:sldMkLst>
          <pc:docMk/>
          <pc:sldMk cId="805018612" sldId="267"/>
        </pc:sldMkLst>
        <pc:spChg chg="mod">
          <ac:chgData name="Ben C L FUNG" userId="2bc1a8d8-82cc-46fb-a66a-21e3967849fb" providerId="ADAL" clId="{5351C055-5124-4951-B81E-523C2E56ACEF}" dt="2023-03-01T16:04:44.356" v="1587" actId="20577"/>
          <ac:spMkLst>
            <pc:docMk/>
            <pc:sldMk cId="805018612" sldId="267"/>
            <ac:spMk id="2" creationId="{38A46272-CA5E-D3D6-8E87-EB2D3BFC725F}"/>
          </ac:spMkLst>
        </pc:spChg>
        <pc:spChg chg="mod">
          <ac:chgData name="Ben C L FUNG" userId="2bc1a8d8-82cc-46fb-a66a-21e3967849fb" providerId="ADAL" clId="{5351C055-5124-4951-B81E-523C2E56ACEF}" dt="2023-03-01T15:42:27.154" v="1064" actId="20577"/>
          <ac:spMkLst>
            <pc:docMk/>
            <pc:sldMk cId="805018612" sldId="267"/>
            <ac:spMk id="3" creationId="{D09859E6-46C7-BA7F-CDAA-437343664FF3}"/>
          </ac:spMkLst>
        </pc:spChg>
        <pc:spChg chg="add mod">
          <ac:chgData name="Ben C L FUNG" userId="2bc1a8d8-82cc-46fb-a66a-21e3967849fb" providerId="ADAL" clId="{5351C055-5124-4951-B81E-523C2E56ACEF}" dt="2023-03-01T15:06:32.735" v="970" actId="14100"/>
          <ac:spMkLst>
            <pc:docMk/>
            <pc:sldMk cId="805018612" sldId="267"/>
            <ac:spMk id="6" creationId="{F811D461-8447-6F00-F94D-1ACFE3DA726F}"/>
          </ac:spMkLst>
        </pc:spChg>
        <pc:picChg chg="add mod">
          <ac:chgData name="Ben C L FUNG" userId="2bc1a8d8-82cc-46fb-a66a-21e3967849fb" providerId="ADAL" clId="{5351C055-5124-4951-B81E-523C2E56ACEF}" dt="2023-03-01T15:37:00.257" v="1029" actId="1076"/>
          <ac:picMkLst>
            <pc:docMk/>
            <pc:sldMk cId="805018612" sldId="267"/>
            <ac:picMk id="8" creationId="{850243CE-197A-F52D-00D2-A58B22D6F962}"/>
          </ac:picMkLst>
        </pc:picChg>
      </pc:sldChg>
      <pc:sldChg chg="addSp modSp new mod modClrScheme chgLayout">
        <pc:chgData name="Ben C L FUNG" userId="2bc1a8d8-82cc-46fb-a66a-21e3967849fb" providerId="ADAL" clId="{5351C055-5124-4951-B81E-523C2E56ACEF}" dt="2023-03-01T15:55:22.787" v="1343" actId="14"/>
        <pc:sldMkLst>
          <pc:docMk/>
          <pc:sldMk cId="178442072" sldId="268"/>
        </pc:sldMkLst>
        <pc:spChg chg="mod ord">
          <ac:chgData name="Ben C L FUNG" userId="2bc1a8d8-82cc-46fb-a66a-21e3967849fb" providerId="ADAL" clId="{5351C055-5124-4951-B81E-523C2E56ACEF}" dt="2023-03-01T15:54:30.311" v="1326" actId="700"/>
          <ac:spMkLst>
            <pc:docMk/>
            <pc:sldMk cId="178442072" sldId="268"/>
            <ac:spMk id="2" creationId="{358B767D-A752-BA70-34A4-91F47DF99410}"/>
          </ac:spMkLst>
        </pc:spChg>
        <pc:spChg chg="mod ord">
          <ac:chgData name="Ben C L FUNG" userId="2bc1a8d8-82cc-46fb-a66a-21e3967849fb" providerId="ADAL" clId="{5351C055-5124-4951-B81E-523C2E56ACEF}" dt="2023-03-01T15:54:30.348" v="1328" actId="27636"/>
          <ac:spMkLst>
            <pc:docMk/>
            <pc:sldMk cId="178442072" sldId="268"/>
            <ac:spMk id="3" creationId="{BCE1AB14-CF18-C3A0-72AF-CC92892AA06C}"/>
          </ac:spMkLst>
        </pc:spChg>
        <pc:spChg chg="mod ord">
          <ac:chgData name="Ben C L FUNG" userId="2bc1a8d8-82cc-46fb-a66a-21e3967849fb" providerId="ADAL" clId="{5351C055-5124-4951-B81E-523C2E56ACEF}" dt="2023-03-01T15:54:30.311" v="1326" actId="700"/>
          <ac:spMkLst>
            <pc:docMk/>
            <pc:sldMk cId="178442072" sldId="268"/>
            <ac:spMk id="4" creationId="{67FFE21E-9A89-FCD0-FC47-EE6A2FDDACB0}"/>
          </ac:spMkLst>
        </pc:spChg>
        <pc:spChg chg="add mod">
          <ac:chgData name="Ben C L FUNG" userId="2bc1a8d8-82cc-46fb-a66a-21e3967849fb" providerId="ADAL" clId="{5351C055-5124-4951-B81E-523C2E56ACEF}" dt="2023-03-01T15:52:24.890" v="1251" actId="14100"/>
          <ac:spMkLst>
            <pc:docMk/>
            <pc:sldMk cId="178442072" sldId="268"/>
            <ac:spMk id="6" creationId="{169F45F5-91B8-5631-91C0-96A957C08A5F}"/>
          </ac:spMkLst>
        </pc:spChg>
        <pc:spChg chg="add mod ord">
          <ac:chgData name="Ben C L FUNG" userId="2bc1a8d8-82cc-46fb-a66a-21e3967849fb" providerId="ADAL" clId="{5351C055-5124-4951-B81E-523C2E56ACEF}" dt="2023-03-01T15:55:22.787" v="1343" actId="14"/>
          <ac:spMkLst>
            <pc:docMk/>
            <pc:sldMk cId="178442072" sldId="268"/>
            <ac:spMk id="7" creationId="{603336F0-9DA6-76E7-5F1D-44F414E14DA1}"/>
          </ac:spMkLst>
        </pc:spChg>
      </pc:sldChg>
      <pc:sldChg chg="addSp delSp modSp new mod modClrScheme chgLayout">
        <pc:chgData name="Ben C L FUNG" userId="2bc1a8d8-82cc-46fb-a66a-21e3967849fb" providerId="ADAL" clId="{5351C055-5124-4951-B81E-523C2E56ACEF}" dt="2023-03-01T16:01:41.547" v="1533"/>
        <pc:sldMkLst>
          <pc:docMk/>
          <pc:sldMk cId="1410384168" sldId="269"/>
        </pc:sldMkLst>
        <pc:spChg chg="mod ord">
          <ac:chgData name="Ben C L FUNG" userId="2bc1a8d8-82cc-46fb-a66a-21e3967849fb" providerId="ADAL" clId="{5351C055-5124-4951-B81E-523C2E56ACEF}" dt="2023-03-01T16:01:41.547" v="1533"/>
          <ac:spMkLst>
            <pc:docMk/>
            <pc:sldMk cId="1410384168" sldId="269"/>
            <ac:spMk id="2" creationId="{93840AF3-4571-396E-6FE8-0C6E23D41DAF}"/>
          </ac:spMkLst>
        </pc:spChg>
        <pc:spChg chg="mod ord">
          <ac:chgData name="Ben C L FUNG" userId="2bc1a8d8-82cc-46fb-a66a-21e3967849fb" providerId="ADAL" clId="{5351C055-5124-4951-B81E-523C2E56ACEF}" dt="2023-03-01T16:00:34.347" v="1497" actId="14100"/>
          <ac:spMkLst>
            <pc:docMk/>
            <pc:sldMk cId="1410384168" sldId="269"/>
            <ac:spMk id="3" creationId="{F94B67E0-0AB5-CFE3-028F-004F948F78C9}"/>
          </ac:spMkLst>
        </pc:spChg>
        <pc:spChg chg="mod ord">
          <ac:chgData name="Ben C L FUNG" userId="2bc1a8d8-82cc-46fb-a66a-21e3967849fb" providerId="ADAL" clId="{5351C055-5124-4951-B81E-523C2E56ACEF}" dt="2023-03-01T16:00:24.877" v="1492" actId="700"/>
          <ac:spMkLst>
            <pc:docMk/>
            <pc:sldMk cId="1410384168" sldId="269"/>
            <ac:spMk id="4" creationId="{9C21BE6D-72F7-FD64-F911-A3AC664FB9B8}"/>
          </ac:spMkLst>
        </pc:spChg>
        <pc:spChg chg="add del mod ord">
          <ac:chgData name="Ben C L FUNG" userId="2bc1a8d8-82cc-46fb-a66a-21e3967849fb" providerId="ADAL" clId="{5351C055-5124-4951-B81E-523C2E56ACEF}" dt="2023-03-01T16:00:26.092" v="1493"/>
          <ac:spMkLst>
            <pc:docMk/>
            <pc:sldMk cId="1410384168" sldId="269"/>
            <ac:spMk id="5" creationId="{A66D9A24-0DA0-9B61-A32B-3CA675E2DCCB}"/>
          </ac:spMkLst>
        </pc:spChg>
        <pc:spChg chg="add del">
          <ac:chgData name="Ben C L FUNG" userId="2bc1a8d8-82cc-46fb-a66a-21e3967849fb" providerId="ADAL" clId="{5351C055-5124-4951-B81E-523C2E56ACEF}" dt="2023-03-01T16:00:55.714" v="1501" actId="478"/>
          <ac:spMkLst>
            <pc:docMk/>
            <pc:sldMk cId="1410384168" sldId="269"/>
            <ac:spMk id="8" creationId="{CAACA358-14B9-E670-9F94-011D417D379D}"/>
          </ac:spMkLst>
        </pc:spChg>
        <pc:spChg chg="add mod">
          <ac:chgData name="Ben C L FUNG" userId="2bc1a8d8-82cc-46fb-a66a-21e3967849fb" providerId="ADAL" clId="{5351C055-5124-4951-B81E-523C2E56ACEF}" dt="2023-03-01T16:01:02.629" v="1503" actId="1076"/>
          <ac:spMkLst>
            <pc:docMk/>
            <pc:sldMk cId="1410384168" sldId="269"/>
            <ac:spMk id="9" creationId="{E560CB93-0253-0C5E-B236-30823D93A2DC}"/>
          </ac:spMkLst>
        </pc:spChg>
        <pc:picChg chg="add mod">
          <ac:chgData name="Ben C L FUNG" userId="2bc1a8d8-82cc-46fb-a66a-21e3967849fb" providerId="ADAL" clId="{5351C055-5124-4951-B81E-523C2E56ACEF}" dt="2023-03-01T16:00:38.644" v="1499" actId="1076"/>
          <ac:picMkLst>
            <pc:docMk/>
            <pc:sldMk cId="1410384168" sldId="269"/>
            <ac:picMk id="6" creationId="{244896D3-249D-CFC1-71CA-6C98D953BC44}"/>
          </ac:picMkLst>
        </pc:picChg>
      </pc:sldChg>
      <pc:sldChg chg="addSp delSp modSp new mod modClrScheme chgLayout">
        <pc:chgData name="Ben C L FUNG" userId="2bc1a8d8-82cc-46fb-a66a-21e3967849fb" providerId="ADAL" clId="{5351C055-5124-4951-B81E-523C2E56ACEF}" dt="2023-03-01T15:57:10.716" v="1388" actId="6549"/>
        <pc:sldMkLst>
          <pc:docMk/>
          <pc:sldMk cId="3105267841" sldId="270"/>
        </pc:sldMkLst>
        <pc:spChg chg="del mod ord">
          <ac:chgData name="Ben C L FUNG" userId="2bc1a8d8-82cc-46fb-a66a-21e3967849fb" providerId="ADAL" clId="{5351C055-5124-4951-B81E-523C2E56ACEF}" dt="2023-03-01T15:55:43.631" v="1345" actId="700"/>
          <ac:spMkLst>
            <pc:docMk/>
            <pc:sldMk cId="3105267841" sldId="270"/>
            <ac:spMk id="2" creationId="{42D48393-8491-850C-6178-9C58B736BF1B}"/>
          </ac:spMkLst>
        </pc:spChg>
        <pc:spChg chg="del mod ord">
          <ac:chgData name="Ben C L FUNG" userId="2bc1a8d8-82cc-46fb-a66a-21e3967849fb" providerId="ADAL" clId="{5351C055-5124-4951-B81E-523C2E56ACEF}" dt="2023-03-01T15:55:43.631" v="1345" actId="700"/>
          <ac:spMkLst>
            <pc:docMk/>
            <pc:sldMk cId="3105267841" sldId="270"/>
            <ac:spMk id="3" creationId="{EF33BAC2-63BF-99BE-48F7-860BFEBC546F}"/>
          </ac:spMkLst>
        </pc:spChg>
        <pc:spChg chg="del">
          <ac:chgData name="Ben C L FUNG" userId="2bc1a8d8-82cc-46fb-a66a-21e3967849fb" providerId="ADAL" clId="{5351C055-5124-4951-B81E-523C2E56ACEF}" dt="2023-03-01T15:55:43.631" v="1345" actId="700"/>
          <ac:spMkLst>
            <pc:docMk/>
            <pc:sldMk cId="3105267841" sldId="270"/>
            <ac:spMk id="4" creationId="{A8968633-D969-CB98-8D57-D317C2A11035}"/>
          </ac:spMkLst>
        </pc:spChg>
        <pc:spChg chg="mod ord">
          <ac:chgData name="Ben C L FUNG" userId="2bc1a8d8-82cc-46fb-a66a-21e3967849fb" providerId="ADAL" clId="{5351C055-5124-4951-B81E-523C2E56ACEF}" dt="2023-03-01T15:55:43.631" v="1345" actId="700"/>
          <ac:spMkLst>
            <pc:docMk/>
            <pc:sldMk cId="3105267841" sldId="270"/>
            <ac:spMk id="5" creationId="{5E2901C2-19C1-7976-36C7-8D68B9D36EE5}"/>
          </ac:spMkLst>
        </pc:spChg>
        <pc:spChg chg="add mod ord">
          <ac:chgData name="Ben C L FUNG" userId="2bc1a8d8-82cc-46fb-a66a-21e3967849fb" providerId="ADAL" clId="{5351C055-5124-4951-B81E-523C2E56ACEF}" dt="2023-03-01T15:55:51.309" v="1368" actId="20577"/>
          <ac:spMkLst>
            <pc:docMk/>
            <pc:sldMk cId="3105267841" sldId="270"/>
            <ac:spMk id="6" creationId="{9E521727-66A0-EEE2-C4D8-AE78FD7E37BB}"/>
          </ac:spMkLst>
        </pc:spChg>
        <pc:spChg chg="add del mod ord">
          <ac:chgData name="Ben C L FUNG" userId="2bc1a8d8-82cc-46fb-a66a-21e3967849fb" providerId="ADAL" clId="{5351C055-5124-4951-B81E-523C2E56ACEF}" dt="2023-03-01T15:56:42.307" v="1372"/>
          <ac:spMkLst>
            <pc:docMk/>
            <pc:sldMk cId="3105267841" sldId="270"/>
            <ac:spMk id="7" creationId="{6B24F4E4-7FBF-D516-D303-75C547D4A68C}"/>
          </ac:spMkLst>
        </pc:spChg>
        <pc:spChg chg="add mod">
          <ac:chgData name="Ben C L FUNG" userId="2bc1a8d8-82cc-46fb-a66a-21e3967849fb" providerId="ADAL" clId="{5351C055-5124-4951-B81E-523C2E56ACEF}" dt="2023-03-01T15:57:10.716" v="1388" actId="6549"/>
          <ac:spMkLst>
            <pc:docMk/>
            <pc:sldMk cId="3105267841" sldId="270"/>
            <ac:spMk id="10" creationId="{0559CF67-8ACC-8F88-F953-D1F90CC5A494}"/>
          </ac:spMkLst>
        </pc:spChg>
        <pc:picChg chg="add mod">
          <ac:chgData name="Ben C L FUNG" userId="2bc1a8d8-82cc-46fb-a66a-21e3967849fb" providerId="ADAL" clId="{5351C055-5124-4951-B81E-523C2E56ACEF}" dt="2023-03-01T15:56:46.603" v="1373" actId="14100"/>
          <ac:picMkLst>
            <pc:docMk/>
            <pc:sldMk cId="3105267841" sldId="270"/>
            <ac:picMk id="8" creationId="{F3CB0A64-89A0-29D6-9D15-F7D7C31FADFF}"/>
          </ac:picMkLst>
        </pc:picChg>
        <pc:picChg chg="add del mod">
          <ac:chgData name="Ben C L FUNG" userId="2bc1a8d8-82cc-46fb-a66a-21e3967849fb" providerId="ADAL" clId="{5351C055-5124-4951-B81E-523C2E56ACEF}" dt="2023-03-01T15:56:40.670" v="1371" actId="21"/>
          <ac:picMkLst>
            <pc:docMk/>
            <pc:sldMk cId="3105267841" sldId="270"/>
            <ac:picMk id="2050" creationId="{EFCED522-5172-9604-810A-7D55D7B856F5}"/>
          </ac:picMkLst>
        </pc:picChg>
      </pc:sldChg>
      <pc:sldChg chg="addSp delSp modSp new del mod">
        <pc:chgData name="Ben C L FUNG" userId="2bc1a8d8-82cc-46fb-a66a-21e3967849fb" providerId="ADAL" clId="{5351C055-5124-4951-B81E-523C2E56ACEF}" dt="2023-03-01T16:02:10.722" v="1536" actId="47"/>
        <pc:sldMkLst>
          <pc:docMk/>
          <pc:sldMk cId="328096298" sldId="271"/>
        </pc:sldMkLst>
        <pc:spChg chg="mod">
          <ac:chgData name="Ben C L FUNG" userId="2bc1a8d8-82cc-46fb-a66a-21e3967849fb" providerId="ADAL" clId="{5351C055-5124-4951-B81E-523C2E56ACEF}" dt="2023-03-01T16:00:17.899" v="1490" actId="20577"/>
          <ac:spMkLst>
            <pc:docMk/>
            <pc:sldMk cId="328096298" sldId="271"/>
            <ac:spMk id="2" creationId="{7AF3A99E-1BA5-F609-BF1A-DBE31414D613}"/>
          </ac:spMkLst>
        </pc:spChg>
        <pc:spChg chg="del">
          <ac:chgData name="Ben C L FUNG" userId="2bc1a8d8-82cc-46fb-a66a-21e3967849fb" providerId="ADAL" clId="{5351C055-5124-4951-B81E-523C2E56ACEF}" dt="2023-03-01T16:00:12.698" v="1480"/>
          <ac:spMkLst>
            <pc:docMk/>
            <pc:sldMk cId="328096298" sldId="271"/>
            <ac:spMk id="3" creationId="{4DC25AB6-0AE6-5DBD-F254-1F8BD85028BE}"/>
          </ac:spMkLst>
        </pc:spChg>
        <pc:spChg chg="add mod">
          <ac:chgData name="Ben C L FUNG" userId="2bc1a8d8-82cc-46fb-a66a-21e3967849fb" providerId="ADAL" clId="{5351C055-5124-4951-B81E-523C2E56ACEF}" dt="2023-03-01T16:00:20.184" v="1491" actId="21"/>
          <ac:spMkLst>
            <pc:docMk/>
            <pc:sldMk cId="328096298" sldId="271"/>
            <ac:spMk id="5" creationId="{661A0426-2392-A144-6474-DA84D2F419AD}"/>
          </ac:spMkLst>
        </pc:spChg>
        <pc:picChg chg="add del mod">
          <ac:chgData name="Ben C L FUNG" userId="2bc1a8d8-82cc-46fb-a66a-21e3967849fb" providerId="ADAL" clId="{5351C055-5124-4951-B81E-523C2E56ACEF}" dt="2023-03-01T16:00:20.184" v="1491" actId="21"/>
          <ac:picMkLst>
            <pc:docMk/>
            <pc:sldMk cId="328096298" sldId="271"/>
            <ac:picMk id="4098" creationId="{EACC3D39-D4CA-F2CC-A4CC-29458B537774}"/>
          </ac:picMkLst>
        </pc:picChg>
      </pc:sldChg>
      <pc:sldChg chg="modSp new mod">
        <pc:chgData name="Ben C L FUNG" userId="2bc1a8d8-82cc-46fb-a66a-21e3967849fb" providerId="ADAL" clId="{5351C055-5124-4951-B81E-523C2E56ACEF}" dt="2023-03-01T16:12:53.468" v="1609" actId="20577"/>
        <pc:sldMkLst>
          <pc:docMk/>
          <pc:sldMk cId="2269285190" sldId="271"/>
        </pc:sldMkLst>
        <pc:spChg chg="mod">
          <ac:chgData name="Ben C L FUNG" userId="2bc1a8d8-82cc-46fb-a66a-21e3967849fb" providerId="ADAL" clId="{5351C055-5124-4951-B81E-523C2E56ACEF}" dt="2023-03-01T16:12:53.468" v="1609" actId="20577"/>
          <ac:spMkLst>
            <pc:docMk/>
            <pc:sldMk cId="2269285190" sldId="271"/>
            <ac:spMk id="2" creationId="{20AA27A1-4B97-F2E2-C1F1-999C5541ED29}"/>
          </ac:spMkLst>
        </pc:spChg>
      </pc:sldChg>
      <pc:sldChg chg="modSp new mod modNotesTx">
        <pc:chgData name="Ben C L FUNG" userId="2bc1a8d8-82cc-46fb-a66a-21e3967849fb" providerId="ADAL" clId="{5351C055-5124-4951-B81E-523C2E56ACEF}" dt="2023-03-01T16:23:18.334" v="1843" actId="207"/>
        <pc:sldMkLst>
          <pc:docMk/>
          <pc:sldMk cId="1593972134" sldId="272"/>
        </pc:sldMkLst>
        <pc:spChg chg="mod">
          <ac:chgData name="Ben C L FUNG" userId="2bc1a8d8-82cc-46fb-a66a-21e3967849fb" providerId="ADAL" clId="{5351C055-5124-4951-B81E-523C2E56ACEF}" dt="2023-03-01T16:22:06.470" v="1824" actId="20577"/>
          <ac:spMkLst>
            <pc:docMk/>
            <pc:sldMk cId="1593972134" sldId="272"/>
            <ac:spMk id="2" creationId="{E52F787D-3400-EE26-0267-9BFCB6EAA6B7}"/>
          </ac:spMkLst>
        </pc:spChg>
        <pc:spChg chg="mod">
          <ac:chgData name="Ben C L FUNG" userId="2bc1a8d8-82cc-46fb-a66a-21e3967849fb" providerId="ADAL" clId="{5351C055-5124-4951-B81E-523C2E56ACEF}" dt="2023-03-01T16:23:18.334" v="1843" actId="207"/>
          <ac:spMkLst>
            <pc:docMk/>
            <pc:sldMk cId="1593972134" sldId="272"/>
            <ac:spMk id="3" creationId="{36F583CE-7116-4455-C414-6878F72EE645}"/>
          </ac:spMkLst>
        </pc:spChg>
      </pc:sldChg>
      <pc:sldChg chg="addSp delSp modSp new mod ord">
        <pc:chgData name="Ben C L FUNG" userId="2bc1a8d8-82cc-46fb-a66a-21e3967849fb" providerId="ADAL" clId="{5351C055-5124-4951-B81E-523C2E56ACEF}" dt="2023-03-01T16:30:24.936" v="1956"/>
        <pc:sldMkLst>
          <pc:docMk/>
          <pc:sldMk cId="3399166874" sldId="273"/>
        </pc:sldMkLst>
        <pc:spChg chg="mod">
          <ac:chgData name="Ben C L FUNG" userId="2bc1a8d8-82cc-46fb-a66a-21e3967849fb" providerId="ADAL" clId="{5351C055-5124-4951-B81E-523C2E56ACEF}" dt="2023-03-01T16:15:33.648" v="1635"/>
          <ac:spMkLst>
            <pc:docMk/>
            <pc:sldMk cId="3399166874" sldId="273"/>
            <ac:spMk id="2" creationId="{E4873EC8-A19B-BC81-3FC8-BDEB74AD580B}"/>
          </ac:spMkLst>
        </pc:spChg>
        <pc:spChg chg="mod">
          <ac:chgData name="Ben C L FUNG" userId="2bc1a8d8-82cc-46fb-a66a-21e3967849fb" providerId="ADAL" clId="{5351C055-5124-4951-B81E-523C2E56ACEF}" dt="2023-03-01T16:18:15.614" v="1719" actId="6549"/>
          <ac:spMkLst>
            <pc:docMk/>
            <pc:sldMk cId="3399166874" sldId="273"/>
            <ac:spMk id="3" creationId="{881C73E9-6F78-E1AA-5B8E-99E7B6634BC4}"/>
          </ac:spMkLst>
        </pc:spChg>
        <pc:spChg chg="mod">
          <ac:chgData name="Ben C L FUNG" userId="2bc1a8d8-82cc-46fb-a66a-21e3967849fb" providerId="ADAL" clId="{5351C055-5124-4951-B81E-523C2E56ACEF}" dt="2023-03-01T16:15:33.648" v="1635"/>
          <ac:spMkLst>
            <pc:docMk/>
            <pc:sldMk cId="3399166874" sldId="273"/>
            <ac:spMk id="4" creationId="{64DF6782-5246-BAD6-38CA-BF2F54DA70CC}"/>
          </ac:spMkLst>
        </pc:spChg>
        <pc:spChg chg="add del mod">
          <ac:chgData name="Ben C L FUNG" userId="2bc1a8d8-82cc-46fb-a66a-21e3967849fb" providerId="ADAL" clId="{5351C055-5124-4951-B81E-523C2E56ACEF}" dt="2023-03-01T16:15:33.648" v="1635"/>
          <ac:spMkLst>
            <pc:docMk/>
            <pc:sldMk cId="3399166874" sldId="273"/>
            <ac:spMk id="5" creationId="{ED9382AD-B4B3-6535-D3C5-40EEF03F38FE}"/>
          </ac:spMkLst>
        </pc:spChg>
        <pc:spChg chg="add del mod">
          <ac:chgData name="Ben C L FUNG" userId="2bc1a8d8-82cc-46fb-a66a-21e3967849fb" providerId="ADAL" clId="{5351C055-5124-4951-B81E-523C2E56ACEF}" dt="2023-03-01T16:15:33.648" v="1635"/>
          <ac:spMkLst>
            <pc:docMk/>
            <pc:sldMk cId="3399166874" sldId="273"/>
            <ac:spMk id="6" creationId="{A4669467-7BB8-B18E-7F41-A90F925DA052}"/>
          </ac:spMkLst>
        </pc:spChg>
        <pc:spChg chg="add del mod">
          <ac:chgData name="Ben C L FUNG" userId="2bc1a8d8-82cc-46fb-a66a-21e3967849fb" providerId="ADAL" clId="{5351C055-5124-4951-B81E-523C2E56ACEF}" dt="2023-03-01T16:15:33.648" v="1635"/>
          <ac:spMkLst>
            <pc:docMk/>
            <pc:sldMk cId="3399166874" sldId="273"/>
            <ac:spMk id="7" creationId="{F0B01EA5-0B4F-E352-43A5-2B3695E43AB5}"/>
          </ac:spMkLst>
        </pc:spChg>
      </pc:sldChg>
      <pc:sldChg chg="modSp new del mod">
        <pc:chgData name="Ben C L FUNG" userId="2bc1a8d8-82cc-46fb-a66a-21e3967849fb" providerId="ADAL" clId="{5351C055-5124-4951-B81E-523C2E56ACEF}" dt="2023-03-01T16:29:16.684" v="1954" actId="47"/>
        <pc:sldMkLst>
          <pc:docMk/>
          <pc:sldMk cId="2454796398" sldId="274"/>
        </pc:sldMkLst>
        <pc:spChg chg="mod">
          <ac:chgData name="Ben C L FUNG" userId="2bc1a8d8-82cc-46fb-a66a-21e3967849fb" providerId="ADAL" clId="{5351C055-5124-4951-B81E-523C2E56ACEF}" dt="2023-03-01T16:26:01.254" v="1895" actId="20577"/>
          <ac:spMkLst>
            <pc:docMk/>
            <pc:sldMk cId="2454796398" sldId="274"/>
            <ac:spMk id="2" creationId="{C07C0930-BC30-801A-EAC1-5F3774FBC7A0}"/>
          </ac:spMkLst>
        </pc:spChg>
        <pc:spChg chg="mod">
          <ac:chgData name="Ben C L FUNG" userId="2bc1a8d8-82cc-46fb-a66a-21e3967849fb" providerId="ADAL" clId="{5351C055-5124-4951-B81E-523C2E56ACEF}" dt="2023-03-01T16:25:25.426" v="1877" actId="27636"/>
          <ac:spMkLst>
            <pc:docMk/>
            <pc:sldMk cId="2454796398" sldId="274"/>
            <ac:spMk id="3" creationId="{06682F83-2301-988F-EEBB-45EDC5A7A24E}"/>
          </ac:spMkLst>
        </pc:spChg>
      </pc:sldChg>
      <pc:sldChg chg="addSp delSp modSp new mod">
        <pc:chgData name="Ben C L FUNG" userId="2bc1a8d8-82cc-46fb-a66a-21e3967849fb" providerId="ADAL" clId="{5351C055-5124-4951-B81E-523C2E56ACEF}" dt="2023-03-01T16:29:07.557" v="1953" actId="20577"/>
        <pc:sldMkLst>
          <pc:docMk/>
          <pc:sldMk cId="444419863" sldId="275"/>
        </pc:sldMkLst>
        <pc:spChg chg="mod">
          <ac:chgData name="Ben C L FUNG" userId="2bc1a8d8-82cc-46fb-a66a-21e3967849fb" providerId="ADAL" clId="{5351C055-5124-4951-B81E-523C2E56ACEF}" dt="2023-03-01T16:29:07.557" v="1953" actId="20577"/>
          <ac:spMkLst>
            <pc:docMk/>
            <pc:sldMk cId="444419863" sldId="275"/>
            <ac:spMk id="2" creationId="{3D68EFE7-8928-153A-9A48-7CCA0C39A15D}"/>
          </ac:spMkLst>
        </pc:spChg>
        <pc:spChg chg="add del">
          <ac:chgData name="Ben C L FUNG" userId="2bc1a8d8-82cc-46fb-a66a-21e3967849fb" providerId="ADAL" clId="{5351C055-5124-4951-B81E-523C2E56ACEF}" dt="2023-03-01T16:27:03.727" v="1899"/>
          <ac:spMkLst>
            <pc:docMk/>
            <pc:sldMk cId="444419863" sldId="275"/>
            <ac:spMk id="3" creationId="{D25D4944-CA05-9F92-37BA-3F88B05CA682}"/>
          </ac:spMkLst>
        </pc:spChg>
        <pc:spChg chg="add mod">
          <ac:chgData name="Ben C L FUNG" userId="2bc1a8d8-82cc-46fb-a66a-21e3967849fb" providerId="ADAL" clId="{5351C055-5124-4951-B81E-523C2E56ACEF}" dt="2023-03-01T16:27:41.910" v="1916" actId="1076"/>
          <ac:spMkLst>
            <pc:docMk/>
            <pc:sldMk cId="444419863" sldId="275"/>
            <ac:spMk id="8" creationId="{F5E4B0C0-B011-6CBD-6E60-8489A29C02A5}"/>
          </ac:spMkLst>
        </pc:spChg>
        <pc:graphicFrameChg chg="add del mod">
          <ac:chgData name="Ben C L FUNG" userId="2bc1a8d8-82cc-46fb-a66a-21e3967849fb" providerId="ADAL" clId="{5351C055-5124-4951-B81E-523C2E56ACEF}" dt="2023-03-01T16:27:02.560" v="1898"/>
          <ac:graphicFrameMkLst>
            <pc:docMk/>
            <pc:sldMk cId="444419863" sldId="275"/>
            <ac:graphicFrameMk id="5" creationId="{34B5D174-F1D8-035E-36BD-7C2B7FFF578F}"/>
          </ac:graphicFrameMkLst>
        </pc:graphicFrameChg>
        <pc:graphicFrameChg chg="add mod modGraphic">
          <ac:chgData name="Ben C L FUNG" userId="2bc1a8d8-82cc-46fb-a66a-21e3967849fb" providerId="ADAL" clId="{5351C055-5124-4951-B81E-523C2E56ACEF}" dt="2023-03-01T16:28:56.879" v="1935" actId="1076"/>
          <ac:graphicFrameMkLst>
            <pc:docMk/>
            <pc:sldMk cId="444419863" sldId="275"/>
            <ac:graphicFrameMk id="6" creationId="{FA454D74-E6EF-DAA1-58CA-78039CC6D422}"/>
          </ac:graphicFrameMkLst>
        </pc:graphicFrameChg>
      </pc:sldChg>
      <pc:sldMasterChg chg="modSldLayout">
        <pc:chgData name="Ben C L FUNG" userId="2bc1a8d8-82cc-46fb-a66a-21e3967849fb" providerId="ADAL" clId="{5351C055-5124-4951-B81E-523C2E56ACEF}" dt="2023-03-01T14:29:02.229" v="612" actId="478"/>
        <pc:sldMasterMkLst>
          <pc:docMk/>
          <pc:sldMasterMk cId="1159863621" sldId="2147483922"/>
        </pc:sldMasterMkLst>
        <pc:sldLayoutChg chg="delSp modSp mod">
          <pc:chgData name="Ben C L FUNG" userId="2bc1a8d8-82cc-46fb-a66a-21e3967849fb" providerId="ADAL" clId="{5351C055-5124-4951-B81E-523C2E56ACEF}" dt="2023-03-01T14:29:02.229" v="612" actId="478"/>
          <pc:sldLayoutMkLst>
            <pc:docMk/>
            <pc:sldMasterMk cId="1159863621" sldId="2147483922"/>
            <pc:sldLayoutMk cId="1277683645" sldId="2147483939"/>
          </pc:sldLayoutMkLst>
          <pc:spChg chg="mod">
            <ac:chgData name="Ben C L FUNG" userId="2bc1a8d8-82cc-46fb-a66a-21e3967849fb" providerId="ADAL" clId="{5351C055-5124-4951-B81E-523C2E56ACEF}" dt="2023-03-01T14:28:56.107" v="611" actId="14100"/>
            <ac:spMkLst>
              <pc:docMk/>
              <pc:sldMasterMk cId="1159863621" sldId="2147483922"/>
              <pc:sldLayoutMk cId="1277683645" sldId="2147483939"/>
              <ac:spMk id="2" creationId="{00000000-0000-0000-0000-000000000000}"/>
            </ac:spMkLst>
          </pc:spChg>
          <pc:spChg chg="del">
            <ac:chgData name="Ben C L FUNG" userId="2bc1a8d8-82cc-46fb-a66a-21e3967849fb" providerId="ADAL" clId="{5351C055-5124-4951-B81E-523C2E56ACEF}" dt="2023-03-01T14:29:02.229" v="612" actId="478"/>
            <ac:spMkLst>
              <pc:docMk/>
              <pc:sldMasterMk cId="1159863621" sldId="2147483922"/>
              <pc:sldLayoutMk cId="1277683645" sldId="2147483939"/>
              <ac:spMk id="4" creationId="{00000000-0000-0000-0000-000000000000}"/>
            </ac:spMkLst>
          </pc:spChg>
          <pc:spChg chg="mod">
            <ac:chgData name="Ben C L FUNG" userId="2bc1a8d8-82cc-46fb-a66a-21e3967849fb" providerId="ADAL" clId="{5351C055-5124-4951-B81E-523C2E56ACEF}" dt="2023-03-01T14:28:52.499" v="610" actId="14100"/>
            <ac:spMkLst>
              <pc:docMk/>
              <pc:sldMasterMk cId="1159863621" sldId="2147483922"/>
              <pc:sldLayoutMk cId="1277683645" sldId="2147483939"/>
              <ac:spMk id="12" creationId="{00000000-0000-0000-0000-000000000000}"/>
            </ac:spMkLst>
          </pc:spChg>
        </pc:sldLayoutChg>
      </pc:sldMasterChg>
    </pc:docChg>
  </pc:docChgLst>
  <pc:docChgLst>
    <pc:chgData name="Ben C L FUNG" userId="2bc1a8d8-82cc-46fb-a66a-21e3967849fb" providerId="ADAL" clId="{8B799C89-C87E-4820-A850-4650139C5FD2}"/>
    <pc:docChg chg="undo custSel delSld modSld modMainMaster">
      <pc:chgData name="Ben C L FUNG" userId="2bc1a8d8-82cc-46fb-a66a-21e3967849fb" providerId="ADAL" clId="{8B799C89-C87E-4820-A850-4650139C5FD2}" dt="2023-02-22T13:53:46.996" v="14" actId="6549"/>
      <pc:docMkLst>
        <pc:docMk/>
      </pc:docMkLst>
      <pc:sldChg chg="modSp mod">
        <pc:chgData name="Ben C L FUNG" userId="2bc1a8d8-82cc-46fb-a66a-21e3967849fb" providerId="ADAL" clId="{8B799C89-C87E-4820-A850-4650139C5FD2}" dt="2023-02-22T13:53:46.996" v="14" actId="6549"/>
        <pc:sldMkLst>
          <pc:docMk/>
          <pc:sldMk cId="1613474009" sldId="257"/>
        </pc:sldMkLst>
        <pc:spChg chg="mod">
          <ac:chgData name="Ben C L FUNG" userId="2bc1a8d8-82cc-46fb-a66a-21e3967849fb" providerId="ADAL" clId="{8B799C89-C87E-4820-A850-4650139C5FD2}" dt="2023-02-22T13:53:46.996" v="14" actId="6549"/>
          <ac:spMkLst>
            <pc:docMk/>
            <pc:sldMk cId="1613474009" sldId="257"/>
            <ac:spMk id="2" creationId="{00000000-0000-0000-0000-000000000000}"/>
          </ac:spMkLst>
        </pc:spChg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32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34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35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36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37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39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0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1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3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4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6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7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8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9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0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1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2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3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4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5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6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7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9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0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1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2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6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7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70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71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72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73"/>
        </pc:sldMkLst>
      </pc:sldChg>
      <pc:sldMasterChg chg="modSldLayout">
        <pc:chgData name="Ben C L FUNG" userId="2bc1a8d8-82cc-46fb-a66a-21e3967849fb" providerId="ADAL" clId="{8B799C89-C87E-4820-A850-4650139C5FD2}" dt="2023-02-22T13:53:08.251" v="13" actId="1076"/>
        <pc:sldMasterMkLst>
          <pc:docMk/>
          <pc:sldMasterMk cId="1159863621" sldId="2147483922"/>
        </pc:sldMasterMkLst>
        <pc:sldLayoutChg chg="delSp modSp mod">
          <pc:chgData name="Ben C L FUNG" userId="2bc1a8d8-82cc-46fb-a66a-21e3967849fb" providerId="ADAL" clId="{8B799C89-C87E-4820-A850-4650139C5FD2}" dt="2023-02-22T13:52:12.845" v="3" actId="1076"/>
          <pc:sldLayoutMkLst>
            <pc:docMk/>
            <pc:sldMasterMk cId="1159863621" sldId="2147483922"/>
            <pc:sldLayoutMk cId="1378745871" sldId="2147483923"/>
          </pc:sldLayoutMkLst>
          <pc:spChg chg="del mod">
            <ac:chgData name="Ben C L FUNG" userId="2bc1a8d8-82cc-46fb-a66a-21e3967849fb" providerId="ADAL" clId="{8B799C89-C87E-4820-A850-4650139C5FD2}" dt="2023-02-22T13:52:08.064" v="2" actId="478"/>
            <ac:spMkLst>
              <pc:docMk/>
              <pc:sldMasterMk cId="1159863621" sldId="2147483922"/>
              <pc:sldLayoutMk cId="1378745871" sldId="2147483923"/>
              <ac:spMk id="4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2:12.845" v="3" actId="1076"/>
            <ac:spMkLst>
              <pc:docMk/>
              <pc:sldMasterMk cId="1159863621" sldId="2147483922"/>
              <pc:sldLayoutMk cId="1378745871" sldId="2147483923"/>
              <ac:spMk id="6" creationId="{00000000-0000-0000-0000-000000000000}"/>
            </ac:spMkLst>
          </pc:spChg>
        </pc:sldLayoutChg>
        <pc:sldLayoutChg chg="delSp modSp mod">
          <pc:chgData name="Ben C L FUNG" userId="2bc1a8d8-82cc-46fb-a66a-21e3967849fb" providerId="ADAL" clId="{8B799C89-C87E-4820-A850-4650139C5FD2}" dt="2023-02-22T13:52:28.099" v="5" actId="1076"/>
          <pc:sldLayoutMkLst>
            <pc:docMk/>
            <pc:sldMasterMk cId="1159863621" sldId="2147483922"/>
            <pc:sldLayoutMk cId="2412465725" sldId="2147483925"/>
          </pc:sldLayoutMkLst>
          <pc:spChg chg="del">
            <ac:chgData name="Ben C L FUNG" userId="2bc1a8d8-82cc-46fb-a66a-21e3967849fb" providerId="ADAL" clId="{8B799C89-C87E-4820-A850-4650139C5FD2}" dt="2023-02-22T13:52:18.932" v="4" actId="478"/>
            <ac:spMkLst>
              <pc:docMk/>
              <pc:sldMasterMk cId="1159863621" sldId="2147483922"/>
              <pc:sldLayoutMk cId="2412465725" sldId="2147483925"/>
              <ac:spMk id="4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2:28.099" v="5" actId="1076"/>
            <ac:spMkLst>
              <pc:docMk/>
              <pc:sldMasterMk cId="1159863621" sldId="2147483922"/>
              <pc:sldLayoutMk cId="2412465725" sldId="2147483925"/>
              <ac:spMk id="6" creationId="{00000000-0000-0000-0000-000000000000}"/>
            </ac:spMkLst>
          </pc:spChg>
        </pc:sldLayoutChg>
        <pc:sldLayoutChg chg="delSp modSp mod">
          <pc:chgData name="Ben C L FUNG" userId="2bc1a8d8-82cc-46fb-a66a-21e3967849fb" providerId="ADAL" clId="{8B799C89-C87E-4820-A850-4650139C5FD2}" dt="2023-02-22T13:53:08.251" v="13" actId="1076"/>
          <pc:sldLayoutMkLst>
            <pc:docMk/>
            <pc:sldMasterMk cId="1159863621" sldId="2147483922"/>
            <pc:sldLayoutMk cId="373592849" sldId="2147483926"/>
          </pc:sldLayoutMkLst>
          <pc:spChg chg="del">
            <ac:chgData name="Ben C L FUNG" userId="2bc1a8d8-82cc-46fb-a66a-21e3967849fb" providerId="ADAL" clId="{8B799C89-C87E-4820-A850-4650139C5FD2}" dt="2023-02-22T13:52:56.581" v="10" actId="478"/>
            <ac:spMkLst>
              <pc:docMk/>
              <pc:sldMasterMk cId="1159863621" sldId="2147483922"/>
              <pc:sldLayoutMk cId="373592849" sldId="2147483926"/>
              <ac:spMk id="5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3:02.297" v="12" actId="1076"/>
            <ac:spMkLst>
              <pc:docMk/>
              <pc:sldMasterMk cId="1159863621" sldId="2147483922"/>
              <pc:sldLayoutMk cId="373592849" sldId="2147483926"/>
              <ac:spMk id="10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3:08.251" v="13" actId="1076"/>
            <ac:spMkLst>
              <pc:docMk/>
              <pc:sldMasterMk cId="1159863621" sldId="2147483922"/>
              <pc:sldLayoutMk cId="373592849" sldId="2147483926"/>
              <ac:spMk id="11" creationId="{00000000-0000-0000-0000-000000000000}"/>
            </ac:spMkLst>
          </pc:spChg>
        </pc:sldLayoutChg>
        <pc:sldLayoutChg chg="delSp modSp mod">
          <pc:chgData name="Ben C L FUNG" userId="2bc1a8d8-82cc-46fb-a66a-21e3967849fb" providerId="ADAL" clId="{8B799C89-C87E-4820-A850-4650139C5FD2}" dt="2023-02-22T13:52:51.900" v="9" actId="1076"/>
          <pc:sldLayoutMkLst>
            <pc:docMk/>
            <pc:sldMasterMk cId="1159863621" sldId="2147483922"/>
            <pc:sldLayoutMk cId="3671377588" sldId="2147483927"/>
          </pc:sldLayoutMkLst>
          <pc:spChg chg="del">
            <ac:chgData name="Ben C L FUNG" userId="2bc1a8d8-82cc-46fb-a66a-21e3967849fb" providerId="ADAL" clId="{8B799C89-C87E-4820-A850-4650139C5FD2}" dt="2023-02-22T13:52:47.499" v="8" actId="478"/>
            <ac:spMkLst>
              <pc:docMk/>
              <pc:sldMasterMk cId="1159863621" sldId="2147483922"/>
              <pc:sldLayoutMk cId="3671377588" sldId="2147483927"/>
              <ac:spMk id="7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2:51.900" v="9" actId="1076"/>
            <ac:spMkLst>
              <pc:docMk/>
              <pc:sldMasterMk cId="1159863621" sldId="2147483922"/>
              <pc:sldLayoutMk cId="3671377588" sldId="2147483927"/>
              <ac:spMk id="13" creationId="{00000000-0000-0000-0000-000000000000}"/>
            </ac:spMkLst>
          </pc:spChg>
        </pc:sldLayoutChg>
        <pc:sldLayoutChg chg="delSp mod">
          <pc:chgData name="Ben C L FUNG" userId="2bc1a8d8-82cc-46fb-a66a-21e3967849fb" providerId="ADAL" clId="{8B799C89-C87E-4820-A850-4650139C5FD2}" dt="2023-02-22T13:52:37.980" v="6" actId="478"/>
          <pc:sldLayoutMkLst>
            <pc:docMk/>
            <pc:sldMasterMk cId="1159863621" sldId="2147483922"/>
            <pc:sldLayoutMk cId="3321136998" sldId="2147483928"/>
          </pc:sldLayoutMkLst>
          <pc:spChg chg="del">
            <ac:chgData name="Ben C L FUNG" userId="2bc1a8d8-82cc-46fb-a66a-21e3967849fb" providerId="ADAL" clId="{8B799C89-C87E-4820-A850-4650139C5FD2}" dt="2023-02-22T13:52:37.980" v="6" actId="478"/>
            <ac:spMkLst>
              <pc:docMk/>
              <pc:sldMasterMk cId="1159863621" sldId="2147483922"/>
              <pc:sldLayoutMk cId="3321136998" sldId="2147483928"/>
              <ac:spMk id="3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r>
              <a:rPr lang="en-US"/>
              <a:t>HDDS1104 - Topic 01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8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FAAD913-96EF-4EA9-ADDA-FE0DC9AF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02133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r>
              <a:rPr lang="en-US"/>
              <a:t>HDDS1104 - Topic 01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520439"/>
            <a:ext cx="7680960" cy="2880361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B962BF7-79F0-4370-B9BD-36EED38D3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99656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5372" indent="-302066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08265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91571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74878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58184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41490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24796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08102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FFE4FB0-76ED-465E-B9F5-9BC6CD6DD3C0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281836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2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1760918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http://www.tcpipguide.com/free/t_TCPIPProtocols.htm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744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Multiplexing，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又稱「多工」 多址接入技術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90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IEEE 802.3 = Ethernet</a:t>
            </a:r>
          </a:p>
          <a:p>
            <a:r>
              <a:rPr lang="en-US" dirty="0"/>
              <a:t>64 byte as 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65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example is from the Ethernet protocol,[3] where a sending host is able to know when a collision has occurred (that is, another host has tried to transmit), when it is sending a frame. If both hosts attempted to re-transmit as soon as a collision occurred, there would be yet another collision — and the pattern would continue forever. </a:t>
            </a:r>
          </a:p>
          <a:p>
            <a:endParaRPr lang="en-US" dirty="0"/>
          </a:p>
          <a:p>
            <a:r>
              <a:rPr lang="en-US" dirty="0"/>
              <a:t>The hosts must choose a random value within an acceptable range to ensure that this situation doesn't happen. An exponential </a:t>
            </a:r>
            <a:r>
              <a:rPr lang="en-US" dirty="0" err="1"/>
              <a:t>backoff</a:t>
            </a:r>
            <a:r>
              <a:rPr lang="en-US" dirty="0"/>
              <a:t> algorithm is therefore used. </a:t>
            </a:r>
          </a:p>
          <a:p>
            <a:endParaRPr lang="en-US" dirty="0"/>
          </a:p>
          <a:p>
            <a:r>
              <a:rPr lang="en-US" dirty="0" err="1"/>
              <a:t>Backoff</a:t>
            </a:r>
            <a:r>
              <a:rPr lang="en-US" dirty="0"/>
              <a:t> =</a:t>
            </a:r>
            <a:r>
              <a:rPr lang="zh-TW" altLang="en-US" dirty="0"/>
              <a:t>後退</a:t>
            </a:r>
            <a:endParaRPr lang="en-US" dirty="0"/>
          </a:p>
          <a:p>
            <a:endParaRPr lang="en-US" dirty="0"/>
          </a:p>
          <a:p>
            <a:r>
              <a:rPr lang="en-US" dirty="0"/>
              <a:t>1 microsecond (mu second)</a:t>
            </a:r>
            <a:r>
              <a:rPr lang="en-US" baseline="0" dirty="0"/>
              <a:t> = 1*10^(-6) sec</a:t>
            </a:r>
          </a:p>
          <a:p>
            <a:endParaRPr lang="en-US" baseline="0" dirty="0"/>
          </a:p>
          <a:p>
            <a:r>
              <a:rPr lang="en-US" baseline="0" dirty="0"/>
              <a:t>10 Mbps = 10,000,000 bit / s</a:t>
            </a:r>
          </a:p>
          <a:p>
            <a:endParaRPr lang="en-US" baseline="0" dirty="0"/>
          </a:p>
          <a:p>
            <a:r>
              <a:rPr lang="en-US" baseline="0" dirty="0"/>
              <a:t>64 byte = 64 * 8 bits = 512 bits</a:t>
            </a:r>
          </a:p>
          <a:p>
            <a:endParaRPr lang="en-US" baseline="0" dirty="0"/>
          </a:p>
          <a:p>
            <a:r>
              <a:rPr lang="en-US" baseline="0" dirty="0"/>
              <a:t>512 bits / 10,000,000 (bits / s) = 51.2 * 10^-6 = 51.2 micro second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26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Nack</a:t>
            </a:r>
            <a:r>
              <a:rPr lang="en-US" dirty="0"/>
              <a:t> - </a:t>
            </a:r>
            <a:r>
              <a:rPr lang="en-US" b="0" i="0" dirty="0">
                <a:solidFill>
                  <a:srgbClr val="EA4335"/>
                </a:solidFill>
                <a:effectLst/>
                <a:latin typeface="arial" panose="020B0604020202020204" pitchFamily="34" charset="0"/>
              </a:rPr>
              <a:t>negative acknowledgment </a:t>
            </a:r>
          </a:p>
          <a:p>
            <a:endParaRPr lang="en-US" b="0" i="0" dirty="0">
              <a:solidFill>
                <a:srgbClr val="EA4335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AA6F20"/>
                </a:solidFill>
              </a:rPr>
              <a:t>Preamble =</a:t>
            </a:r>
            <a:r>
              <a:rPr lang="zh-TW" altLang="en-US" dirty="0"/>
              <a:t>前言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30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01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10C4B-6720-417A-8108-7A460525C82B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41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90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157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896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894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C7D9-FE96-44DF-B9C9-B45B37EAD493}" type="datetime1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7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26D92-A6D4-4675-91D1-03013160177B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94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173E-F1D7-4589-86B9-DDB7CC99E7ED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943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F913-9D25-48AA-AD03-06CE6A01B4A0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837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757AC-48C4-491C-9BEA-42C6237AC0E9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016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24110"/>
            <a:ext cx="10818811" cy="10727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1861889"/>
            <a:ext cx="10394707" cy="3512696"/>
          </a:xfrm>
        </p:spPr>
        <p:txBody>
          <a:bodyPr/>
          <a:lstStyle>
            <a:lvl2pPr>
              <a:defRPr>
                <a:solidFill>
                  <a:srgbClr val="AA6F20"/>
                </a:solidFill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46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2037908-16EE-4428-8F70-7D05C8EAE2D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33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omputer-networks/error-detection-in-computer-networks/" TargetMode="External"/><Relationship Id="rId2" Type="http://schemas.openxmlformats.org/officeDocument/2006/relationships/hyperlink" Target="https://www.geeksforgeeks.org/digital-logic/ones-complement/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cuemath.com/numbers/binary-addition/" TargetMode="External"/><Relationship Id="rId4" Type="http://schemas.openxmlformats.org/officeDocument/2006/relationships/hyperlink" Target="https://www.geeksforgeeks.org/computer-networks/error-detection-code-checksum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geeksforgeeks.org/error-detection-in-computer-networks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Exponential_backoff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antronix.com/resources/networking-tutorials/ethernet-tutorial-networking-basics/" TargetMode="Externa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randmetric.com/lan-security-attacks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HDDS1104</a:t>
            </a:r>
            <a:br>
              <a:rPr lang="en-US" altLang="en-US"/>
            </a:br>
            <a:r>
              <a:rPr lang="en-US" altLang="en-US"/>
              <a:t>Operating Systems and Networking</a:t>
            </a:r>
            <a:endParaRPr lang="en-US" alt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6 - Data Link Layer Services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7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92189" y="849490"/>
            <a:ext cx="10818811" cy="1072715"/>
          </a:xfrm>
        </p:spPr>
        <p:txBody>
          <a:bodyPr/>
          <a:lstStyle/>
          <a:p>
            <a:r>
              <a:rPr lang="en-US" altLang="en-US" dirty="0"/>
              <a:t>Intended Learning Outcomes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992189" y="1922205"/>
            <a:ext cx="10394707" cy="3512696"/>
          </a:xfrm>
        </p:spPr>
        <p:txBody>
          <a:bodyPr/>
          <a:lstStyle/>
          <a:p>
            <a:r>
              <a:rPr lang="en-US" altLang="en-US" dirty="0"/>
              <a:t>Describe the Error detection and recovery</a:t>
            </a:r>
          </a:p>
          <a:p>
            <a:r>
              <a:rPr lang="en-US" altLang="en-US" dirty="0"/>
              <a:t>Medium Access Control (MAC)</a:t>
            </a:r>
          </a:p>
          <a:p>
            <a:r>
              <a:rPr lang="en-US" altLang="en-US" dirty="0"/>
              <a:t>Ethernet and securing the Ethernet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19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189" y="810853"/>
            <a:ext cx="10818811" cy="1072715"/>
          </a:xfrm>
        </p:spPr>
        <p:txBody>
          <a:bodyPr/>
          <a:lstStyle/>
          <a:p>
            <a:r>
              <a:rPr lang="en-US" dirty="0"/>
              <a:t>TCP / IP Protocols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842" y="1662094"/>
            <a:ext cx="5188739" cy="514439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98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0A0A4-3554-7276-9197-022067350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848" y="789174"/>
            <a:ext cx="10818811" cy="1072715"/>
          </a:xfrm>
        </p:spPr>
        <p:txBody>
          <a:bodyPr/>
          <a:lstStyle/>
          <a:p>
            <a:r>
              <a:rPr lang="en-US" dirty="0"/>
              <a:t>Link Layer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D95C-1073-A6D1-A41B-2D1F01A214A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52848" y="1861889"/>
            <a:ext cx="10394707" cy="3512696"/>
          </a:xfrm>
        </p:spPr>
        <p:txBody>
          <a:bodyPr/>
          <a:lstStyle/>
          <a:p>
            <a:r>
              <a:rPr lang="en-US" dirty="0"/>
              <a:t>Hop to Hop Delivery</a:t>
            </a:r>
          </a:p>
          <a:p>
            <a:pPr lvl="1"/>
            <a:r>
              <a:rPr lang="en-US" dirty="0"/>
              <a:t>NIC to NIC</a:t>
            </a:r>
          </a:p>
          <a:p>
            <a:pPr lvl="1"/>
            <a:r>
              <a:rPr lang="en-US" dirty="0"/>
              <a:t>NIC to Router NIC</a:t>
            </a:r>
          </a:p>
          <a:p>
            <a:r>
              <a:rPr lang="en-US" dirty="0"/>
              <a:t>Multiple Access</a:t>
            </a:r>
          </a:p>
          <a:p>
            <a:pPr lvl="1"/>
            <a:r>
              <a:rPr lang="en-US" dirty="0"/>
              <a:t>Multiple users sharing a wire</a:t>
            </a:r>
          </a:p>
          <a:p>
            <a:r>
              <a:rPr lang="en-US" dirty="0"/>
              <a:t>Duplex Operation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162E1-80F9-A273-E9F5-EA68BB1A9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50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BFAAD-3FB6-D346-627B-477B08B2D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89" y="862369"/>
            <a:ext cx="10818811" cy="1072715"/>
          </a:xfrm>
        </p:spPr>
        <p:txBody>
          <a:bodyPr/>
          <a:lstStyle/>
          <a:p>
            <a:r>
              <a:rPr lang="en-US" dirty="0"/>
              <a:t>Link Layer Services - Lossy wireless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E791C-6BAE-576A-0EA2-806B8AEB59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92189" y="2074391"/>
            <a:ext cx="10394707" cy="3512696"/>
          </a:xfrm>
        </p:spPr>
        <p:txBody>
          <a:bodyPr/>
          <a:lstStyle/>
          <a:p>
            <a:r>
              <a:rPr lang="en-US" dirty="0"/>
              <a:t>Flow Control</a:t>
            </a:r>
          </a:p>
          <a:p>
            <a:r>
              <a:rPr lang="en-US" dirty="0"/>
              <a:t>Error Detection/Correction</a:t>
            </a:r>
          </a:p>
          <a:p>
            <a:r>
              <a:rPr lang="en-US" dirty="0"/>
              <a:t>Reliable Delivery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8F73D-BE6B-9950-3297-886F8130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16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9DA71-F820-D015-2985-DC073C030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89" y="862370"/>
            <a:ext cx="10818811" cy="1072715"/>
          </a:xfrm>
        </p:spPr>
        <p:txBody>
          <a:bodyPr/>
          <a:lstStyle/>
          <a:p>
            <a:r>
              <a:rPr lang="en-US" dirty="0"/>
              <a:t>Error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9294F-EA32-5D0E-1CD2-C553385008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92189" y="1935085"/>
            <a:ext cx="10394707" cy="3512696"/>
          </a:xfrm>
        </p:spPr>
        <p:txBody>
          <a:bodyPr>
            <a:normAutofit/>
          </a:bodyPr>
          <a:lstStyle/>
          <a:p>
            <a:r>
              <a:rPr lang="en-US" dirty="0"/>
              <a:t>Use of redundancy bits</a:t>
            </a:r>
          </a:p>
          <a:p>
            <a:pPr lvl="1"/>
            <a:r>
              <a:rPr lang="en-US" dirty="0"/>
              <a:t>Additional bits for error detection</a:t>
            </a:r>
          </a:p>
          <a:p>
            <a:r>
              <a:rPr lang="en-US" dirty="0"/>
              <a:t>Popular techniques</a:t>
            </a:r>
          </a:p>
          <a:p>
            <a:pPr lvl="1"/>
            <a:r>
              <a:rPr lang="en-US" dirty="0"/>
              <a:t>Simple parity check</a:t>
            </a:r>
          </a:p>
          <a:p>
            <a:pPr lvl="1"/>
            <a:r>
              <a:rPr lang="en-US" dirty="0"/>
              <a:t>Two-dimensional parity check</a:t>
            </a:r>
          </a:p>
          <a:p>
            <a:pPr lvl="1"/>
            <a:r>
              <a:rPr lang="en-US" dirty="0"/>
              <a:t>Checksum</a:t>
            </a:r>
          </a:p>
          <a:p>
            <a:pPr lvl="1"/>
            <a:r>
              <a:rPr lang="en-US" dirty="0"/>
              <a:t>Cyclic Redundancy Check (CRC)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9E29A-867B-C740-30CC-901119C6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53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9903A-2E89-3460-CB9C-60A508FDC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Parity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A0348-FDA5-FAA2-A103-597AA45551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5232" y="1841240"/>
            <a:ext cx="6966180" cy="4746171"/>
          </a:xfrm>
        </p:spPr>
        <p:txBody>
          <a:bodyPr>
            <a:normAutofit fontScale="92500"/>
          </a:bodyPr>
          <a:lstStyle/>
          <a:p>
            <a:r>
              <a:rPr lang="en-US" dirty="0"/>
              <a:t>Before transmission, both the sender and receiver agree on a specific parity protocol (even or odd). </a:t>
            </a:r>
          </a:p>
          <a:p>
            <a:r>
              <a:rPr lang="en-US" dirty="0"/>
              <a:t>Sender's Role: The sender counts the number of '1's in the data.</a:t>
            </a:r>
          </a:p>
          <a:p>
            <a:pPr lvl="1"/>
            <a:r>
              <a:rPr lang="en-US" dirty="0"/>
              <a:t>Even Parity: If the count is odd, the parity bit is set to 1 to make the total number of '1's even. If the count is already even, the parity bit is 0.</a:t>
            </a:r>
          </a:p>
          <a:p>
            <a:pPr lvl="1"/>
            <a:r>
              <a:rPr lang="en-US" dirty="0"/>
              <a:t>Odd Parity: If the count is even, the parity bit is set to 1 to make the total number of '1's odd. If the count is already odd, the parity bit is 0.</a:t>
            </a:r>
          </a:p>
          <a:p>
            <a:r>
              <a:rPr lang="en-US" dirty="0"/>
              <a:t>Receiver's Role: The receiver counts the number of '1's in the received data, including the parity bit.</a:t>
            </a:r>
          </a:p>
          <a:p>
            <a:pPr lvl="1"/>
            <a:r>
              <a:rPr lang="en-US" dirty="0"/>
              <a:t>If the final count matches the agreed-upon parity (e.g., is even in an even parity system), the data is considered likely error-free.</a:t>
            </a:r>
          </a:p>
          <a:p>
            <a:pPr lvl="1"/>
            <a:r>
              <a:rPr lang="en-US" dirty="0"/>
              <a:t>If the count does not match the expected parity, an error has occurred during transmission. </a:t>
            </a:r>
          </a:p>
          <a:p>
            <a:pPr marL="128016" lvl="1" indent="0">
              <a:buNone/>
            </a:pPr>
            <a:r>
              <a:rPr lang="en-US" dirty="0"/>
              <a:t>Upon detecting an error, the receiver cannot identify which specific bit was corrupted, so it typically requests retransmission of the entire data packet.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4DD1BF6-5DFA-CED0-A647-832513A551A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171980" y="790676"/>
            <a:ext cx="4020020" cy="568002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C9609-D6AB-BD1C-7E1F-734A42F61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5021EE-0F01-40CC-34A7-C18D80960D75}"/>
              </a:ext>
            </a:extLst>
          </p:cNvPr>
          <p:cNvSpPr txBox="1"/>
          <p:nvPr/>
        </p:nvSpPr>
        <p:spPr>
          <a:xfrm>
            <a:off x="9573209" y="421344"/>
            <a:ext cx="1264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Even Parity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736127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AF49-233C-9C02-C60E-1D217DA7E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Two-Dimensional Parity check</a:t>
            </a:r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31884-046E-3A0F-020A-AB23FE8F8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25A22F-859D-65BD-1E6D-A398EF811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146" y="1643743"/>
            <a:ext cx="8735568" cy="43677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EC34A6-8B7D-D6BD-0FEC-64376DE58AA4}"/>
              </a:ext>
            </a:extLst>
          </p:cNvPr>
          <p:cNvSpPr txBox="1"/>
          <p:nvPr/>
        </p:nvSpPr>
        <p:spPr>
          <a:xfrm>
            <a:off x="1780419" y="6053866"/>
            <a:ext cx="905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dirty="0"/>
              <a:t>https://www.geeksforgeeks.org/computer-networks/error-detection-in-computer-networks/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7A0C7-409F-1F80-EC2F-1BF3C7E610BF}"/>
              </a:ext>
            </a:extLst>
          </p:cNvPr>
          <p:cNvSpPr txBox="1"/>
          <p:nvPr/>
        </p:nvSpPr>
        <p:spPr>
          <a:xfrm>
            <a:off x="3688702" y="64231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dirty="0"/>
              <a:t>https://piyuscs.com/two-dimensional-parity-check/</a:t>
            </a:r>
          </a:p>
        </p:txBody>
      </p:sp>
    </p:spTree>
    <p:extLst>
      <p:ext uri="{BB962C8B-B14F-4D97-AF65-F5344CB8AC3E}">
        <p14:creationId xmlns:p14="http://schemas.microsoft.com/office/powerpoint/2010/main" val="2559419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B767D-A752-BA70-34A4-91F47DF9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Checksum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1AB14-CF18-C3A0-72AF-CC92892AA0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is divided into k segments each of m bits.</a:t>
            </a:r>
          </a:p>
          <a:p>
            <a:r>
              <a:rPr lang="en-US" dirty="0"/>
              <a:t>In the sender’s end </a:t>
            </a:r>
          </a:p>
          <a:p>
            <a:pPr lvl="1"/>
            <a:r>
              <a:rPr lang="en-US" dirty="0"/>
              <a:t>segments are added </a:t>
            </a:r>
          </a:p>
          <a:p>
            <a:pPr lvl="2"/>
            <a:r>
              <a:rPr lang="en-US" dirty="0"/>
              <a:t>using </a:t>
            </a:r>
            <a:r>
              <a:rPr lang="en-US" dirty="0">
                <a:hlinkClick r:id="rId2"/>
              </a:rPr>
              <a:t>1’s complement arithmetic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to get the sum. </a:t>
            </a:r>
          </a:p>
          <a:p>
            <a:pPr lvl="1"/>
            <a:r>
              <a:rPr lang="en-US" dirty="0"/>
              <a:t>sum is complemented to get the checksum.</a:t>
            </a:r>
          </a:p>
          <a:p>
            <a:r>
              <a:rPr lang="en-US" dirty="0"/>
              <a:t>checksum segment is sent along with the data segments.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3336F0-9DA6-76E7-5F1D-44F414E14D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At the receiver’s end, </a:t>
            </a:r>
          </a:p>
          <a:p>
            <a:r>
              <a:rPr lang="en-US" dirty="0"/>
              <a:t>all received segments are added using 1’s complement arithmetic to get the sum. </a:t>
            </a:r>
          </a:p>
          <a:p>
            <a:r>
              <a:rPr lang="en-US" dirty="0"/>
              <a:t>The sum is complemented.</a:t>
            </a:r>
          </a:p>
          <a:p>
            <a:r>
              <a:rPr lang="en-US" dirty="0"/>
              <a:t>If the result is zero, </a:t>
            </a:r>
          </a:p>
          <a:p>
            <a:pPr lvl="1"/>
            <a:r>
              <a:rPr lang="en-US" dirty="0"/>
              <a:t>the received data is accepted; </a:t>
            </a:r>
          </a:p>
          <a:p>
            <a:r>
              <a:rPr lang="en-US" dirty="0"/>
              <a:t>otherwise discarded.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FE21E-9A89-FCD0-FC47-EE6A2FDDA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62E088-4878-5480-C351-207F572F19B7}"/>
              </a:ext>
            </a:extLst>
          </p:cNvPr>
          <p:cNvSpPr txBox="1"/>
          <p:nvPr/>
        </p:nvSpPr>
        <p:spPr>
          <a:xfrm>
            <a:off x="1780419" y="5442279"/>
            <a:ext cx="90569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dirty="0">
                <a:hlinkClick r:id="rId3"/>
              </a:rPr>
              <a:t>https://www.geeksforgeeks.org/computer-networks/error-detection-in-computer-networks/</a:t>
            </a:r>
            <a:endParaRPr lang="en-HK" dirty="0"/>
          </a:p>
          <a:p>
            <a:endParaRPr lang="en-HK" dirty="0"/>
          </a:p>
          <a:p>
            <a:endParaRPr lang="en-H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65E89-985A-3186-6581-2383E68D2199}"/>
              </a:ext>
            </a:extLst>
          </p:cNvPr>
          <p:cNvSpPr txBox="1"/>
          <p:nvPr/>
        </p:nvSpPr>
        <p:spPr>
          <a:xfrm>
            <a:off x="1794242" y="5884338"/>
            <a:ext cx="88004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dirty="0">
                <a:hlinkClick r:id="rId4"/>
              </a:rPr>
              <a:t>https://www.geeksforgeeks.org/computer-networks/error-detection-code-checksum/</a:t>
            </a:r>
            <a:endParaRPr lang="en-HK" dirty="0"/>
          </a:p>
          <a:p>
            <a:endParaRPr lang="en-H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5D694-5312-D7DE-F73B-0962A110C940}"/>
              </a:ext>
            </a:extLst>
          </p:cNvPr>
          <p:cNvSpPr txBox="1"/>
          <p:nvPr/>
        </p:nvSpPr>
        <p:spPr>
          <a:xfrm>
            <a:off x="1794242" y="634600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dirty="0">
                <a:hlinkClick r:id="rId5"/>
              </a:rPr>
              <a:t>https://www.cuemath.com/numbers/</a:t>
            </a:r>
            <a:r>
              <a:rPr lang="en-HK">
                <a:hlinkClick r:id="rId5"/>
              </a:rPr>
              <a:t>binary-addition/</a:t>
            </a:r>
            <a:endParaRPr lang="en-HK"/>
          </a:p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78442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521727-66A0-EEE2-C4D8-AE78FD7E3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Checksum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901C2-19C1-7976-36C7-8D68B9D36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10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59CF67-8ACC-8F88-F953-D1F90CC5A494}"/>
              </a:ext>
            </a:extLst>
          </p:cNvPr>
          <p:cNvSpPr txBox="1"/>
          <p:nvPr/>
        </p:nvSpPr>
        <p:spPr>
          <a:xfrm>
            <a:off x="1948543" y="6470704"/>
            <a:ext cx="8795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2"/>
              </a:rPr>
              <a:t>https://www.geeksforgeeks.org/error-detection-in-computer-networks/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996A6C-B2F3-412C-53D4-005993F78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960" y="1935480"/>
            <a:ext cx="8854240" cy="442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267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40AF3-4571-396E-6FE8-0C6E23D41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Cyclic Redundancy Check (CRC)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B67E0-0AB5-CFE3-028F-004F948F78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084832"/>
            <a:ext cx="2827020" cy="3777622"/>
          </a:xfrm>
        </p:spPr>
        <p:txBody>
          <a:bodyPr/>
          <a:lstStyle/>
          <a:p>
            <a:r>
              <a:rPr lang="en-US" dirty="0"/>
              <a:t>Based on binary division</a:t>
            </a:r>
          </a:p>
          <a:p>
            <a:r>
              <a:rPr lang="en-US" dirty="0"/>
              <a:t>CRC bits</a:t>
            </a:r>
          </a:p>
          <a:p>
            <a:pPr lvl="1"/>
            <a:r>
              <a:rPr lang="en-US" dirty="0"/>
              <a:t>Make it divisible by a predetermined binary number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1BE6D-72F7-FD64-F911-A3AC664FB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2398E1-6C62-28E8-CBC2-B4C4E3443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164080"/>
            <a:ext cx="7620000" cy="381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CCDEFA-D114-9C4D-D67B-60BE3FB5814A}"/>
              </a:ext>
            </a:extLst>
          </p:cNvPr>
          <p:cNvSpPr txBox="1"/>
          <p:nvPr/>
        </p:nvSpPr>
        <p:spPr>
          <a:xfrm>
            <a:off x="1687286" y="6488668"/>
            <a:ext cx="905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dirty="0"/>
              <a:t>https://www.geeksforgeeks.org/computer-networks/error-detection-in-computer-networks/</a:t>
            </a:r>
          </a:p>
        </p:txBody>
      </p:sp>
    </p:spTree>
    <p:extLst>
      <p:ext uri="{BB962C8B-B14F-4D97-AF65-F5344CB8AC3E}">
        <p14:creationId xmlns:p14="http://schemas.microsoft.com/office/powerpoint/2010/main" val="1410384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6272-CA5E-D3D6-8E87-EB2D3BFC7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Other Detection Method: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Check Digit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859E6-46C7-BA7F-CDAA-437343664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Redundancy check for error detection</a:t>
            </a:r>
          </a:p>
          <a:p>
            <a:r>
              <a:rPr lang="en-US" dirty="0"/>
              <a:t>Hong Kong ID - Divisible by 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00DED-D27F-4C66-4855-266C9535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11D461-8447-6F00-F94D-1ACFE3DA726F}"/>
              </a:ext>
            </a:extLst>
          </p:cNvPr>
          <p:cNvSpPr txBox="1"/>
          <p:nvPr/>
        </p:nvSpPr>
        <p:spPr>
          <a:xfrm>
            <a:off x="2589212" y="6131601"/>
            <a:ext cx="7042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https://en.wikipedia.org/wiki/Hong_Kong_identity_card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0243CE-197A-F52D-00D2-A58B22D6F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052" y="3429000"/>
            <a:ext cx="783907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018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A27A1-4B97-F2E2-C1F1-999C5541E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Medium Access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B7E57-3826-7E76-049A-E9F26D784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285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Access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24127" y="1859720"/>
            <a:ext cx="9720073" cy="1774305"/>
          </a:xfrm>
        </p:spPr>
        <p:txBody>
          <a:bodyPr/>
          <a:lstStyle/>
          <a:p>
            <a:r>
              <a:rPr lang="en-US" dirty="0"/>
              <a:t>How can multiple users share a link?</a:t>
            </a:r>
          </a:p>
          <a:p>
            <a:r>
              <a:rPr lang="en-US" dirty="0"/>
              <a:t>Time Division Multiplexing (TDM)</a:t>
            </a:r>
          </a:p>
          <a:p>
            <a:r>
              <a:rPr lang="en-US" dirty="0"/>
              <a:t>Frequency Division Multiplexing (FDM)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14</a:t>
            </a:fld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1630347" y="3520136"/>
            <a:ext cx="4407412" cy="2525232"/>
            <a:chOff x="1182112" y="3755322"/>
            <a:chExt cx="4407412" cy="2525232"/>
          </a:xfrm>
        </p:grpSpPr>
        <p:sp>
          <p:nvSpPr>
            <p:cNvPr id="7" name="Rectangle 6"/>
            <p:cNvSpPr/>
            <p:nvPr/>
          </p:nvSpPr>
          <p:spPr>
            <a:xfrm>
              <a:off x="1757082" y="5209382"/>
              <a:ext cx="484095" cy="47513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V="1">
              <a:off x="1757082" y="5746376"/>
              <a:ext cx="3738283" cy="89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1748118" y="4186518"/>
              <a:ext cx="8964" cy="156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182112" y="3755322"/>
              <a:ext cx="6735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Freq</a:t>
              </a:r>
              <a:endParaRPr lang="en-US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93500" y="5911222"/>
              <a:ext cx="696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Time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241177" y="5209382"/>
              <a:ext cx="484095" cy="47513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734237" y="5209382"/>
              <a:ext cx="484095" cy="47513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218332" y="5208937"/>
              <a:ext cx="484095" cy="47513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292509" y="5208937"/>
              <a:ext cx="484095" cy="47513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08414" y="526183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028670" y="3520136"/>
            <a:ext cx="4407412" cy="2525232"/>
            <a:chOff x="5563937" y="3861903"/>
            <a:chExt cx="4407412" cy="2525232"/>
          </a:xfrm>
        </p:grpSpPr>
        <p:sp>
          <p:nvSpPr>
            <p:cNvPr id="20" name="Rectangle 19"/>
            <p:cNvSpPr/>
            <p:nvPr/>
          </p:nvSpPr>
          <p:spPr>
            <a:xfrm>
              <a:off x="6138907" y="5549153"/>
              <a:ext cx="3318858" cy="24194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1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V="1">
              <a:off x="6138907" y="5852957"/>
              <a:ext cx="3738283" cy="89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6129943" y="4293099"/>
              <a:ext cx="8964" cy="156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5563937" y="3861903"/>
              <a:ext cx="6735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Freq</a:t>
              </a:r>
              <a:endParaRPr lang="en-US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275325" y="6017803"/>
              <a:ext cx="696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Time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138907" y="5301724"/>
              <a:ext cx="3318858" cy="24194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2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138907" y="5065956"/>
              <a:ext cx="3318858" cy="24194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3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138907" y="4471490"/>
              <a:ext cx="3318858" cy="24194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1796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CSMA/CD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CSMA: </a:t>
            </a:r>
          </a:p>
          <a:p>
            <a:pPr lvl="1"/>
            <a:r>
              <a:rPr lang="en-US" dirty="0"/>
              <a:t>Carrier Sense Multiple Access </a:t>
            </a:r>
          </a:p>
          <a:p>
            <a:pPr lvl="1"/>
            <a:r>
              <a:rPr lang="en-US" dirty="0"/>
              <a:t>Listen before you transmit</a:t>
            </a:r>
          </a:p>
          <a:p>
            <a:r>
              <a:rPr lang="en-US" dirty="0"/>
              <a:t>CSMA/CD: </a:t>
            </a:r>
          </a:p>
          <a:p>
            <a:pPr lvl="1"/>
            <a:r>
              <a:rPr lang="en-US" dirty="0"/>
              <a:t>CSMA with Collision Detection</a:t>
            </a:r>
          </a:p>
          <a:p>
            <a:pPr lvl="1"/>
            <a:r>
              <a:rPr lang="en-US" dirty="0"/>
              <a:t>Listen while transmitting. </a:t>
            </a:r>
          </a:p>
          <a:p>
            <a:pPr lvl="1"/>
            <a:r>
              <a:rPr lang="en-US" dirty="0"/>
              <a:t>Stop if you hear someone else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010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CSMA/CD (IEEE 802.3)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If the medium is idle, </a:t>
            </a:r>
          </a:p>
          <a:p>
            <a:pPr lvl="1"/>
            <a:r>
              <a:rPr lang="en-US" dirty="0"/>
              <a:t>transmit.</a:t>
            </a:r>
          </a:p>
          <a:p>
            <a:r>
              <a:rPr lang="en-US" dirty="0"/>
              <a:t>If the medium is busy, </a:t>
            </a:r>
          </a:p>
          <a:p>
            <a:pPr lvl="1"/>
            <a:r>
              <a:rPr lang="en-US" dirty="0"/>
              <a:t>wait until idle and then transmit immediately.</a:t>
            </a:r>
          </a:p>
          <a:p>
            <a:r>
              <a:rPr lang="en-US" dirty="0"/>
              <a:t>If a collision is detected while transmitting,</a:t>
            </a:r>
          </a:p>
          <a:p>
            <a:pPr lvl="1"/>
            <a:r>
              <a:rPr lang="en-US" dirty="0"/>
              <a:t>Transmit a </a:t>
            </a:r>
            <a:r>
              <a:rPr lang="en-US" b="1" dirty="0"/>
              <a:t>jam </a:t>
            </a:r>
            <a:r>
              <a:rPr lang="en-US" dirty="0"/>
              <a:t>signal for one slot (= 51.2 </a:t>
            </a:r>
            <a:r>
              <a:rPr lang="en-US" dirty="0" err="1"/>
              <a:t>μs</a:t>
            </a:r>
            <a:r>
              <a:rPr lang="en-US" dirty="0"/>
              <a:t> = 64 byte times)</a:t>
            </a:r>
          </a:p>
          <a:p>
            <a:pPr lvl="1"/>
            <a:r>
              <a:rPr lang="en-US" dirty="0"/>
              <a:t>Wait for a random time and re-attempt (up to </a:t>
            </a:r>
            <a:r>
              <a:rPr lang="en-US" b="1" dirty="0"/>
              <a:t>16 </a:t>
            </a:r>
            <a:r>
              <a:rPr lang="en-US" dirty="0"/>
              <a:t>times)</a:t>
            </a:r>
          </a:p>
          <a:p>
            <a:pPr lvl="1"/>
            <a:r>
              <a:rPr lang="en-US" dirty="0"/>
              <a:t>Random time = Uniform slots</a:t>
            </a:r>
          </a:p>
          <a:p>
            <a:pPr lvl="1"/>
            <a:r>
              <a:rPr lang="en-US" dirty="0"/>
              <a:t>Truncated Binary </a:t>
            </a:r>
            <a:r>
              <a:rPr lang="en-US" dirty="0" err="1"/>
              <a:t>Backoff</a:t>
            </a:r>
            <a:endParaRPr lang="en-US" dirty="0"/>
          </a:p>
          <a:p>
            <a:r>
              <a:rPr lang="en-US" dirty="0"/>
              <a:t>Collision detected by monitoring the voltage</a:t>
            </a:r>
          </a:p>
          <a:p>
            <a:pPr lvl="1"/>
            <a:r>
              <a:rPr lang="en-US" dirty="0"/>
              <a:t>High voltage ⇒ two or more transmitters ⇒ Collision </a:t>
            </a:r>
          </a:p>
          <a:p>
            <a:pPr lvl="1"/>
            <a:r>
              <a:rPr lang="en-US" dirty="0"/>
              <a:t>⇒ Length of the cable is limited to 2.5km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37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Truncated Binary </a:t>
            </a:r>
            <a:r>
              <a:rPr lang="en-US" dirty="0" err="1"/>
              <a:t>Backoff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slot time for a 10 Mbit/s Ethernet line = 51.2 </a:t>
                </a:r>
                <a:r>
                  <a:rPr lang="en-US" dirty="0" err="1"/>
                  <a:t>μs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could be replaced by any positive value</a:t>
                </a:r>
              </a:p>
              <a:p>
                <a:r>
                  <a:rPr lang="en-US" dirty="0"/>
                  <a:t>When a collision first occurs, </a:t>
                </a:r>
              </a:p>
              <a:p>
                <a:pPr lvl="1"/>
                <a:r>
                  <a:rPr lang="en-US" dirty="0"/>
                  <a:t>send a "jamming signal" to prevent further data from being sent.</a:t>
                </a:r>
              </a:p>
              <a:p>
                <a:r>
                  <a:rPr lang="en-US" dirty="0"/>
                  <a:t>Resend a frame after either </a:t>
                </a:r>
              </a:p>
              <a:p>
                <a:pPr lvl="1"/>
                <a:r>
                  <a:rPr lang="en-US" dirty="0"/>
                  <a:t>0 seconds or 51.2 </a:t>
                </a:r>
                <a:r>
                  <a:rPr lang="en-US" dirty="0" err="1"/>
                  <a:t>μs</a:t>
                </a:r>
                <a:r>
                  <a:rPr lang="en-US" dirty="0"/>
                  <a:t>, chosen at random.</a:t>
                </a:r>
              </a:p>
              <a:p>
                <a:r>
                  <a:rPr lang="en-US" dirty="0"/>
                  <a:t>If that fails, resend the frame after either </a:t>
                </a:r>
              </a:p>
              <a:p>
                <a:pPr lvl="1"/>
                <a:r>
                  <a:rPr lang="en-US" dirty="0"/>
                  <a:t>0 s, 51.2 </a:t>
                </a:r>
                <a:r>
                  <a:rPr lang="en-US" dirty="0" err="1"/>
                  <a:t>μs</a:t>
                </a:r>
                <a:r>
                  <a:rPr lang="en-US" dirty="0"/>
                  <a:t>, 102.4 </a:t>
                </a:r>
                <a:r>
                  <a:rPr lang="en-US" dirty="0" err="1"/>
                  <a:t>μs</a:t>
                </a:r>
                <a:r>
                  <a:rPr lang="en-US" dirty="0"/>
                  <a:t>, or 153.6 </a:t>
                </a:r>
                <a:r>
                  <a:rPr lang="en-US" dirty="0" err="1"/>
                  <a:t>μs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For further failures, after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failed attempt, resend the frame after </a:t>
                </a:r>
              </a:p>
              <a:p>
                <a:pPr lvl="1"/>
                <a:r>
                  <a:rPr lang="en-US" dirty="0"/>
                  <a:t>k · 51.2 </a:t>
                </a:r>
                <a:r>
                  <a:rPr lang="en-US" dirty="0" err="1"/>
                  <a:t>μs</a:t>
                </a:r>
                <a:r>
                  <a:rPr lang="en-US" dirty="0"/>
                  <a:t>, where k is a random integer between 0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Truncated: limit on c (reduce the possibility of unexpected long latencies)</a:t>
                </a:r>
              </a:p>
              <a:p>
                <a:pPr lvl="1"/>
                <a:r>
                  <a:rPr lang="en-US" dirty="0"/>
                  <a:t>Ethernet: c = 10 (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≤1023</m:t>
                    </m:r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0" t="-2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89212" y="6135808"/>
            <a:ext cx="72796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4"/>
              </a:rPr>
              <a:t>https://en.wikipedia.org/wiki/Exponential_backoff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976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Access Links &amp;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users can share</a:t>
            </a:r>
          </a:p>
          <a:p>
            <a:pPr lvl="1"/>
            <a:r>
              <a:rPr lang="en-US" dirty="0"/>
              <a:t>Time Division Multiple Access (TDMA)</a:t>
            </a:r>
          </a:p>
          <a:p>
            <a:pPr lvl="1"/>
            <a:r>
              <a:rPr lang="en-US" dirty="0"/>
              <a:t>Frequency Division Multiple Access (FDMA)</a:t>
            </a:r>
          </a:p>
          <a:p>
            <a:r>
              <a:rPr lang="en-US" dirty="0"/>
              <a:t>IEEE 802.3</a:t>
            </a:r>
          </a:p>
          <a:p>
            <a:pPr lvl="1"/>
            <a:r>
              <a:rPr lang="en-US" dirty="0"/>
              <a:t>CSMA/CD with truncated binary exponential </a:t>
            </a:r>
            <a:r>
              <a:rPr lang="en-US" dirty="0" err="1"/>
              <a:t>backoff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3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787D-3400-EE26-0267-9BFCB6EAA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89" y="888127"/>
            <a:ext cx="10818811" cy="1072715"/>
          </a:xfrm>
        </p:spPr>
        <p:txBody>
          <a:bodyPr/>
          <a:lstStyle/>
          <a:p>
            <a:r>
              <a:rPr lang="en-US" dirty="0"/>
              <a:t>Ethernet Frame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583CE-7116-4455-C414-6878F72EE6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5850" y="1861889"/>
            <a:ext cx="9994657" cy="3512696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AA6F20"/>
                </a:solidFill>
              </a:rPr>
              <a:t>Preamble</a:t>
            </a:r>
            <a:r>
              <a:rPr lang="en-US" dirty="0"/>
              <a:t>: 7 bytes with pattern 10101010 followed by one byte with pattern 10101011. To synchronize receiver, sender clocks</a:t>
            </a:r>
          </a:p>
          <a:p>
            <a:r>
              <a:rPr lang="en-US" dirty="0">
                <a:solidFill>
                  <a:srgbClr val="AA6F20"/>
                </a:solidFill>
              </a:rPr>
              <a:t>Addresses</a:t>
            </a:r>
            <a:r>
              <a:rPr lang="en-US" dirty="0"/>
              <a:t>: 6-byte source, destination MAC addresses</a:t>
            </a:r>
          </a:p>
          <a:p>
            <a:r>
              <a:rPr lang="en-US" dirty="0">
                <a:solidFill>
                  <a:srgbClr val="AA6F20"/>
                </a:solidFill>
              </a:rPr>
              <a:t>Type</a:t>
            </a:r>
            <a:r>
              <a:rPr lang="en-US" dirty="0"/>
              <a:t>: indicates higher layer protocol</a:t>
            </a:r>
          </a:p>
          <a:p>
            <a:pPr lvl="1"/>
            <a:r>
              <a:rPr lang="en-US" dirty="0"/>
              <a:t>IP : 0x0800 / ARP: 0x0806</a:t>
            </a:r>
          </a:p>
          <a:p>
            <a:r>
              <a:rPr lang="en-US" dirty="0">
                <a:solidFill>
                  <a:srgbClr val="AA6F20"/>
                </a:solidFill>
              </a:rPr>
              <a:t>CRC</a:t>
            </a:r>
            <a:r>
              <a:rPr lang="en-US" dirty="0"/>
              <a:t>: Cyclic Redundancy Check</a:t>
            </a:r>
          </a:p>
          <a:p>
            <a:pPr lvl="1"/>
            <a:r>
              <a:rPr lang="en-US" dirty="0"/>
              <a:t>If error detected: frame is silently dropped at the receiver</a:t>
            </a:r>
          </a:p>
          <a:p>
            <a:r>
              <a:rPr lang="en-US" dirty="0">
                <a:solidFill>
                  <a:srgbClr val="AA6F20"/>
                </a:solidFill>
              </a:rPr>
              <a:t>Connectionless</a:t>
            </a:r>
            <a:r>
              <a:rPr lang="en-US" dirty="0"/>
              <a:t>: No need to ask the receiver</a:t>
            </a:r>
          </a:p>
          <a:p>
            <a:r>
              <a:rPr lang="en-US" dirty="0">
                <a:solidFill>
                  <a:srgbClr val="AA6F20"/>
                </a:solidFill>
              </a:rPr>
              <a:t>Unreliable</a:t>
            </a:r>
            <a:r>
              <a:rPr lang="en-US" dirty="0"/>
              <a:t>: No acknowledgement (ack), negative acknowledgement (</a:t>
            </a:r>
            <a:r>
              <a:rPr lang="en-US" dirty="0" err="1"/>
              <a:t>nack</a:t>
            </a:r>
            <a:r>
              <a:rPr lang="en-US" dirty="0"/>
              <a:t>), or retransmissions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8A616-3ABE-B449-B2FC-1E6BAE153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540" y="5327054"/>
            <a:ext cx="8496300" cy="15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72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5DC3C0C-D755-6897-E9F9-DFE4887E1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 Address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FFC6FFF-0262-25A0-28F3-E5920346B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91360" y="2133600"/>
            <a:ext cx="4541520" cy="3777622"/>
          </a:xfrm>
        </p:spPr>
        <p:txBody>
          <a:bodyPr>
            <a:normAutofit/>
          </a:bodyPr>
          <a:lstStyle/>
          <a:p>
            <a:r>
              <a:rPr lang="en-US" dirty="0"/>
              <a:t>Associated with data link layer</a:t>
            </a:r>
          </a:p>
          <a:p>
            <a:r>
              <a:rPr lang="en-US" dirty="0"/>
              <a:t>6-byte = 24 bits OUI + 24 bits by OUI owner</a:t>
            </a:r>
          </a:p>
          <a:p>
            <a:pPr lvl="1"/>
            <a:r>
              <a:rPr lang="en-US" dirty="0"/>
              <a:t>Organizationally Unique Identifier (OUI)</a:t>
            </a:r>
          </a:p>
          <a:p>
            <a:pPr lvl="2"/>
            <a:r>
              <a:rPr lang="en-US" dirty="0"/>
              <a:t>Vendor / Manufacturer ID by IEEE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F654CDB-2190-6107-A0AF-DA5B22E0B3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Multicast </a:t>
            </a:r>
          </a:p>
          <a:p>
            <a:pPr lvl="1"/>
            <a:r>
              <a:rPr lang="en-US" dirty="0"/>
              <a:t>“To all bridges on this LAN”</a:t>
            </a:r>
          </a:p>
          <a:p>
            <a:r>
              <a:rPr lang="en-US" dirty="0"/>
              <a:t>Broadcast </a:t>
            </a:r>
          </a:p>
          <a:p>
            <a:pPr lvl="1"/>
            <a:r>
              <a:rPr lang="en-US" dirty="0"/>
              <a:t>“To all stations” </a:t>
            </a:r>
          </a:p>
          <a:p>
            <a:pPr lvl="1"/>
            <a:r>
              <a:rPr lang="en-US" dirty="0"/>
              <a:t>MAC Address: FF:FF:FF:FF:FF:FF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63BF6-4C1F-1FF5-CCC3-40139A1B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15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IP &amp; MAC Address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Terminal / </a:t>
            </a:r>
            <a:r>
              <a:rPr lang="en-US" dirty="0" err="1"/>
              <a:t>cmd</a:t>
            </a:r>
            <a:r>
              <a:rPr lang="en-US" dirty="0"/>
              <a:t> : </a:t>
            </a:r>
          </a:p>
          <a:p>
            <a:r>
              <a:rPr lang="en-US" dirty="0"/>
              <a:t>Physical Address = MAC Address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21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b="50000"/>
          <a:stretch/>
        </p:blipFill>
        <p:spPr>
          <a:xfrm>
            <a:off x="674686" y="3329108"/>
            <a:ext cx="10829925" cy="26289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37342" y="4431687"/>
            <a:ext cx="11504611" cy="42374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452830" y="2271623"/>
            <a:ext cx="1827570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ipconfig /all</a:t>
            </a:r>
          </a:p>
        </p:txBody>
      </p:sp>
    </p:spTree>
    <p:extLst>
      <p:ext uri="{BB962C8B-B14F-4D97-AF65-F5344CB8AC3E}">
        <p14:creationId xmlns:p14="http://schemas.microsoft.com/office/powerpoint/2010/main" val="1410029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8EFE7-8928-153A-9A48-7CCA0C39A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89" y="822138"/>
            <a:ext cx="10818811" cy="1072715"/>
          </a:xfrm>
        </p:spPr>
        <p:txBody>
          <a:bodyPr/>
          <a:lstStyle/>
          <a:p>
            <a:r>
              <a:rPr lang="en-US" dirty="0"/>
              <a:t>Ethernet Standards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A454D74-E6EF-DAA1-58CA-78039CC6D42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802763988"/>
              </p:ext>
            </p:extLst>
          </p:nvPr>
        </p:nvGraphicFramePr>
        <p:xfrm>
          <a:off x="833120" y="1745318"/>
          <a:ext cx="10671491" cy="3951741"/>
        </p:xfrm>
        <a:graphic>
          <a:graphicData uri="http://schemas.openxmlformats.org/drawingml/2006/table">
            <a:tbl>
              <a:tblPr/>
              <a:tblGrid>
                <a:gridCol w="2283781">
                  <a:extLst>
                    <a:ext uri="{9D8B030D-6E8A-4147-A177-3AD203B41FA5}">
                      <a16:colId xmlns:a16="http://schemas.microsoft.com/office/drawing/2014/main" val="1132979587"/>
                    </a:ext>
                  </a:extLst>
                </a:gridCol>
                <a:gridCol w="1640172">
                  <a:extLst>
                    <a:ext uri="{9D8B030D-6E8A-4147-A177-3AD203B41FA5}">
                      <a16:colId xmlns:a16="http://schemas.microsoft.com/office/drawing/2014/main" val="848309428"/>
                    </a:ext>
                  </a:extLst>
                </a:gridCol>
                <a:gridCol w="1432554">
                  <a:extLst>
                    <a:ext uri="{9D8B030D-6E8A-4147-A177-3AD203B41FA5}">
                      <a16:colId xmlns:a16="http://schemas.microsoft.com/office/drawing/2014/main" val="1882309988"/>
                    </a:ext>
                  </a:extLst>
                </a:gridCol>
                <a:gridCol w="2532922">
                  <a:extLst>
                    <a:ext uri="{9D8B030D-6E8A-4147-A177-3AD203B41FA5}">
                      <a16:colId xmlns:a16="http://schemas.microsoft.com/office/drawing/2014/main" val="3695990995"/>
                    </a:ext>
                  </a:extLst>
                </a:gridCol>
                <a:gridCol w="2782062">
                  <a:extLst>
                    <a:ext uri="{9D8B030D-6E8A-4147-A177-3AD203B41FA5}">
                      <a16:colId xmlns:a16="http://schemas.microsoft.com/office/drawing/2014/main" val="2050815582"/>
                    </a:ext>
                  </a:extLst>
                </a:gridCol>
              </a:tblGrid>
              <a:tr h="585765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>
                          <a:effectLst/>
                        </a:rPr>
                        <a:t>Name</a:t>
                      </a:r>
                      <a:endParaRPr lang="en-US" sz="2000">
                        <a:effectLst/>
                      </a:endParaRP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>
                          <a:effectLst/>
                        </a:rPr>
                        <a:t>IEEE Standard</a:t>
                      </a:r>
                      <a:endParaRPr lang="en-US" sz="2000">
                        <a:effectLst/>
                      </a:endParaRP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>
                          <a:effectLst/>
                        </a:rPr>
                        <a:t>Data Rate</a:t>
                      </a:r>
                      <a:endParaRPr lang="en-US" sz="2000">
                        <a:effectLst/>
                      </a:endParaRP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>
                          <a:effectLst/>
                        </a:rPr>
                        <a:t>Media Type</a:t>
                      </a:r>
                      <a:endParaRPr lang="en-US" sz="2000">
                        <a:effectLst/>
                      </a:endParaRP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>
                          <a:effectLst/>
                        </a:rPr>
                        <a:t>Maximum Distance</a:t>
                      </a:r>
                      <a:endParaRPr lang="en-US" sz="2000">
                        <a:effectLst/>
                      </a:endParaRP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57007"/>
                  </a:ext>
                </a:extLst>
              </a:tr>
              <a:tr h="352526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Ethernet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802.3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10 Mbps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10Base-T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100 meters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865652"/>
                  </a:ext>
                </a:extLst>
              </a:tr>
              <a:tr h="585765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Fast Ethernet/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dirty="0">
                          <a:effectLst/>
                        </a:rPr>
                        <a:t>100Base-T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802.3u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100 Mbps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100Base-TX</a:t>
                      </a:r>
                      <a:br>
                        <a:rPr lang="en-US" sz="2000">
                          <a:effectLst/>
                        </a:rPr>
                      </a:br>
                      <a:r>
                        <a:rPr lang="en-US" sz="2000">
                          <a:effectLst/>
                        </a:rPr>
                        <a:t>100Base-FX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100 meters</a:t>
                      </a:r>
                      <a:br>
                        <a:rPr lang="en-US" sz="2000">
                          <a:effectLst/>
                        </a:rPr>
                      </a:br>
                      <a:r>
                        <a:rPr lang="en-US" sz="2000">
                          <a:effectLst/>
                        </a:rPr>
                        <a:t>2000 meters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452419"/>
                  </a:ext>
                </a:extLst>
              </a:tr>
              <a:tr h="86111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Gigabit Ethernet/</a:t>
                      </a:r>
                      <a:br>
                        <a:rPr lang="en-US" sz="2000">
                          <a:effectLst/>
                        </a:rPr>
                      </a:br>
                      <a:r>
                        <a:rPr lang="en-US" sz="2000">
                          <a:effectLst/>
                        </a:rPr>
                        <a:t>GigE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802.3z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1000 Mbps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1000Base-T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dirty="0">
                          <a:effectLst/>
                        </a:rPr>
                        <a:t>1000Base-SX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dirty="0">
                          <a:effectLst/>
                        </a:rPr>
                        <a:t>1000Base-LX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100 meters</a:t>
                      </a:r>
                      <a:br>
                        <a:rPr lang="en-US" sz="2000">
                          <a:effectLst/>
                        </a:rPr>
                      </a:br>
                      <a:r>
                        <a:rPr lang="en-US" sz="2000">
                          <a:effectLst/>
                        </a:rPr>
                        <a:t>275/550 meters</a:t>
                      </a:r>
                      <a:br>
                        <a:rPr lang="en-US" sz="2000">
                          <a:effectLst/>
                        </a:rPr>
                      </a:br>
                      <a:r>
                        <a:rPr lang="en-US" sz="2000">
                          <a:effectLst/>
                        </a:rPr>
                        <a:t>550/5000 meters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008880"/>
                  </a:ext>
                </a:extLst>
              </a:tr>
              <a:tr h="141181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10 Gigabit Ethernet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IEEE 802.3ae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10 Gbps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10GBase-SR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dirty="0">
                          <a:effectLst/>
                        </a:rPr>
                        <a:t>10GBase-LX4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dirty="0">
                          <a:effectLst/>
                        </a:rPr>
                        <a:t>10GBase-LR/ER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dirty="0">
                          <a:effectLst/>
                        </a:rPr>
                        <a:t>10GBase-SW/LW/EW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300 meters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dirty="0">
                          <a:effectLst/>
                        </a:rPr>
                        <a:t>300m MMF/ 10km SMF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dirty="0">
                          <a:effectLst/>
                        </a:rPr>
                        <a:t>10km/40km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dirty="0">
                          <a:effectLst/>
                        </a:rPr>
                        <a:t>300m/10km/40km</a:t>
                      </a:r>
                    </a:p>
                  </a:txBody>
                  <a:tcPr marL="19410" marR="19410" marT="19410" marB="19410">
                    <a:lnL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94308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A5240-3181-1A33-F24C-13B0735D7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E4B0C0-B011-6CBD-6E60-8489A29C02A5}"/>
              </a:ext>
            </a:extLst>
          </p:cNvPr>
          <p:cNvSpPr txBox="1"/>
          <p:nvPr/>
        </p:nvSpPr>
        <p:spPr>
          <a:xfrm>
            <a:off x="833120" y="5910724"/>
            <a:ext cx="10442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2"/>
              </a:rPr>
              <a:t>https://www.lantronix.com/resources/networking-tutorials/ethernet-tutorial-networking-basics/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419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3EC8-A19B-BC81-3FC8-BDEB74AD5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386" y="776295"/>
            <a:ext cx="10957259" cy="1072715"/>
          </a:xfrm>
        </p:spPr>
        <p:txBody>
          <a:bodyPr/>
          <a:lstStyle/>
          <a:p>
            <a:r>
              <a:rPr lang="en-US" dirty="0"/>
              <a:t>Address Resolution Protocol (ARP)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C73E9-6F78-E1AA-5B8E-99E7B6634B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75387" y="1945602"/>
            <a:ext cx="10455882" cy="3512696"/>
          </a:xfrm>
        </p:spPr>
        <p:txBody>
          <a:bodyPr>
            <a:normAutofit/>
          </a:bodyPr>
          <a:lstStyle/>
          <a:p>
            <a:r>
              <a:rPr lang="en-US" dirty="0"/>
              <a:t>Goal: Given an IP address find the MAC address</a:t>
            </a:r>
          </a:p>
          <a:p>
            <a:r>
              <a:rPr lang="en-US" dirty="0"/>
              <a:t>The host broadcasts a request (</a:t>
            </a:r>
            <a:r>
              <a:rPr lang="en-US" dirty="0" err="1"/>
              <a:t>Dest</a:t>
            </a:r>
            <a:r>
              <a:rPr lang="en-US" dirty="0"/>
              <a:t> MAC=FFFFFFFF): </a:t>
            </a:r>
          </a:p>
          <a:p>
            <a:pPr lvl="1"/>
            <a:r>
              <a:rPr lang="en-US" dirty="0"/>
              <a:t>“What is the MAC address of 127.123.125.08?”</a:t>
            </a:r>
          </a:p>
          <a:p>
            <a:r>
              <a:rPr lang="en-US" dirty="0"/>
              <a:t>The host whose IP address is 127.123.125.08 replies back:</a:t>
            </a:r>
          </a:p>
          <a:p>
            <a:pPr lvl="1"/>
            <a:r>
              <a:rPr lang="en-US" dirty="0"/>
              <a:t>“The MAC address for 127.123.125.08 is 8A:5F:3C:23:45:56”</a:t>
            </a:r>
          </a:p>
          <a:p>
            <a:r>
              <a:rPr lang="en-US" dirty="0"/>
              <a:t>Nodes cache the MAC-IP mapping in a “ARP table”</a:t>
            </a:r>
          </a:p>
          <a:p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arp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-a </a:t>
            </a:r>
            <a:r>
              <a:rPr lang="en-US" dirty="0"/>
              <a:t> command</a:t>
            </a:r>
            <a:endParaRPr lang="en-US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lvl="1"/>
            <a:r>
              <a:rPr lang="en-US" dirty="0"/>
              <a:t>list ARP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F6782-5246-BAD6-38CA-BF2F54DA7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66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48583-4AD3-44DB-2A0A-1BAE4C22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89" y="789174"/>
            <a:ext cx="10818811" cy="1072715"/>
          </a:xfrm>
        </p:spPr>
        <p:txBody>
          <a:bodyPr/>
          <a:lstStyle/>
          <a:p>
            <a:r>
              <a:rPr lang="en-US" dirty="0"/>
              <a:t>Protocols in Data Link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9CB3F-F2FA-7EC0-7FAF-A9B34D8E01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92189" y="1984239"/>
            <a:ext cx="10394707" cy="3512696"/>
          </a:xfrm>
        </p:spPr>
        <p:txBody>
          <a:bodyPr/>
          <a:lstStyle/>
          <a:p>
            <a:r>
              <a:rPr lang="en-US" dirty="0"/>
              <a:t>Address Resolution Protocol (ARP)</a:t>
            </a:r>
          </a:p>
          <a:p>
            <a:r>
              <a:rPr lang="en-US" dirty="0"/>
              <a:t>Reverse ARP (RARP)</a:t>
            </a:r>
          </a:p>
          <a:p>
            <a:r>
              <a:rPr lang="en-US" dirty="0"/>
              <a:t>Point-to-Point Protocol (PPP)</a:t>
            </a:r>
          </a:p>
          <a:p>
            <a:r>
              <a:rPr lang="en-US" dirty="0"/>
              <a:t>Wi-Fi</a:t>
            </a:r>
          </a:p>
          <a:p>
            <a:r>
              <a:rPr lang="en-US" dirty="0"/>
              <a:t>Ethernet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61877-41A7-D707-4EB8-41FEB190F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933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2847" y="888127"/>
            <a:ext cx="10818811" cy="1072715"/>
          </a:xfrm>
        </p:spPr>
        <p:txBody>
          <a:bodyPr/>
          <a:lstStyle/>
          <a:p>
            <a:r>
              <a:rPr lang="en-US" dirty="0"/>
              <a:t>Ethernet Security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052847" y="1960842"/>
            <a:ext cx="10394707" cy="3512696"/>
          </a:xfrm>
        </p:spPr>
        <p:txBody>
          <a:bodyPr/>
          <a:lstStyle/>
          <a:p>
            <a:r>
              <a:rPr lang="en-US" dirty="0"/>
              <a:t>Wired access</a:t>
            </a:r>
          </a:p>
          <a:p>
            <a:pPr lvl="1"/>
            <a:r>
              <a:rPr lang="en-US" dirty="0"/>
              <a:t>Attacking over the cable</a:t>
            </a:r>
          </a:p>
          <a:p>
            <a:r>
              <a:rPr lang="en-US" dirty="0"/>
              <a:t>Broadcasting nature of LAN</a:t>
            </a:r>
          </a:p>
          <a:p>
            <a:pPr lvl="1"/>
            <a:r>
              <a:rPr lang="en-US" dirty="0"/>
              <a:t>Security of Network, data, and users</a:t>
            </a:r>
          </a:p>
          <a:p>
            <a:pPr lvl="1"/>
            <a:r>
              <a:rPr lang="en-US" dirty="0"/>
              <a:t>Stability of the local network</a:t>
            </a:r>
          </a:p>
          <a:p>
            <a:r>
              <a:rPr lang="en-US" dirty="0"/>
              <a:t>Man in the Middle attack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9675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408" y="947024"/>
            <a:ext cx="10818811" cy="1072715"/>
          </a:xfrm>
        </p:spPr>
        <p:txBody>
          <a:bodyPr/>
          <a:lstStyle/>
          <a:p>
            <a:r>
              <a:rPr lang="en-US" dirty="0"/>
              <a:t>Secure the 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046408" y="2019739"/>
            <a:ext cx="10394707" cy="3512696"/>
          </a:xfrm>
        </p:spPr>
        <p:txBody>
          <a:bodyPr/>
          <a:lstStyle/>
          <a:p>
            <a:r>
              <a:rPr lang="en-US" dirty="0"/>
              <a:t>Physical security</a:t>
            </a:r>
          </a:p>
          <a:p>
            <a:pPr lvl="1"/>
            <a:r>
              <a:rPr lang="en-US" dirty="0"/>
              <a:t>Physical Access control</a:t>
            </a:r>
          </a:p>
          <a:p>
            <a:r>
              <a:rPr lang="en-US" dirty="0"/>
              <a:t>Segmentation with Virtual LAN</a:t>
            </a:r>
          </a:p>
          <a:p>
            <a:pPr lvl="1"/>
            <a:r>
              <a:rPr lang="en-US" dirty="0"/>
              <a:t>Partition each network by logic in the data link layer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46408" y="5816903"/>
            <a:ext cx="7284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</a:t>
            </a:r>
            <a:r>
              <a:rPr lang="en-US" dirty="0">
                <a:hlinkClick r:id="rId2"/>
              </a:rPr>
              <a:t>https://www.grandmetric.com/lan-security-attacks/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1890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BE5400CADFA0469A091337646547C3" ma:contentTypeVersion="15" ma:contentTypeDescription="Create a new document." ma:contentTypeScope="" ma:versionID="a159abf626b7ae748b642627cf780eb4">
  <xsd:schema xmlns:xsd="http://www.w3.org/2001/XMLSchema" xmlns:xs="http://www.w3.org/2001/XMLSchema" xmlns:p="http://schemas.microsoft.com/office/2006/metadata/properties" xmlns:ns3="30d3476f-ec53-4671-8980-d10767fdaaec" xmlns:ns4="4b97df95-d6ed-4c71-86d4-bf7c4bd3aaf0" targetNamespace="http://schemas.microsoft.com/office/2006/metadata/properties" ma:root="true" ma:fieldsID="11d25a122ec29dbd4440de6415435311" ns3:_="" ns4:_="">
    <xsd:import namespace="30d3476f-ec53-4671-8980-d10767fdaaec"/>
    <xsd:import namespace="4b97df95-d6ed-4c71-86d4-bf7c4bd3aaf0"/>
    <xsd:element name="properties">
      <xsd:complexType>
        <xsd:sequence>
          <xsd:element name="documentManagement">
            <xsd:complexType>
              <xsd:all>
                <xsd:element ref="ns3:MigrationWizId" minOccurs="0"/>
                <xsd:element ref="ns3:MigrationWizIdPermissions" minOccurs="0"/>
                <xsd:element ref="ns3:MigrationWizIdVersion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3476f-ec53-4671-8980-d10767fdaaec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97df95-d6ed-4c71-86d4-bf7c4bd3aaf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30d3476f-ec53-4671-8980-d10767fdaaec" xsi:nil="true"/>
    <MigrationWizIdPermissions xmlns="30d3476f-ec53-4671-8980-d10767fdaaec" xsi:nil="true"/>
    <_activity xmlns="30d3476f-ec53-4671-8980-d10767fdaaec" xsi:nil="true"/>
    <MigrationWizIdVersion xmlns="30d3476f-ec53-4671-8980-d10767fdaae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878B6C-9C19-4992-A2CC-1243AA3F7C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d3476f-ec53-4671-8980-d10767fdaaec"/>
    <ds:schemaRef ds:uri="4b97df95-d6ed-4c71-86d4-bf7c4bd3aa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5BFC6E3-A980-4DEC-A54B-F57AB042A59B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4b97df95-d6ed-4c71-86d4-bf7c4bd3aaf0"/>
    <ds:schemaRef ds:uri="30d3476f-ec53-4671-8980-d10767fdaae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EFA3255-2DC8-4137-A082-CD7B359132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998</TotalTime>
  <Words>1574</Words>
  <Application>Microsoft Office PowerPoint</Application>
  <PresentationFormat>Widescreen</PresentationFormat>
  <Paragraphs>266</Paragraphs>
  <Slides>26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Cambria Math</vt:lpstr>
      <vt:lpstr>Times New Roman</vt:lpstr>
      <vt:lpstr>Tw Cen MT</vt:lpstr>
      <vt:lpstr>Tw Cen MT Condensed</vt:lpstr>
      <vt:lpstr>Wingdings 3</vt:lpstr>
      <vt:lpstr>Integral</vt:lpstr>
      <vt:lpstr>HDDS1104 Operating Systems and Networking</vt:lpstr>
      <vt:lpstr>Intended Learning Outcomes</vt:lpstr>
      <vt:lpstr>TCP / IP Protocols</vt:lpstr>
      <vt:lpstr>Link Layer Services</vt:lpstr>
      <vt:lpstr>Link Layer Services - Lossy wireless links</vt:lpstr>
      <vt:lpstr>Error Detection</vt:lpstr>
      <vt:lpstr>Simple Parity Checks</vt:lpstr>
      <vt:lpstr>Two-Dimensional Parity check</vt:lpstr>
      <vt:lpstr>Checksum</vt:lpstr>
      <vt:lpstr>Example of Checksum</vt:lpstr>
      <vt:lpstr>Cyclic Redundancy Check (CRC)</vt:lpstr>
      <vt:lpstr>Other Detection Method: Check Digit Method</vt:lpstr>
      <vt:lpstr>Medium Access Control</vt:lpstr>
      <vt:lpstr>Multiple Access</vt:lpstr>
      <vt:lpstr>CSMA/CD</vt:lpstr>
      <vt:lpstr>CSMA/CD (IEEE 802.3)</vt:lpstr>
      <vt:lpstr>Truncated Binary Backoff</vt:lpstr>
      <vt:lpstr>Multiple Access Links &amp; Protocols</vt:lpstr>
      <vt:lpstr>Ethernet Frame Structure</vt:lpstr>
      <vt:lpstr>MAC Address</vt:lpstr>
      <vt:lpstr>Check IP &amp; MAC Address</vt:lpstr>
      <vt:lpstr>Ethernet Standards</vt:lpstr>
      <vt:lpstr>Address Resolution Protocol (ARP)</vt:lpstr>
      <vt:lpstr>Protocols in Data Link Layer</vt:lpstr>
      <vt:lpstr>Ethernet Security Concerns</vt:lpstr>
      <vt:lpstr>Secure the 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HDDS1104 Operating Systems and Networking</dc:title>
  <dc:creator>Fung Cheuk Luk</dc:creator>
  <cp:lastModifiedBy>Simon Li</cp:lastModifiedBy>
  <cp:revision>88</cp:revision>
  <cp:lastPrinted>2023-01-12T02:19:31Z</cp:lastPrinted>
  <dcterms:created xsi:type="dcterms:W3CDTF">2023-01-11T06:01:27Z</dcterms:created>
  <dcterms:modified xsi:type="dcterms:W3CDTF">2026-03-05T10:55:39Z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0x0101006CBE5400CADFA0469A091337646547C3</vt:lpwstr>
  </property>
</Properties>
</file>