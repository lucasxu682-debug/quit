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0" r:id="rId4"/>
  </p:sldMasterIdLst>
  <p:notesMasterIdLst>
    <p:notesMasterId r:id="rId50"/>
  </p:notesMasterIdLst>
  <p:handoutMasterIdLst>
    <p:handoutMasterId r:id="rId51"/>
  </p:handoutMasterIdLst>
  <p:sldIdLst>
    <p:sldId id="257" r:id="rId5"/>
    <p:sldId id="259" r:id="rId6"/>
    <p:sldId id="320" r:id="rId7"/>
    <p:sldId id="333" r:id="rId8"/>
    <p:sldId id="334" r:id="rId9"/>
    <p:sldId id="335" r:id="rId10"/>
    <p:sldId id="336" r:id="rId11"/>
    <p:sldId id="321" r:id="rId12"/>
    <p:sldId id="339" r:id="rId13"/>
    <p:sldId id="322" r:id="rId14"/>
    <p:sldId id="323" r:id="rId15"/>
    <p:sldId id="324" r:id="rId16"/>
    <p:sldId id="338" r:id="rId17"/>
    <p:sldId id="325" r:id="rId18"/>
    <p:sldId id="326" r:id="rId19"/>
    <p:sldId id="327" r:id="rId20"/>
    <p:sldId id="340" r:id="rId21"/>
    <p:sldId id="328" r:id="rId22"/>
    <p:sldId id="329" r:id="rId23"/>
    <p:sldId id="331" r:id="rId24"/>
    <p:sldId id="332" r:id="rId25"/>
    <p:sldId id="261" r:id="rId26"/>
    <p:sldId id="342" r:id="rId27"/>
    <p:sldId id="267" r:id="rId28"/>
    <p:sldId id="348" r:id="rId29"/>
    <p:sldId id="347" r:id="rId30"/>
    <p:sldId id="268" r:id="rId31"/>
    <p:sldId id="343" r:id="rId32"/>
    <p:sldId id="344" r:id="rId33"/>
    <p:sldId id="345" r:id="rId34"/>
    <p:sldId id="346" r:id="rId35"/>
    <p:sldId id="341" r:id="rId36"/>
    <p:sldId id="349" r:id="rId37"/>
    <p:sldId id="266" r:id="rId38"/>
    <p:sldId id="269" r:id="rId39"/>
    <p:sldId id="270" r:id="rId40"/>
    <p:sldId id="271" r:id="rId41"/>
    <p:sldId id="272" r:id="rId42"/>
    <p:sldId id="287" r:id="rId43"/>
    <p:sldId id="288" r:id="rId44"/>
    <p:sldId id="289" r:id="rId45"/>
    <p:sldId id="318" r:id="rId46"/>
    <p:sldId id="350" r:id="rId47"/>
    <p:sldId id="298" r:id="rId48"/>
    <p:sldId id="351" r:id="rId49"/>
  </p:sldIdLst>
  <p:sldSz cx="12192000" cy="6858000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6F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106992-ACC4-415E-A83B-5F9C9C679F62}" v="30" dt="2023-01-11T15:52:01.4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36" autoAdjust="0"/>
    <p:restoredTop sz="96224" autoAdjust="0"/>
  </p:normalViewPr>
  <p:slideViewPr>
    <p:cSldViewPr snapToGrid="0">
      <p:cViewPr varScale="1">
        <p:scale>
          <a:sx n="80" d="100"/>
          <a:sy n="80" d="100"/>
        </p:scale>
        <p:origin x="224" y="10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5/10/relationships/revisionInfo" Target="revisionInfo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C L FUNG" userId="2bc1a8d8-82cc-46fb-a66a-21e3967849fb" providerId="ADAL" clId="{45106992-ACC4-415E-A83B-5F9C9C679F62}"/>
    <pc:docChg chg="undo custSel addSld delSld modSld sldOrd">
      <pc:chgData name="Ben C L FUNG" userId="2bc1a8d8-82cc-46fb-a66a-21e3967849fb" providerId="ADAL" clId="{45106992-ACC4-415E-A83B-5F9C9C679F62}" dt="2023-01-11T15:57:10.544" v="995" actId="47"/>
      <pc:docMkLst>
        <pc:docMk/>
      </pc:docMkLst>
      <pc:sldChg chg="modSp mod">
        <pc:chgData name="Ben C L FUNG" userId="2bc1a8d8-82cc-46fb-a66a-21e3967849fb" providerId="ADAL" clId="{45106992-ACC4-415E-A83B-5F9C9C679F62}" dt="2023-01-11T13:23:31.601" v="50" actId="20577"/>
        <pc:sldMkLst>
          <pc:docMk/>
          <pc:sldMk cId="2368919398" sldId="259"/>
        </pc:sldMkLst>
        <pc:spChg chg="mod">
          <ac:chgData name="Ben C L FUNG" userId="2bc1a8d8-82cc-46fb-a66a-21e3967849fb" providerId="ADAL" clId="{45106992-ACC4-415E-A83B-5F9C9C679F62}" dt="2023-01-11T13:23:31.601" v="50" actId="20577"/>
          <ac:spMkLst>
            <pc:docMk/>
            <pc:sldMk cId="2368919398" sldId="259"/>
            <ac:spMk id="5123" creationId="{00000000-0000-0000-0000-000000000000}"/>
          </ac:spMkLst>
        </pc:spChg>
      </pc:sldChg>
      <pc:sldChg chg="addSp delSp modSp mod">
        <pc:chgData name="Ben C L FUNG" userId="2bc1a8d8-82cc-46fb-a66a-21e3967849fb" providerId="ADAL" clId="{45106992-ACC4-415E-A83B-5F9C9C679F62}" dt="2023-01-11T15:53:34.549" v="926" actId="27636"/>
        <pc:sldMkLst>
          <pc:docMk/>
          <pc:sldMk cId="4084542955" sldId="261"/>
        </pc:sldMkLst>
        <pc:spChg chg="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3" creationId="{2A170D39-D0CC-8CF0-1FC1-68A9B34F69B0}"/>
          </ac:spMkLst>
        </pc:spChg>
        <pc:spChg chg="add del 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4" creationId="{7189C799-C2AB-03DC-42C2-E31BA8465642}"/>
          </ac:spMkLst>
        </pc:spChg>
        <pc:spChg chg="add del 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5" creationId="{D8614BE2-1212-70F4-A429-04283374A722}"/>
          </ac:spMkLst>
        </pc:spChg>
        <pc:spChg chg="mod">
          <ac:chgData name="Ben C L FUNG" userId="2bc1a8d8-82cc-46fb-a66a-21e3967849fb" providerId="ADAL" clId="{45106992-ACC4-415E-A83B-5F9C9C679F62}" dt="2023-01-11T15:53:12.586" v="912" actId="20577"/>
          <ac:spMkLst>
            <pc:docMk/>
            <pc:sldMk cId="4084542955" sldId="261"/>
            <ac:spMk id="7170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53:34.549" v="926" actId="27636"/>
          <ac:spMkLst>
            <pc:docMk/>
            <pc:sldMk cId="4084542955" sldId="261"/>
            <ac:spMk id="7171" creationId="{00000000-0000-0000-0000-000000000000}"/>
          </ac:spMkLst>
        </pc:spChg>
      </pc:sldChg>
      <pc:sldChg chg="addSp delSp modSp del mod modClrScheme chgLayout">
        <pc:chgData name="Ben C L FUNG" userId="2bc1a8d8-82cc-46fb-a66a-21e3967849fb" providerId="ADAL" clId="{45106992-ACC4-415E-A83B-5F9C9C679F62}" dt="2023-01-11T15:30:26.282" v="609" actId="47"/>
        <pc:sldMkLst>
          <pc:docMk/>
          <pc:sldMk cId="89821447" sldId="262"/>
        </pc:sldMkLst>
        <pc:spChg chg="mod ord">
          <ac:chgData name="Ben C L FUNG" userId="2bc1a8d8-82cc-46fb-a66a-21e3967849fb" providerId="ADAL" clId="{45106992-ACC4-415E-A83B-5F9C9C679F62}" dt="2023-01-11T15:30:05.833" v="607" actId="700"/>
          <ac:spMkLst>
            <pc:docMk/>
            <pc:sldMk cId="89821447" sldId="262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30:02.474" v="606"/>
          <ac:spMkLst>
            <pc:docMk/>
            <pc:sldMk cId="89821447" sldId="262"/>
            <ac:spMk id="3" creationId="{E37E9D8C-D415-5610-8132-CE6B3B230CFD}"/>
          </ac:spMkLst>
        </pc:spChg>
        <pc:spChg chg="add del mod ord">
          <ac:chgData name="Ben C L FUNG" userId="2bc1a8d8-82cc-46fb-a66a-21e3967849fb" providerId="ADAL" clId="{45106992-ACC4-415E-A83B-5F9C9C679F62}" dt="2023-01-11T15:30:09.511" v="608" actId="478"/>
          <ac:spMkLst>
            <pc:docMk/>
            <pc:sldMk cId="89821447" sldId="262"/>
            <ac:spMk id="4" creationId="{A830804B-A665-FB4F-4920-4E057B8AFB6B}"/>
          </ac:spMkLst>
        </pc:spChg>
        <pc:spChg chg="mod ord">
          <ac:chgData name="Ben C L FUNG" userId="2bc1a8d8-82cc-46fb-a66a-21e3967849fb" providerId="ADAL" clId="{45106992-ACC4-415E-A83B-5F9C9C679F62}" dt="2023-01-11T15:30:05.833" v="607" actId="700"/>
          <ac:spMkLst>
            <pc:docMk/>
            <pc:sldMk cId="89821447" sldId="262"/>
            <ac:spMk id="8194" creationId="{00000000-0000-0000-0000-000000000000}"/>
          </ac:spMkLst>
        </pc:spChg>
      </pc:sldChg>
      <pc:sldChg chg="ord">
        <pc:chgData name="Ben C L FUNG" userId="2bc1a8d8-82cc-46fb-a66a-21e3967849fb" providerId="ADAL" clId="{45106992-ACC4-415E-A83B-5F9C9C679F62}" dt="2023-01-11T15:33:51.142" v="657"/>
        <pc:sldMkLst>
          <pc:docMk/>
          <pc:sldMk cId="2062806213" sldId="266"/>
        </pc:sldMkLst>
      </pc:sldChg>
      <pc:sldChg chg="addSp delSp modSp mod modClrScheme chgLayout">
        <pc:chgData name="Ben C L FUNG" userId="2bc1a8d8-82cc-46fb-a66a-21e3967849fb" providerId="ADAL" clId="{45106992-ACC4-415E-A83B-5F9C9C679F62}" dt="2023-01-11T15:45:25.296" v="715" actId="20577"/>
        <pc:sldMkLst>
          <pc:docMk/>
          <pc:sldMk cId="1637506441" sldId="267"/>
        </pc:sldMkLst>
        <pc:spChg chg="mod ord">
          <ac:chgData name="Ben C L FUNG" userId="2bc1a8d8-82cc-46fb-a66a-21e3967849fb" providerId="ADAL" clId="{45106992-ACC4-415E-A83B-5F9C9C679F62}" dt="2023-01-11T15:31:07.491" v="611" actId="700"/>
          <ac:spMkLst>
            <pc:docMk/>
            <pc:sldMk cId="1637506441" sldId="267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9:30.743" v="605"/>
          <ac:spMkLst>
            <pc:docMk/>
            <pc:sldMk cId="1637506441" sldId="267"/>
            <ac:spMk id="3" creationId="{66F11224-BA38-EDC1-B4F2-286DABD00D23}"/>
          </ac:spMkLst>
        </pc:spChg>
        <pc:spChg chg="add del mod">
          <ac:chgData name="Ben C L FUNG" userId="2bc1a8d8-82cc-46fb-a66a-21e3967849fb" providerId="ADAL" clId="{45106992-ACC4-415E-A83B-5F9C9C679F62}" dt="2023-01-11T15:29:30.743" v="605"/>
          <ac:spMkLst>
            <pc:docMk/>
            <pc:sldMk cId="1637506441" sldId="267"/>
            <ac:spMk id="4" creationId="{1CB22F27-418B-A706-D963-4E78D001562F}"/>
          </ac:spMkLst>
        </pc:spChg>
        <pc:spChg chg="add del mod">
          <ac:chgData name="Ben C L FUNG" userId="2bc1a8d8-82cc-46fb-a66a-21e3967849fb" providerId="ADAL" clId="{45106992-ACC4-415E-A83B-5F9C9C679F62}" dt="2023-01-11T15:29:30.743" v="605"/>
          <ac:spMkLst>
            <pc:docMk/>
            <pc:sldMk cId="1637506441" sldId="267"/>
            <ac:spMk id="5" creationId="{C389950B-642E-1343-4FD7-900C6A4D39F6}"/>
          </ac:spMkLst>
        </pc:spChg>
        <pc:spChg chg="add del mod ord">
          <ac:chgData name="Ben C L FUNG" userId="2bc1a8d8-82cc-46fb-a66a-21e3967849fb" providerId="ADAL" clId="{45106992-ACC4-415E-A83B-5F9C9C679F62}" dt="2023-01-11T15:31:20.424" v="617" actId="478"/>
          <ac:spMkLst>
            <pc:docMk/>
            <pc:sldMk cId="1637506441" sldId="267"/>
            <ac:spMk id="6" creationId="{2B4218F6-3090-0F0C-DF86-D26AC3B64AF8}"/>
          </ac:spMkLst>
        </pc:spChg>
        <pc:spChg chg="mod ord">
          <ac:chgData name="Ben C L FUNG" userId="2bc1a8d8-82cc-46fb-a66a-21e3967849fb" providerId="ADAL" clId="{45106992-ACC4-415E-A83B-5F9C9C679F62}" dt="2023-01-11T15:45:25.296" v="715" actId="20577"/>
          <ac:spMkLst>
            <pc:docMk/>
            <pc:sldMk cId="1637506441" sldId="267"/>
            <ac:spMk id="13314" creationId="{00000000-0000-0000-0000-000000000000}"/>
          </ac:spMkLst>
        </pc:spChg>
        <pc:spChg chg="mod ord">
          <ac:chgData name="Ben C L FUNG" userId="2bc1a8d8-82cc-46fb-a66a-21e3967849fb" providerId="ADAL" clId="{45106992-ACC4-415E-A83B-5F9C9C679F62}" dt="2023-01-11T15:31:25.655" v="618" actId="1076"/>
          <ac:spMkLst>
            <pc:docMk/>
            <pc:sldMk cId="1637506441" sldId="267"/>
            <ac:spMk id="13315" creationId="{00000000-0000-0000-0000-000000000000}"/>
          </ac:spMkLst>
        </pc:spChg>
        <pc:picChg chg="add mod">
          <ac:chgData name="Ben C L FUNG" userId="2bc1a8d8-82cc-46fb-a66a-21e3967849fb" providerId="ADAL" clId="{45106992-ACC4-415E-A83B-5F9C9C679F62}" dt="2023-01-11T15:31:30.911" v="620" actId="1076"/>
          <ac:picMkLst>
            <pc:docMk/>
            <pc:sldMk cId="1637506441" sldId="267"/>
            <ac:picMk id="7" creationId="{EBE167C6-60EE-23C0-7B2A-051EB98B4E2A}"/>
          </ac:picMkLst>
        </pc:picChg>
      </pc:sldChg>
      <pc:sldChg chg="addSp delSp modSp mod chgLayout">
        <pc:chgData name="Ben C L FUNG" userId="2bc1a8d8-82cc-46fb-a66a-21e3967849fb" providerId="ADAL" clId="{45106992-ACC4-415E-A83B-5F9C9C679F62}" dt="2023-01-11T15:45:37.983" v="718" actId="27636"/>
        <pc:sldMkLst>
          <pc:docMk/>
          <pc:sldMk cId="1718769407" sldId="268"/>
        </pc:sldMkLst>
        <pc:spChg chg="mod or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3" creationId="{ADC98934-D592-E576-5911-08474C8631AC}"/>
          </ac:spMkLst>
        </pc:spChg>
        <pc:spChg chg="add del mo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4" creationId="{30343D6B-A981-FA5D-E4EB-2611C3004D5B}"/>
          </ac:spMkLst>
        </pc:spChg>
        <pc:spChg chg="add del mo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5" creationId="{592B8D95-E862-56B5-44E1-843583BD8C89}"/>
          </ac:spMkLst>
        </pc:spChg>
        <pc:spChg chg="mod or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14338" creationId="{00000000-0000-0000-0000-000000000000}"/>
          </ac:spMkLst>
        </pc:spChg>
        <pc:spChg chg="mod ord">
          <ac:chgData name="Ben C L FUNG" userId="2bc1a8d8-82cc-46fb-a66a-21e3967849fb" providerId="ADAL" clId="{45106992-ACC4-415E-A83B-5F9C9C679F62}" dt="2023-01-11T15:45:37.983" v="718" actId="27636"/>
          <ac:spMkLst>
            <pc:docMk/>
            <pc:sldMk cId="1718769407" sldId="268"/>
            <ac:spMk id="14339" creationId="{00000000-0000-0000-0000-000000000000}"/>
          </ac:spMkLst>
        </pc:spChg>
      </pc:sldChg>
      <pc:sldChg chg="del">
        <pc:chgData name="Ben C L FUNG" userId="2bc1a8d8-82cc-46fb-a66a-21e3967849fb" providerId="ADAL" clId="{45106992-ACC4-415E-A83B-5F9C9C679F62}" dt="2023-01-11T15:40:49.263" v="705" actId="47"/>
        <pc:sldMkLst>
          <pc:docMk/>
          <pc:sldMk cId="713054870" sldId="273"/>
        </pc:sldMkLst>
      </pc:sldChg>
      <pc:sldChg chg="modSp mod">
        <pc:chgData name="Ben C L FUNG" userId="2bc1a8d8-82cc-46fb-a66a-21e3967849fb" providerId="ADAL" clId="{45106992-ACC4-415E-A83B-5F9C9C679F62}" dt="2023-01-11T15:56:06.938" v="992" actId="15"/>
        <pc:sldMkLst>
          <pc:docMk/>
          <pc:sldMk cId="306365697" sldId="274"/>
        </pc:sldMkLst>
        <pc:spChg chg="mod">
          <ac:chgData name="Ben C L FUNG" userId="2bc1a8d8-82cc-46fb-a66a-21e3967849fb" providerId="ADAL" clId="{45106992-ACC4-415E-A83B-5F9C9C679F62}" dt="2023-01-11T15:56:06.938" v="992" actId="15"/>
          <ac:spMkLst>
            <pc:docMk/>
            <pc:sldMk cId="306365697" sldId="274"/>
            <ac:spMk id="20483" creationId="{00000000-0000-0000-0000-000000000000}"/>
          </ac:spMkLst>
        </pc:spChg>
      </pc:sldChg>
      <pc:sldChg chg="del">
        <pc:chgData name="Ben C L FUNG" userId="2bc1a8d8-82cc-46fb-a66a-21e3967849fb" providerId="ADAL" clId="{45106992-ACC4-415E-A83B-5F9C9C679F62}" dt="2023-01-11T15:56:49.729" v="993" actId="47"/>
        <pc:sldMkLst>
          <pc:docMk/>
          <pc:sldMk cId="754000279" sldId="283"/>
        </pc:sldMkLst>
      </pc:sldChg>
      <pc:sldChg chg="del">
        <pc:chgData name="Ben C L FUNG" userId="2bc1a8d8-82cc-46fb-a66a-21e3967849fb" providerId="ADAL" clId="{45106992-ACC4-415E-A83B-5F9C9C679F62}" dt="2023-01-11T15:56:54.470" v="994" actId="47"/>
        <pc:sldMkLst>
          <pc:docMk/>
          <pc:sldMk cId="3736641154" sldId="284"/>
        </pc:sldMkLst>
      </pc:sldChg>
      <pc:sldChg chg="del">
        <pc:chgData name="Ben C L FUNG" userId="2bc1a8d8-82cc-46fb-a66a-21e3967849fb" providerId="ADAL" clId="{45106992-ACC4-415E-A83B-5F9C9C679F62}" dt="2023-01-11T15:57:10.544" v="995" actId="47"/>
        <pc:sldMkLst>
          <pc:docMk/>
          <pc:sldMk cId="2700703359" sldId="286"/>
        </pc:sldMkLst>
      </pc:sldChg>
      <pc:sldChg chg="del">
        <pc:chgData name="Ben C L FUNG" userId="2bc1a8d8-82cc-46fb-a66a-21e3967849fb" providerId="ADAL" clId="{45106992-ACC4-415E-A83B-5F9C9C679F62}" dt="2023-01-11T15:43:55.905" v="706" actId="47"/>
        <pc:sldMkLst>
          <pc:docMk/>
          <pc:sldMk cId="365395761" sldId="295"/>
        </pc:sldMkLst>
      </pc:sldChg>
      <pc:sldChg chg="delSp del">
        <pc:chgData name="Ben C L FUNG" userId="2bc1a8d8-82cc-46fb-a66a-21e3967849fb" providerId="ADAL" clId="{45106992-ACC4-415E-A83B-5F9C9C679F62}" dt="2023-01-11T15:31:35.946" v="621" actId="47"/>
        <pc:sldMkLst>
          <pc:docMk/>
          <pc:sldMk cId="3895453819" sldId="314"/>
        </pc:sldMkLst>
        <pc:picChg chg="del">
          <ac:chgData name="Ben C L FUNG" userId="2bc1a8d8-82cc-46fb-a66a-21e3967849fb" providerId="ADAL" clId="{45106992-ACC4-415E-A83B-5F9C9C679F62}" dt="2023-01-11T15:31:02.594" v="610" actId="21"/>
          <ac:picMkLst>
            <pc:docMk/>
            <pc:sldMk cId="3895453819" sldId="314"/>
            <ac:picMk id="5" creationId="{00000000-0000-0000-0000-000000000000}"/>
          </ac:picMkLst>
        </pc:picChg>
      </pc:sldChg>
      <pc:sldChg chg="modSp mod">
        <pc:chgData name="Ben C L FUNG" userId="2bc1a8d8-82cc-46fb-a66a-21e3967849fb" providerId="ADAL" clId="{45106992-ACC4-415E-A83B-5F9C9C679F62}" dt="2023-01-11T15:19:02.618" v="287" actId="20577"/>
        <pc:sldMkLst>
          <pc:docMk/>
          <pc:sldMk cId="1284218118" sldId="322"/>
        </pc:sldMkLst>
        <pc:spChg chg="mod">
          <ac:chgData name="Ben C L FUNG" userId="2bc1a8d8-82cc-46fb-a66a-21e3967849fb" providerId="ADAL" clId="{45106992-ACC4-415E-A83B-5F9C9C679F62}" dt="2023-01-11T15:19:02.618" v="287" actId="20577"/>
          <ac:spMkLst>
            <pc:docMk/>
            <pc:sldMk cId="1284218118" sldId="322"/>
            <ac:spMk id="49154" creationId="{00000000-0000-0000-0000-000000000000}"/>
          </ac:spMkLst>
        </pc:spChg>
      </pc:sldChg>
      <pc:sldChg chg="addSp delSp modSp mod">
        <pc:chgData name="Ben C L FUNG" userId="2bc1a8d8-82cc-46fb-a66a-21e3967849fb" providerId="ADAL" clId="{45106992-ACC4-415E-A83B-5F9C9C679F62}" dt="2023-01-11T15:19:29.679" v="290" actId="27636"/>
        <pc:sldMkLst>
          <pc:docMk/>
          <pc:sldMk cId="1889622294" sldId="324"/>
        </pc:sldMkLst>
        <pc:spChg chg="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3" creationId="{57B87F30-BE17-D9D2-DB11-523F91859C3B}"/>
          </ac:spMkLst>
        </pc:spChg>
        <pc:spChg chg="add del 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4" creationId="{C712D9F6-4E94-BF65-90E0-1D71D55AC77C}"/>
          </ac:spMkLst>
        </pc:spChg>
        <pc:spChg chg="add del 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5" creationId="{9A991B21-CC6A-3088-C0D2-D5B977C781AC}"/>
          </ac:spMkLst>
        </pc:spChg>
        <pc:spChg chg="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54274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19:29.679" v="290" actId="27636"/>
          <ac:spMkLst>
            <pc:docMk/>
            <pc:sldMk cId="1889622294" sldId="324"/>
            <ac:spMk id="54275" creationId="{00000000-0000-0000-0000-000000000000}"/>
          </ac:spMkLst>
        </pc:spChg>
      </pc:sldChg>
      <pc:sldChg chg="modSp mod">
        <pc:chgData name="Ben C L FUNG" userId="2bc1a8d8-82cc-46fb-a66a-21e3967849fb" providerId="ADAL" clId="{45106992-ACC4-415E-A83B-5F9C9C679F62}" dt="2023-01-11T15:25:53.609" v="532" actId="20577"/>
        <pc:sldMkLst>
          <pc:docMk/>
          <pc:sldMk cId="2215091214" sldId="325"/>
        </pc:sldMkLst>
        <pc:spChg chg="mod">
          <ac:chgData name="Ben C L FUNG" userId="2bc1a8d8-82cc-46fb-a66a-21e3967849fb" providerId="ADAL" clId="{45106992-ACC4-415E-A83B-5F9C9C679F62}" dt="2023-01-11T15:20:52.503" v="322" actId="20577"/>
          <ac:spMkLst>
            <pc:docMk/>
            <pc:sldMk cId="2215091214" sldId="325"/>
            <ac:spMk id="55298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5:53.609" v="532" actId="20577"/>
          <ac:spMkLst>
            <pc:docMk/>
            <pc:sldMk cId="2215091214" sldId="325"/>
            <ac:spMk id="55299" creationId="{00000000-0000-0000-0000-000000000000}"/>
          </ac:spMkLst>
        </pc:spChg>
      </pc:sldChg>
      <pc:sldChg chg="modSp mod">
        <pc:chgData name="Ben C L FUNG" userId="2bc1a8d8-82cc-46fb-a66a-21e3967849fb" providerId="ADAL" clId="{45106992-ACC4-415E-A83B-5F9C9C679F62}" dt="2023-01-11T15:25:36.450" v="511" actId="6549"/>
        <pc:sldMkLst>
          <pc:docMk/>
          <pc:sldMk cId="3021325755" sldId="326"/>
        </pc:sldMkLst>
        <pc:spChg chg="mod">
          <ac:chgData name="Ben C L FUNG" userId="2bc1a8d8-82cc-46fb-a66a-21e3967849fb" providerId="ADAL" clId="{45106992-ACC4-415E-A83B-5F9C9C679F62}" dt="2023-01-11T15:25:36.450" v="511" actId="6549"/>
          <ac:spMkLst>
            <pc:docMk/>
            <pc:sldMk cId="3021325755" sldId="326"/>
            <ac:spMk id="56322" creationId="{00000000-0000-0000-0000-000000000000}"/>
          </ac:spMkLst>
        </pc:spChg>
        <pc:picChg chg="mod">
          <ac:chgData name="Ben C L FUNG" userId="2bc1a8d8-82cc-46fb-a66a-21e3967849fb" providerId="ADAL" clId="{45106992-ACC4-415E-A83B-5F9C9C679F62}" dt="2023-01-11T15:23:22.942" v="415" actId="1076"/>
          <ac:picMkLst>
            <pc:docMk/>
            <pc:sldMk cId="3021325755" sldId="326"/>
            <ac:picMk id="56323" creationId="{00000000-0000-0000-0000-000000000000}"/>
          </ac:picMkLst>
        </pc:picChg>
      </pc:sldChg>
      <pc:sldChg chg="addSp delSp modSp mod">
        <pc:chgData name="Ben C L FUNG" userId="2bc1a8d8-82cc-46fb-a66a-21e3967849fb" providerId="ADAL" clId="{45106992-ACC4-415E-A83B-5F9C9C679F62}" dt="2023-01-11T15:26:39.735" v="541" actId="27636"/>
        <pc:sldMkLst>
          <pc:docMk/>
          <pc:sldMk cId="2965464839" sldId="327"/>
        </pc:sldMkLst>
        <pc:spChg chg="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3" creationId="{9EC47E09-8815-0C41-B823-CE5742A4CF5B}"/>
          </ac:spMkLst>
        </pc:spChg>
        <pc:spChg chg="add del 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4" creationId="{8A99F045-4B30-71ED-E32F-437F0CE31D6D}"/>
          </ac:spMkLst>
        </pc:spChg>
        <pc:spChg chg="add del 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5" creationId="{FC9AA866-56B7-CEC9-1C8A-198F0ED20724}"/>
          </ac:spMkLst>
        </pc:spChg>
        <pc:spChg chg="mod">
          <ac:chgData name="Ben C L FUNG" userId="2bc1a8d8-82cc-46fb-a66a-21e3967849fb" providerId="ADAL" clId="{45106992-ACC4-415E-A83B-5F9C9C679F62}" dt="2023-01-11T15:25:27.549" v="510" actId="27636"/>
          <ac:spMkLst>
            <pc:docMk/>
            <pc:sldMk cId="2965464839" sldId="327"/>
            <ac:spMk id="57346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6:39.735" v="541" actId="27636"/>
          <ac:spMkLst>
            <pc:docMk/>
            <pc:sldMk cId="2965464839" sldId="327"/>
            <ac:spMk id="57347" creationId="{00000000-0000-0000-0000-000000000000}"/>
          </ac:spMkLst>
        </pc:spChg>
      </pc:sldChg>
      <pc:sldChg chg="addSp delSp modSp mod">
        <pc:chgData name="Ben C L FUNG" userId="2bc1a8d8-82cc-46fb-a66a-21e3967849fb" providerId="ADAL" clId="{45106992-ACC4-415E-A83B-5F9C9C679F62}" dt="2023-01-11T15:27:50.208" v="586" actId="15"/>
        <pc:sldMkLst>
          <pc:docMk/>
          <pc:sldMk cId="3160846026" sldId="328"/>
        </pc:sldMkLst>
        <pc:spChg chg="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3" creationId="{E5FB6687-9323-E6F5-B588-A237D23AD500}"/>
          </ac:spMkLst>
        </pc:spChg>
        <pc:spChg chg="add del 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4" creationId="{77A1C16F-3716-D474-3A16-4A568A3852FE}"/>
          </ac:spMkLst>
        </pc:spChg>
        <pc:spChg chg="add del 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5" creationId="{7D590D5C-EF99-6840-A5AA-AFB58F48415F}"/>
          </ac:spMkLst>
        </pc:spChg>
        <pc:spChg chg="mod">
          <ac:chgData name="Ben C L FUNG" userId="2bc1a8d8-82cc-46fb-a66a-21e3967849fb" providerId="ADAL" clId="{45106992-ACC4-415E-A83B-5F9C9C679F62}" dt="2023-01-11T15:27:11.993" v="558" actId="20577"/>
          <ac:spMkLst>
            <pc:docMk/>
            <pc:sldMk cId="3160846026" sldId="328"/>
            <ac:spMk id="58370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7:50.208" v="586" actId="15"/>
          <ac:spMkLst>
            <pc:docMk/>
            <pc:sldMk cId="3160846026" sldId="328"/>
            <ac:spMk id="58371" creationId="{00000000-0000-0000-0000-000000000000}"/>
          </ac:spMkLst>
        </pc:spChg>
      </pc:sldChg>
      <pc:sldChg chg="delSp modSp mod">
        <pc:chgData name="Ben C L FUNG" userId="2bc1a8d8-82cc-46fb-a66a-21e3967849fb" providerId="ADAL" clId="{45106992-ACC4-415E-A83B-5F9C9C679F62}" dt="2023-01-11T15:28:08.950" v="589" actId="1076"/>
        <pc:sldMkLst>
          <pc:docMk/>
          <pc:sldMk cId="159348982" sldId="329"/>
        </pc:sldMkLst>
        <pc:spChg chg="del">
          <ac:chgData name="Ben C L FUNG" userId="2bc1a8d8-82cc-46fb-a66a-21e3967849fb" providerId="ADAL" clId="{45106992-ACC4-415E-A83B-5F9C9C679F62}" dt="2023-01-11T15:28:05.935" v="588" actId="478"/>
          <ac:spMkLst>
            <pc:docMk/>
            <pc:sldMk cId="159348982" sldId="329"/>
            <ac:spMk id="3" creationId="{00000000-0000-0000-0000-000000000000}"/>
          </ac:spMkLst>
        </pc:spChg>
        <pc:picChg chg="mod">
          <ac:chgData name="Ben C L FUNG" userId="2bc1a8d8-82cc-46fb-a66a-21e3967849fb" providerId="ADAL" clId="{45106992-ACC4-415E-A83B-5F9C9C679F62}" dt="2023-01-11T15:28:08.950" v="589" actId="1076"/>
          <ac:picMkLst>
            <pc:docMk/>
            <pc:sldMk cId="159348982" sldId="329"/>
            <ac:picMk id="5" creationId="{00000000-0000-0000-0000-000000000000}"/>
          </ac:picMkLst>
        </pc:picChg>
      </pc:sldChg>
      <pc:sldChg chg="addSp delSp modSp mod">
        <pc:chgData name="Ben C L FUNG" userId="2bc1a8d8-82cc-46fb-a66a-21e3967849fb" providerId="ADAL" clId="{45106992-ACC4-415E-A83B-5F9C9C679F62}" dt="2023-01-11T15:28:16.619" v="591" actId="27636"/>
        <pc:sldMkLst>
          <pc:docMk/>
          <pc:sldMk cId="2007442616" sldId="331"/>
        </pc:sldMkLst>
        <pc:spChg chg="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2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8:16.619" v="591" actId="27636"/>
          <ac:spMkLst>
            <pc:docMk/>
            <pc:sldMk cId="2007442616" sldId="331"/>
            <ac:spMk id="3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4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5" creationId="{4A69B924-3F30-3C76-814A-6BBFEB6CAC1C}"/>
          </ac:spMkLst>
        </pc:spChg>
        <pc:spChg chg="add del 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6" creationId="{9B7E6D78-A98E-0F0E-605B-C7F181D850B7}"/>
          </ac:spMkLst>
        </pc:spChg>
        <pc:spChg chg="add del 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7" creationId="{FDEDAF8F-2B6C-AF49-B51E-038E9B37323B}"/>
          </ac:spMkLst>
        </pc:spChg>
      </pc:sldChg>
      <pc:sldChg chg="modSp mod">
        <pc:chgData name="Ben C L FUNG" userId="2bc1a8d8-82cc-46fb-a66a-21e3967849fb" providerId="ADAL" clId="{45106992-ACC4-415E-A83B-5F9C9C679F62}" dt="2023-01-11T15:13:59.454" v="74" actId="15"/>
        <pc:sldMkLst>
          <pc:docMk/>
          <pc:sldMk cId="1197716553" sldId="334"/>
        </pc:sldMkLst>
        <pc:spChg chg="mod">
          <ac:chgData name="Ben C L FUNG" userId="2bc1a8d8-82cc-46fb-a66a-21e3967849fb" providerId="ADAL" clId="{45106992-ACC4-415E-A83B-5F9C9C679F62}" dt="2023-01-11T15:13:59.454" v="74" actId="15"/>
          <ac:spMkLst>
            <pc:docMk/>
            <pc:sldMk cId="1197716553" sldId="334"/>
            <ac:spMk id="9219" creationId="{00000000-0000-0000-0000-000000000000}"/>
          </ac:spMkLst>
        </pc:spChg>
      </pc:sldChg>
      <pc:sldChg chg="modSp mod">
        <pc:chgData name="Ben C L FUNG" userId="2bc1a8d8-82cc-46fb-a66a-21e3967849fb" providerId="ADAL" clId="{45106992-ACC4-415E-A83B-5F9C9C679F62}" dt="2023-01-11T15:15:23.386" v="110" actId="5793"/>
        <pc:sldMkLst>
          <pc:docMk/>
          <pc:sldMk cId="1923947471" sldId="336"/>
        </pc:sldMkLst>
        <pc:spChg chg="mod">
          <ac:chgData name="Ben C L FUNG" userId="2bc1a8d8-82cc-46fb-a66a-21e3967849fb" providerId="ADAL" clId="{45106992-ACC4-415E-A83B-5F9C9C679F62}" dt="2023-01-11T15:15:23.386" v="110" actId="5793"/>
          <ac:spMkLst>
            <pc:docMk/>
            <pc:sldMk cId="1923947471" sldId="336"/>
            <ac:spMk id="11267" creationId="{00000000-0000-0000-0000-000000000000}"/>
          </ac:spMkLst>
        </pc:spChg>
      </pc:sldChg>
      <pc:sldChg chg="del">
        <pc:chgData name="Ben C L FUNG" userId="2bc1a8d8-82cc-46fb-a66a-21e3967849fb" providerId="ADAL" clId="{45106992-ACC4-415E-A83B-5F9C9C679F62}" dt="2023-01-11T15:44:09.028" v="707" actId="47"/>
        <pc:sldMkLst>
          <pc:docMk/>
          <pc:sldMk cId="448511932" sldId="337"/>
        </pc:sldMkLst>
      </pc:sldChg>
      <pc:sldChg chg="addSp delSp modSp new mod">
        <pc:chgData name="Ben C L FUNG" userId="2bc1a8d8-82cc-46fb-a66a-21e3967849fb" providerId="ADAL" clId="{45106992-ACC4-415E-A83B-5F9C9C679F62}" dt="2023-01-11T15:20:21.424" v="309" actId="20577"/>
        <pc:sldMkLst>
          <pc:docMk/>
          <pc:sldMk cId="3806349047" sldId="338"/>
        </pc:sldMkLst>
        <pc:spChg chg="mod">
          <ac:chgData name="Ben C L FUNG" userId="2bc1a8d8-82cc-46fb-a66a-21e3967849fb" providerId="ADAL" clId="{45106992-ACC4-415E-A83B-5F9C9C679F62}" dt="2023-01-11T15:20:21.424" v="309" actId="20577"/>
          <ac:spMkLst>
            <pc:docMk/>
            <pc:sldMk cId="3806349047" sldId="338"/>
            <ac:spMk id="2" creationId="{6AA805CA-A432-3D99-E5EB-2E832482CA56}"/>
          </ac:spMkLst>
        </pc:spChg>
        <pc:spChg chg="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3" creationId="{002E0650-6576-BF38-2201-5BD6DD8897DC}"/>
          </ac:spMkLst>
        </pc:spChg>
        <pc:spChg chg="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4" creationId="{969BB858-7CCA-5E4B-8EA9-80CCDF3EA051}"/>
          </ac:spMkLst>
        </pc:spChg>
        <pc:spChg chg="add del 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5" creationId="{19020F7F-3434-527A-750F-B74C73612D48}"/>
          </ac:spMkLst>
        </pc:spChg>
        <pc:spChg chg="add del 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6" creationId="{593F3F55-7C31-595B-A87F-0EF8E8278A4D}"/>
          </ac:spMkLst>
        </pc:spChg>
        <pc:spChg chg="add del 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7" creationId="{BF277EB9-09E6-F0E7-3010-818A069FF4C6}"/>
          </ac:spMkLst>
        </pc:spChg>
      </pc:sldChg>
      <pc:sldChg chg="addSp delSp modSp new mod modClrScheme chgLayout">
        <pc:chgData name="Ben C L FUNG" userId="2bc1a8d8-82cc-46fb-a66a-21e3967849fb" providerId="ADAL" clId="{45106992-ACC4-415E-A83B-5F9C9C679F62}" dt="2023-01-11T15:24:02.649" v="462" actId="20577"/>
        <pc:sldMkLst>
          <pc:docMk/>
          <pc:sldMk cId="618705715" sldId="339"/>
        </pc:sldMkLst>
        <pc:spChg chg="del mod ord">
          <ac:chgData name="Ben C L FUNG" userId="2bc1a8d8-82cc-46fb-a66a-21e3967849fb" providerId="ADAL" clId="{45106992-ACC4-415E-A83B-5F9C9C679F62}" dt="2023-01-11T15:17:07.651" v="132" actId="700"/>
          <ac:spMkLst>
            <pc:docMk/>
            <pc:sldMk cId="618705715" sldId="339"/>
            <ac:spMk id="2" creationId="{88CC13F9-7C94-2413-F4A1-D13B5C24074F}"/>
          </ac:spMkLst>
        </pc:spChg>
        <pc:spChg chg="del mod ord">
          <ac:chgData name="Ben C L FUNG" userId="2bc1a8d8-82cc-46fb-a66a-21e3967849fb" providerId="ADAL" clId="{45106992-ACC4-415E-A83B-5F9C9C679F62}" dt="2023-01-11T15:17:07.651" v="132" actId="700"/>
          <ac:spMkLst>
            <pc:docMk/>
            <pc:sldMk cId="618705715" sldId="339"/>
            <ac:spMk id="3" creationId="{61E36038-99C6-D519-8783-A8757299568B}"/>
          </ac:spMkLst>
        </pc:spChg>
        <pc:spChg chg="mod ord">
          <ac:chgData name="Ben C L FUNG" userId="2bc1a8d8-82cc-46fb-a66a-21e3967849fb" providerId="ADAL" clId="{45106992-ACC4-415E-A83B-5F9C9C679F62}" dt="2023-01-11T15:17:07.651" v="132" actId="700"/>
          <ac:spMkLst>
            <pc:docMk/>
            <pc:sldMk cId="618705715" sldId="339"/>
            <ac:spMk id="4" creationId="{B76BA5D4-33F3-5D46-A76F-B714F334E9D6}"/>
          </ac:spMkLst>
        </pc:spChg>
        <pc:spChg chg="add mod ord">
          <ac:chgData name="Ben C L FUNG" userId="2bc1a8d8-82cc-46fb-a66a-21e3967849fb" providerId="ADAL" clId="{45106992-ACC4-415E-A83B-5F9C9C679F62}" dt="2023-01-11T15:17:21.326" v="176" actId="20577"/>
          <ac:spMkLst>
            <pc:docMk/>
            <pc:sldMk cId="618705715" sldId="339"/>
            <ac:spMk id="5" creationId="{EB77FEC7-63CF-4204-CCDC-E6B85AD2D831}"/>
          </ac:spMkLst>
        </pc:spChg>
        <pc:spChg chg="add mod ord">
          <ac:chgData name="Ben C L FUNG" userId="2bc1a8d8-82cc-46fb-a66a-21e3967849fb" providerId="ADAL" clId="{45106992-ACC4-415E-A83B-5F9C9C679F62}" dt="2023-01-11T15:24:02.649" v="462" actId="20577"/>
          <ac:spMkLst>
            <pc:docMk/>
            <pc:sldMk cId="618705715" sldId="339"/>
            <ac:spMk id="6" creationId="{AA3969DF-8A53-07C4-3CD7-DC1ED88FE82A}"/>
          </ac:spMkLst>
        </pc:spChg>
      </pc:sldChg>
      <pc:sldChg chg="addSp delSp modSp new mod">
        <pc:chgData name="Ben C L FUNG" userId="2bc1a8d8-82cc-46fb-a66a-21e3967849fb" providerId="ADAL" clId="{45106992-ACC4-415E-A83B-5F9C9C679F62}" dt="2023-01-11T15:25:19.576" v="505" actId="27636"/>
        <pc:sldMkLst>
          <pc:docMk/>
          <pc:sldMk cId="3719621672" sldId="340"/>
        </pc:sldMkLst>
        <pc:spChg chg="mod">
          <ac:chgData name="Ben C L FUNG" userId="2bc1a8d8-82cc-46fb-a66a-21e3967849fb" providerId="ADAL" clId="{45106992-ACC4-415E-A83B-5F9C9C679F62}" dt="2023-01-11T15:25:19.576" v="505" actId="27636"/>
          <ac:spMkLst>
            <pc:docMk/>
            <pc:sldMk cId="3719621672" sldId="340"/>
            <ac:spMk id="2" creationId="{FC444DE1-E327-AD45-021E-24B199F4B20B}"/>
          </ac:spMkLst>
        </pc:spChg>
        <pc:spChg chg="mod">
          <ac:chgData name="Ben C L FUNG" userId="2bc1a8d8-82cc-46fb-a66a-21e3967849fb" providerId="ADAL" clId="{45106992-ACC4-415E-A83B-5F9C9C679F62}" dt="2023-01-11T15:25:19.575" v="504" actId="27636"/>
          <ac:spMkLst>
            <pc:docMk/>
            <pc:sldMk cId="3719621672" sldId="340"/>
            <ac:spMk id="3" creationId="{9EBE1EBA-4597-A869-26D1-315CF90E0906}"/>
          </ac:spMkLst>
        </pc:spChg>
        <pc:spChg chg="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4" creationId="{874BA634-5691-EC60-C7E7-DDC3BD2AB620}"/>
          </ac:spMkLst>
        </pc:spChg>
        <pc:spChg chg="add del 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5" creationId="{260090F0-E981-7B5E-5601-81793D2E7639}"/>
          </ac:spMkLst>
        </pc:spChg>
        <pc:spChg chg="add del 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6" creationId="{D311EA0C-4E29-C44C-2C86-713B1B177121}"/>
          </ac:spMkLst>
        </pc:spChg>
        <pc:spChg chg="add del 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7" creationId="{706D9E52-1C75-E322-7766-3BA516773E0E}"/>
          </ac:spMkLst>
        </pc:spChg>
      </pc:sldChg>
      <pc:sldChg chg="addSp delSp modSp new mod modClrScheme chgLayout">
        <pc:chgData name="Ben C L FUNG" userId="2bc1a8d8-82cc-46fb-a66a-21e3967849fb" providerId="ADAL" clId="{45106992-ACC4-415E-A83B-5F9C9C679F62}" dt="2023-01-11T15:39:57.097" v="704" actId="20577"/>
        <pc:sldMkLst>
          <pc:docMk/>
          <pc:sldMk cId="1244147216" sldId="341"/>
        </pc:sldMkLst>
        <pc:spChg chg="del">
          <ac:chgData name="Ben C L FUNG" userId="2bc1a8d8-82cc-46fb-a66a-21e3967849fb" providerId="ADAL" clId="{45106992-ACC4-415E-A83B-5F9C9C679F62}" dt="2023-01-11T15:38:20.759" v="659" actId="700"/>
          <ac:spMkLst>
            <pc:docMk/>
            <pc:sldMk cId="1244147216" sldId="341"/>
            <ac:spMk id="2" creationId="{0DC802F0-C4D4-F4EA-C553-E33FE4CA9DC6}"/>
          </ac:spMkLst>
        </pc:spChg>
        <pc:spChg chg="del">
          <ac:chgData name="Ben C L FUNG" userId="2bc1a8d8-82cc-46fb-a66a-21e3967849fb" providerId="ADAL" clId="{45106992-ACC4-415E-A83B-5F9C9C679F62}" dt="2023-01-11T15:38:20.759" v="659" actId="700"/>
          <ac:spMkLst>
            <pc:docMk/>
            <pc:sldMk cId="1244147216" sldId="341"/>
            <ac:spMk id="3" creationId="{E2CB800B-3976-9D72-EAA2-81A9E52D64E5}"/>
          </ac:spMkLst>
        </pc:spChg>
        <pc:spChg chg="mod ord">
          <ac:chgData name="Ben C L FUNG" userId="2bc1a8d8-82cc-46fb-a66a-21e3967849fb" providerId="ADAL" clId="{45106992-ACC4-415E-A83B-5F9C9C679F62}" dt="2023-01-11T15:38:26.932" v="660" actId="700"/>
          <ac:spMkLst>
            <pc:docMk/>
            <pc:sldMk cId="1244147216" sldId="341"/>
            <ac:spMk id="4" creationId="{95308450-EDA9-F74D-F536-28FDB9D907C1}"/>
          </ac:spMkLst>
        </pc:spChg>
        <pc:spChg chg="add del mod ord">
          <ac:chgData name="Ben C L FUNG" userId="2bc1a8d8-82cc-46fb-a66a-21e3967849fb" providerId="ADAL" clId="{45106992-ACC4-415E-A83B-5F9C9C679F62}" dt="2023-01-11T15:38:26.932" v="660" actId="700"/>
          <ac:spMkLst>
            <pc:docMk/>
            <pc:sldMk cId="1244147216" sldId="341"/>
            <ac:spMk id="5" creationId="{BFE50D46-0207-2287-E24F-44369D44F382}"/>
          </ac:spMkLst>
        </pc:spChg>
        <pc:spChg chg="add del mod ord">
          <ac:chgData name="Ben C L FUNG" userId="2bc1a8d8-82cc-46fb-a66a-21e3967849fb" providerId="ADAL" clId="{45106992-ACC4-415E-A83B-5F9C9C679F62}" dt="2023-01-11T15:38:26.932" v="660" actId="700"/>
          <ac:spMkLst>
            <pc:docMk/>
            <pc:sldMk cId="1244147216" sldId="341"/>
            <ac:spMk id="6" creationId="{0460BB01-C905-0F3F-C7C4-52939ACA0A95}"/>
          </ac:spMkLst>
        </pc:spChg>
        <pc:spChg chg="add mod ord">
          <ac:chgData name="Ben C L FUNG" userId="2bc1a8d8-82cc-46fb-a66a-21e3967849fb" providerId="ADAL" clId="{45106992-ACC4-415E-A83B-5F9C9C679F62}" dt="2023-01-11T15:39:46.313" v="695" actId="20577"/>
          <ac:spMkLst>
            <pc:docMk/>
            <pc:sldMk cId="1244147216" sldId="341"/>
            <ac:spMk id="7" creationId="{EC85EE5A-156F-D06E-3E9D-93E4EEF28E0F}"/>
          </ac:spMkLst>
        </pc:spChg>
        <pc:spChg chg="add mod ord">
          <ac:chgData name="Ben C L FUNG" userId="2bc1a8d8-82cc-46fb-a66a-21e3967849fb" providerId="ADAL" clId="{45106992-ACC4-415E-A83B-5F9C9C679F62}" dt="2023-01-11T15:39:57.097" v="704" actId="20577"/>
          <ac:spMkLst>
            <pc:docMk/>
            <pc:sldMk cId="1244147216" sldId="341"/>
            <ac:spMk id="8" creationId="{02A4E731-772F-4711-27D4-4C98CF87BC7C}"/>
          </ac:spMkLst>
        </pc:spChg>
      </pc:sldChg>
      <pc:sldChg chg="addSp delSp modSp new mod">
        <pc:chgData name="Ben C L FUNG" userId="2bc1a8d8-82cc-46fb-a66a-21e3967849fb" providerId="ADAL" clId="{45106992-ACC4-415E-A83B-5F9C9C679F62}" dt="2023-01-11T15:52:40.665" v="877" actId="1076"/>
        <pc:sldMkLst>
          <pc:docMk/>
          <pc:sldMk cId="1388413500" sldId="342"/>
        </pc:sldMkLst>
        <pc:spChg chg="mod">
          <ac:chgData name="Ben C L FUNG" userId="2bc1a8d8-82cc-46fb-a66a-21e3967849fb" providerId="ADAL" clId="{45106992-ACC4-415E-A83B-5F9C9C679F62}" dt="2023-01-11T15:46:31.713" v="754" actId="20577"/>
          <ac:spMkLst>
            <pc:docMk/>
            <pc:sldMk cId="1388413500" sldId="342"/>
            <ac:spMk id="2" creationId="{2FC5416E-949D-B5BE-7DA9-1949B6BBE2F1}"/>
          </ac:spMkLst>
        </pc:spChg>
        <pc:spChg chg="del mod">
          <ac:chgData name="Ben C L FUNG" userId="2bc1a8d8-82cc-46fb-a66a-21e3967849fb" providerId="ADAL" clId="{45106992-ACC4-415E-A83B-5F9C9C679F62}" dt="2023-01-11T15:47:57.189" v="765" actId="478"/>
          <ac:spMkLst>
            <pc:docMk/>
            <pc:sldMk cId="1388413500" sldId="342"/>
            <ac:spMk id="3" creationId="{B48BB87B-71B8-2A70-DEFE-EF77D10F4C15}"/>
          </ac:spMkLst>
        </pc:spChg>
        <pc:spChg chg="add del mod">
          <ac:chgData name="Ben C L FUNG" userId="2bc1a8d8-82cc-46fb-a66a-21e3967849fb" providerId="ADAL" clId="{45106992-ACC4-415E-A83B-5F9C9C679F62}" dt="2023-01-11T15:50:33.257" v="830" actId="478"/>
          <ac:spMkLst>
            <pc:docMk/>
            <pc:sldMk cId="1388413500" sldId="342"/>
            <ac:spMk id="5" creationId="{55CD0722-12D7-4274-88D6-B358FBDCF184}"/>
          </ac:spMkLst>
        </pc:spChg>
        <pc:spChg chg="add del mod">
          <ac:chgData name="Ben C L FUNG" userId="2bc1a8d8-82cc-46fb-a66a-21e3967849fb" providerId="ADAL" clId="{45106992-ACC4-415E-A83B-5F9C9C679F62}" dt="2023-01-11T15:47:59.035" v="766" actId="478"/>
          <ac:spMkLst>
            <pc:docMk/>
            <pc:sldMk cId="1388413500" sldId="342"/>
            <ac:spMk id="7" creationId="{D9CA93C2-AE51-CCF3-2233-A98D7700B9D9}"/>
          </ac:spMkLst>
        </pc:spChg>
        <pc:spChg chg="add del mod">
          <ac:chgData name="Ben C L FUNG" userId="2bc1a8d8-82cc-46fb-a66a-21e3967849fb" providerId="ADAL" clId="{45106992-ACC4-415E-A83B-5F9C9C679F62}" dt="2023-01-11T15:50:33.257" v="830" actId="478"/>
          <ac:spMkLst>
            <pc:docMk/>
            <pc:sldMk cId="1388413500" sldId="342"/>
            <ac:spMk id="8" creationId="{1A5F938D-FF74-2316-348E-2137A589C0C4}"/>
          </ac:spMkLst>
        </pc:spChg>
        <pc:spChg chg="add del mod">
          <ac:chgData name="Ben C L FUNG" userId="2bc1a8d8-82cc-46fb-a66a-21e3967849fb" providerId="ADAL" clId="{45106992-ACC4-415E-A83B-5F9C9C679F62}" dt="2023-01-11T15:50:33.257" v="830" actId="478"/>
          <ac:spMkLst>
            <pc:docMk/>
            <pc:sldMk cId="1388413500" sldId="342"/>
            <ac:spMk id="9" creationId="{385D6641-4104-D374-69A8-F49478E80839}"/>
          </ac:spMkLst>
        </pc:spChg>
        <pc:spChg chg="add mod">
          <ac:chgData name="Ben C L FUNG" userId="2bc1a8d8-82cc-46fb-a66a-21e3967849fb" providerId="ADAL" clId="{45106992-ACC4-415E-A83B-5F9C9C679F62}" dt="2023-01-11T15:50:38.257" v="831" actId="1076"/>
          <ac:spMkLst>
            <pc:docMk/>
            <pc:sldMk cId="1388413500" sldId="342"/>
            <ac:spMk id="10" creationId="{EEF9084F-66EE-BA7B-51F6-C2193664029E}"/>
          </ac:spMkLst>
        </pc:spChg>
        <pc:spChg chg="add mod">
          <ac:chgData name="Ben C L FUNG" userId="2bc1a8d8-82cc-46fb-a66a-21e3967849fb" providerId="ADAL" clId="{45106992-ACC4-415E-A83B-5F9C9C679F62}" dt="2023-01-11T15:52:35" v="876" actId="1076"/>
          <ac:spMkLst>
            <pc:docMk/>
            <pc:sldMk cId="1388413500" sldId="342"/>
            <ac:spMk id="11" creationId="{73611C45-3E33-995B-AB69-7F0F86E40502}"/>
          </ac:spMkLst>
        </pc:spChg>
        <pc:spChg chg="add mod">
          <ac:chgData name="Ben C L FUNG" userId="2bc1a8d8-82cc-46fb-a66a-21e3967849fb" providerId="ADAL" clId="{45106992-ACC4-415E-A83B-5F9C9C679F62}" dt="2023-01-11T15:52:40.665" v="877" actId="1076"/>
          <ac:spMkLst>
            <pc:docMk/>
            <pc:sldMk cId="1388413500" sldId="342"/>
            <ac:spMk id="12" creationId="{527F8F61-8FC3-AEE9-A76B-FD57E2565F18}"/>
          </ac:spMkLst>
        </pc:spChg>
        <pc:spChg chg="add mod">
          <ac:chgData name="Ben C L FUNG" userId="2bc1a8d8-82cc-46fb-a66a-21e3967849fb" providerId="ADAL" clId="{45106992-ACC4-415E-A83B-5F9C9C679F62}" dt="2023-01-11T15:50:38.257" v="831" actId="1076"/>
          <ac:spMkLst>
            <pc:docMk/>
            <pc:sldMk cId="1388413500" sldId="342"/>
            <ac:spMk id="13" creationId="{052B2AA9-9CA7-E7C0-4E43-7B548AE54CFC}"/>
          </ac:spMkLst>
        </pc:spChg>
        <pc:spChg chg="add mod">
          <ac:chgData name="Ben C L FUNG" userId="2bc1a8d8-82cc-46fb-a66a-21e3967849fb" providerId="ADAL" clId="{45106992-ACC4-415E-A83B-5F9C9C679F62}" dt="2023-01-11T15:52:25.603" v="874" actId="408"/>
          <ac:spMkLst>
            <pc:docMk/>
            <pc:sldMk cId="1388413500" sldId="342"/>
            <ac:spMk id="14" creationId="{75722DBC-3089-755F-0C7A-618E3040BA44}"/>
          </ac:spMkLst>
        </pc:spChg>
        <pc:spChg chg="add mod">
          <ac:chgData name="Ben C L FUNG" userId="2bc1a8d8-82cc-46fb-a66a-21e3967849fb" providerId="ADAL" clId="{45106992-ACC4-415E-A83B-5F9C9C679F62}" dt="2023-01-11T15:50:38.257" v="831" actId="1076"/>
          <ac:spMkLst>
            <pc:docMk/>
            <pc:sldMk cId="1388413500" sldId="342"/>
            <ac:spMk id="15" creationId="{58682B80-6A7D-2ED6-4594-8C363E154726}"/>
          </ac:spMkLst>
        </pc:spChg>
        <pc:spChg chg="add mod">
          <ac:chgData name="Ben C L FUNG" userId="2bc1a8d8-82cc-46fb-a66a-21e3967849fb" providerId="ADAL" clId="{45106992-ACC4-415E-A83B-5F9C9C679F62}" dt="2023-01-11T15:52:25.603" v="874" actId="408"/>
          <ac:spMkLst>
            <pc:docMk/>
            <pc:sldMk cId="1388413500" sldId="342"/>
            <ac:spMk id="16" creationId="{ED44CED4-D1B4-966A-F002-654F3A76EECD}"/>
          </ac:spMkLst>
        </pc:spChg>
        <pc:spChg chg="add mod">
          <ac:chgData name="Ben C L FUNG" userId="2bc1a8d8-82cc-46fb-a66a-21e3967849fb" providerId="ADAL" clId="{45106992-ACC4-415E-A83B-5F9C9C679F62}" dt="2023-01-11T15:51:19.725" v="854" actId="13822"/>
          <ac:spMkLst>
            <pc:docMk/>
            <pc:sldMk cId="1388413500" sldId="342"/>
            <ac:spMk id="17" creationId="{22E31066-3027-2F97-1190-5D22101C12DB}"/>
          </ac:spMkLst>
        </pc:spChg>
        <pc:spChg chg="add mod">
          <ac:chgData name="Ben C L FUNG" userId="2bc1a8d8-82cc-46fb-a66a-21e3967849fb" providerId="ADAL" clId="{45106992-ACC4-415E-A83B-5F9C9C679F62}" dt="2023-01-11T15:52:08.856" v="872" actId="1076"/>
          <ac:spMkLst>
            <pc:docMk/>
            <pc:sldMk cId="1388413500" sldId="342"/>
            <ac:spMk id="18" creationId="{CE8310E4-3C92-E901-6FBF-0F6C6F11929A}"/>
          </ac:spMkLst>
        </pc:spChg>
        <pc:spChg chg="add mod">
          <ac:chgData name="Ben C L FUNG" userId="2bc1a8d8-82cc-46fb-a66a-21e3967849fb" providerId="ADAL" clId="{45106992-ACC4-415E-A83B-5F9C9C679F62}" dt="2023-01-11T15:52:15.001" v="873" actId="1076"/>
          <ac:spMkLst>
            <pc:docMk/>
            <pc:sldMk cId="1388413500" sldId="342"/>
            <ac:spMk id="19" creationId="{6B6F8365-827C-8AF0-B551-8C7359C69CD8}"/>
          </ac:spMkLst>
        </pc:spChg>
        <pc:spChg chg="add mod">
          <ac:chgData name="Ben C L FUNG" userId="2bc1a8d8-82cc-46fb-a66a-21e3967849fb" providerId="ADAL" clId="{45106992-ACC4-415E-A83B-5F9C9C679F62}" dt="2023-01-11T15:52:04.635" v="871" actId="1076"/>
          <ac:spMkLst>
            <pc:docMk/>
            <pc:sldMk cId="1388413500" sldId="342"/>
            <ac:spMk id="20" creationId="{BEFF8DA6-559D-A642-1E44-654329BECC0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r>
              <a:rPr lang="en-US"/>
              <a:t>HDDS1104 - Topic 01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8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FAAD913-96EF-4EA9-ADDA-FE0DC9AF6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02133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r>
              <a:rPr lang="en-US"/>
              <a:t>HDDS1104 - Topic 01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06675" y="914400"/>
            <a:ext cx="4387850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520439"/>
            <a:ext cx="7680960" cy="2880361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B962BF7-79F0-4370-B9BD-36EED38D3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99656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5372" indent="-302066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08265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91571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74878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58184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41490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24796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08102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FFE4FB0-76ED-465E-B9F5-9BC6CD6DD3C0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281836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2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1760918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4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4153911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6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2377460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7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3380454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12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2360550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14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2428554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15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3882839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16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3416125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18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1552672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22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3733561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24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19686544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25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11054213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26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2190020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27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34443704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28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19314896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29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41349414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30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40101038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31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27311918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34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34711739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35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20734600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36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42380189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37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30547930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38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35260518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39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11600012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40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30761539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41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18733196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44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3663746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F76AEBA-66A3-4803-B820-49474CF24CB2}" type="datetime1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517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0056B-946B-4553-97F6-9EA805BA2D55}" type="datetime1">
              <a:rPr lang="en-US" smtClean="0"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406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6EEF-93F2-4665-A877-24C1D4049EEA}" type="datetime1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3636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4A37A-DFDB-40B9-BCD0-B0FF258FB080}" type="datetime1">
              <a:rPr lang="en-US" smtClean="0"/>
              <a:t>1/13/26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800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FA6D-57E4-44A0-A09A-B47E0D7E2DC5}" type="datetime1">
              <a:rPr lang="en-US" smtClean="0"/>
              <a:t>1/13/26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95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E7E70-854F-4FF6-B244-B9BD48551AF2}" type="datetime1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92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5919D-7947-4230-884A-F930F6BABE67}" type="datetime1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82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06B30-7B11-4397-87EE-092ECE0F358C}" type="datetime1">
              <a:rPr lang="en-US" smtClean="0"/>
              <a:t>1/13/26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190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7099-CB31-4B22-B1C7-FB6483E015B8}" type="datetime1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915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6B679-628E-4F6E-941E-F46AC657042E}" type="datetime1">
              <a:rPr lang="en-US" smtClean="0"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459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FBBC4-4C5E-49F3-B9CA-7979E385E86D}" type="datetime1">
              <a:rPr lang="en-US" smtClean="0"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235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E177A99C-A025-496E-B25A-09F61330A758}" type="datetime1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4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2037908-16EE-4428-8F70-7D05C8EAE2D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64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  <p:sldLayoutId id="2147483952" r:id="rId1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HDDS1104</a:t>
            </a:r>
            <a:br>
              <a:rPr lang="en-US" altLang="en-US"/>
            </a:br>
            <a:r>
              <a:rPr lang="en-US" altLang="en-US"/>
              <a:t>Operating Systems and Networking</a:t>
            </a:r>
            <a:endParaRPr lang="en-US" altLang="en-US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Topic 1 - Introduction to Operating Systems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74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Intended Learning Outcomes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Describe the functions of Operating System (OS)</a:t>
            </a:r>
          </a:p>
          <a:p>
            <a:r>
              <a:rPr lang="en-US" altLang="en-US" dirty="0"/>
              <a:t>Distinguish between different types of OS</a:t>
            </a:r>
          </a:p>
          <a:p>
            <a:r>
              <a:rPr lang="en-US" altLang="en-US"/>
              <a:t>Describe the structures of OS</a:t>
            </a:r>
            <a:endParaRPr lang="en-US" altLang="en-US" dirty="0"/>
          </a:p>
          <a:p>
            <a:r>
              <a:rPr lang="en-US" altLang="en-US" dirty="0"/>
              <a:t>Discuss the functions of kernel services and system calls</a:t>
            </a:r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19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Functionalities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1.1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731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What is an Operating System?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 program that acts as an intermediary between a user of a computer and the computer hardware</a:t>
            </a:r>
          </a:p>
          <a:p>
            <a:r>
              <a:rPr lang="en-US" altLang="en-US" dirty="0"/>
              <a:t>Operating system goals:</a:t>
            </a:r>
          </a:p>
          <a:p>
            <a:pPr lvl="1"/>
            <a:r>
              <a:rPr lang="en-US" altLang="en-US" dirty="0"/>
              <a:t>Execute user programs and make solving user problems easier</a:t>
            </a:r>
          </a:p>
          <a:p>
            <a:pPr lvl="1"/>
            <a:r>
              <a:rPr lang="en-US" altLang="en-US" dirty="0"/>
              <a:t>Make the computer system convenient to use</a:t>
            </a:r>
          </a:p>
          <a:p>
            <a:pPr lvl="1"/>
            <a:r>
              <a:rPr lang="en-US" altLang="en-US" dirty="0"/>
              <a:t>Use the computer hardware in an efficient manner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41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What Operating Systems Do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Users want convenience, </a:t>
            </a:r>
            <a:r>
              <a:rPr lang="en-US" altLang="en-US" b="1" dirty="0">
                <a:solidFill>
                  <a:srgbClr val="3366FF"/>
                </a:solidFill>
              </a:rPr>
              <a:t>ease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of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use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good performance </a:t>
            </a:r>
          </a:p>
          <a:p>
            <a:pPr lvl="1"/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care about </a:t>
            </a:r>
            <a:r>
              <a:rPr lang="en-US" altLang="ja-JP" b="1" dirty="0">
                <a:solidFill>
                  <a:srgbClr val="3366FF"/>
                </a:solidFill>
              </a:rPr>
              <a:t>resource</a:t>
            </a:r>
            <a:r>
              <a:rPr lang="en-US" altLang="ja-JP" dirty="0">
                <a:solidFill>
                  <a:srgbClr val="3366FF"/>
                </a:solidFill>
              </a:rPr>
              <a:t> </a:t>
            </a:r>
            <a:r>
              <a:rPr lang="en-US" altLang="ja-JP" b="1" dirty="0">
                <a:solidFill>
                  <a:srgbClr val="3366FF"/>
                </a:solidFill>
              </a:rPr>
              <a:t>utilization</a:t>
            </a:r>
          </a:p>
          <a:p>
            <a:r>
              <a:rPr lang="en-US" altLang="en-US" dirty="0"/>
              <a:t>But shared computer such as </a:t>
            </a:r>
            <a:r>
              <a:rPr lang="en-US" altLang="en-US" b="1" dirty="0">
                <a:solidFill>
                  <a:srgbClr val="3366FF"/>
                </a:solidFill>
              </a:rPr>
              <a:t>mainframe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3366FF"/>
                </a:solidFill>
              </a:rPr>
              <a:t>minicomputer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must keep all users happy</a:t>
            </a:r>
          </a:p>
          <a:p>
            <a:r>
              <a:rPr lang="en-US" altLang="en-US" dirty="0"/>
              <a:t>Users of dedicate systems such as </a:t>
            </a:r>
            <a:r>
              <a:rPr lang="en-US" altLang="en-US" b="1" dirty="0">
                <a:solidFill>
                  <a:srgbClr val="3366FF"/>
                </a:solidFill>
              </a:rPr>
              <a:t>workstations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dedicated resources but frequently use shared resources from </a:t>
            </a:r>
            <a:r>
              <a:rPr lang="en-US" altLang="en-US" b="1" dirty="0">
                <a:solidFill>
                  <a:srgbClr val="3366FF"/>
                </a:solidFill>
              </a:rPr>
              <a:t>servers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Handheld computers 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resource poor,  optimized for usability and battery life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Some computers have little or no user interface, 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such as embedded computers in devices and automobiles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16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Operating System Definition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OS is a </a:t>
            </a:r>
            <a:r>
              <a:rPr lang="en-US" altLang="en-US" b="1" dirty="0">
                <a:solidFill>
                  <a:srgbClr val="3366FF"/>
                </a:solidFill>
              </a:rPr>
              <a:t>resource allocator</a:t>
            </a:r>
          </a:p>
          <a:p>
            <a:pPr lvl="1"/>
            <a:r>
              <a:rPr lang="en-US" altLang="en-US" dirty="0"/>
              <a:t>Manages all resources</a:t>
            </a:r>
          </a:p>
          <a:p>
            <a:pPr lvl="1"/>
            <a:r>
              <a:rPr lang="en-US" altLang="en-US" dirty="0"/>
              <a:t>Decides between conflicting requests for efficient and fair resource use</a:t>
            </a:r>
          </a:p>
          <a:p>
            <a:r>
              <a:rPr lang="en-US" altLang="en-US" dirty="0"/>
              <a:t>OS is a </a:t>
            </a:r>
            <a:r>
              <a:rPr lang="en-US" altLang="en-US" b="1" dirty="0">
                <a:solidFill>
                  <a:srgbClr val="3366FF"/>
                </a:solidFill>
              </a:rPr>
              <a:t>control program</a:t>
            </a:r>
          </a:p>
          <a:p>
            <a:pPr lvl="1"/>
            <a:r>
              <a:rPr lang="en-US" altLang="en-US" dirty="0"/>
              <a:t>Controls execution of programs to prevent errors and improper use of the computer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094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Operating System Definition (Cont.)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No universally accepted definition</a:t>
            </a:r>
          </a:p>
          <a:p>
            <a:r>
              <a:rPr lang="ja-JP" altLang="en-US" dirty="0"/>
              <a:t>“</a:t>
            </a:r>
            <a:r>
              <a:rPr lang="en-US" altLang="ja-JP" dirty="0"/>
              <a:t>Everything a vendor ships when you order an operating system</a:t>
            </a:r>
            <a:r>
              <a:rPr lang="ja-JP" altLang="en-US" dirty="0"/>
              <a:t>”</a:t>
            </a:r>
            <a:r>
              <a:rPr lang="en-US" altLang="ja-JP" dirty="0"/>
              <a:t> is a good approximation</a:t>
            </a:r>
          </a:p>
          <a:p>
            <a:r>
              <a:rPr lang="en-US" altLang="ja-JP" b="1" dirty="0">
                <a:solidFill>
                  <a:srgbClr val="3366FF"/>
                </a:solidFill>
              </a:rPr>
              <a:t>kernel</a:t>
            </a:r>
            <a:endParaRPr lang="en-US" altLang="ja-JP" dirty="0"/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The one program running at all times on the computer</a:t>
            </a:r>
            <a:r>
              <a:rPr lang="ja-JP" altLang="en-US" dirty="0"/>
              <a:t>”</a:t>
            </a:r>
            <a:endParaRPr lang="en-US" altLang="ja-JP" dirty="0"/>
          </a:p>
          <a:p>
            <a:r>
              <a:rPr lang="en-US" altLang="ja-JP" dirty="0"/>
              <a:t>Everything else</a:t>
            </a:r>
          </a:p>
          <a:p>
            <a:pPr lvl="1"/>
            <a:r>
              <a:rPr lang="en-US" altLang="ja-JP" dirty="0"/>
              <a:t>a system program or</a:t>
            </a:r>
          </a:p>
          <a:p>
            <a:pPr lvl="1"/>
            <a:r>
              <a:rPr lang="en-US" altLang="ja-JP" dirty="0"/>
              <a:t>an application program.</a:t>
            </a: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947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Operating systems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1.2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294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B77FEC7-63CF-4204-CCDC-E6B85AD2D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Environments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3969DF-8A53-07C4-3CD7-DC1ED88FE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</a:t>
            </a:r>
          </a:p>
          <a:p>
            <a:r>
              <a:rPr lang="en-US" dirty="0"/>
              <a:t>Mobile</a:t>
            </a:r>
          </a:p>
          <a:p>
            <a:r>
              <a:rPr lang="en-US" dirty="0"/>
              <a:t>Virtualization</a:t>
            </a:r>
          </a:p>
          <a:p>
            <a:pPr lvl="1"/>
            <a:r>
              <a:rPr lang="en-US" dirty="0"/>
              <a:t>Emulation</a:t>
            </a:r>
          </a:p>
          <a:p>
            <a:r>
              <a:rPr lang="en-US" dirty="0"/>
              <a:t>Cloud computing</a:t>
            </a:r>
          </a:p>
          <a:p>
            <a:r>
              <a:rPr lang="en-US" dirty="0"/>
              <a:t>Other OS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BA5D4-33F3-5D46-A76F-B714F334E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05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Traditional Computing Environment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Stand-alone general purpose machines</a:t>
            </a:r>
          </a:p>
          <a:p>
            <a:r>
              <a:rPr lang="en-US" altLang="en-US" dirty="0"/>
              <a:t>But blurred as most systems interconnect with others (i.e., the Internet)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Portals</a:t>
            </a:r>
            <a:r>
              <a:rPr lang="en-US" altLang="en-US" dirty="0"/>
              <a:t> provide web access to internal systems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Network computers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thin clients</a:t>
            </a:r>
            <a:r>
              <a:rPr lang="en-US" altLang="en-US" dirty="0"/>
              <a:t>) are like Web terminals</a:t>
            </a:r>
          </a:p>
          <a:p>
            <a:r>
              <a:rPr lang="en-US" altLang="en-US" dirty="0"/>
              <a:t>Mobile computers interconnect via </a:t>
            </a:r>
            <a:r>
              <a:rPr lang="en-US" altLang="en-US" b="1" dirty="0">
                <a:solidFill>
                  <a:srgbClr val="3366FF"/>
                </a:solidFill>
              </a:rPr>
              <a:t>wireless networks</a:t>
            </a:r>
          </a:p>
          <a:p>
            <a:r>
              <a:rPr lang="en-US" altLang="en-US" dirty="0"/>
              <a:t>Networking becoming ubiquitous – even home systems use </a:t>
            </a:r>
            <a:r>
              <a:rPr lang="en-US" altLang="en-US" b="1" dirty="0">
                <a:solidFill>
                  <a:srgbClr val="3366FF"/>
                </a:solidFill>
              </a:rPr>
              <a:t>firewalls</a:t>
            </a:r>
            <a:r>
              <a:rPr lang="en-US" altLang="en-US" dirty="0"/>
              <a:t> to protect home computers from Internet attacks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18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Computing Environments - Mobile</a:t>
            </a:r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OS for handheld smartphones, tablets, </a:t>
            </a:r>
            <a:r>
              <a:rPr lang="en-US" altLang="en-US" dirty="0" err="1"/>
              <a:t>etc</a:t>
            </a:r>
            <a:endParaRPr lang="en-US" altLang="en-US" dirty="0"/>
          </a:p>
          <a:p>
            <a:r>
              <a:rPr lang="en-US" altLang="en-US" dirty="0"/>
              <a:t>Extra feature </a:t>
            </a:r>
          </a:p>
          <a:p>
            <a:pPr lvl="1"/>
            <a:r>
              <a:rPr lang="en-US" altLang="en-US" dirty="0"/>
              <a:t>more OS features (GPS, gyroscope)</a:t>
            </a:r>
          </a:p>
          <a:p>
            <a:pPr lvl="1"/>
            <a:r>
              <a:rPr lang="en-US" altLang="en-US" dirty="0"/>
              <a:t>Allows new types of apps like </a:t>
            </a:r>
            <a:r>
              <a:rPr lang="en-US" altLang="en-US" b="1" i="1" dirty="0"/>
              <a:t>augmented reality</a:t>
            </a:r>
          </a:p>
          <a:p>
            <a:r>
              <a:rPr lang="en-US" altLang="en-US" dirty="0"/>
              <a:t>Example: </a:t>
            </a:r>
            <a:r>
              <a:rPr lang="en-US" altLang="en-US" b="1" dirty="0">
                <a:solidFill>
                  <a:srgbClr val="3366FF"/>
                </a:solidFill>
              </a:rPr>
              <a:t>Apple iOS,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Google Android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14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Virtualization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Allows operating systems to run applications within other OSes</a:t>
            </a:r>
          </a:p>
          <a:p>
            <a:pPr lvl="1"/>
            <a:r>
              <a:rPr lang="en-US" altLang="en-US" dirty="0"/>
              <a:t>Vast and growing industry</a:t>
            </a:r>
          </a:p>
          <a:p>
            <a:r>
              <a:rPr lang="en-US" altLang="en-US" dirty="0"/>
              <a:t>Virtualization – OS natively compiled for CPU, running guest OSes  also natively compiled </a:t>
            </a:r>
          </a:p>
          <a:p>
            <a:pPr lvl="1"/>
            <a:r>
              <a:rPr lang="en-US" altLang="en-US" dirty="0"/>
              <a:t>Consider VMware running Windows guests, each running applications, all on native Windows host OS</a:t>
            </a:r>
          </a:p>
          <a:p>
            <a:pPr lvl="1"/>
            <a:r>
              <a:rPr lang="en-US" altLang="en-US" dirty="0"/>
              <a:t>VMM (virtual machine Manager) provides virtualization services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22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805CA-A432-3D99-E5EB-2E832482C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 vs Emulation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E0650-6576-BF38-2201-5BD6DD889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Emulation used when </a:t>
            </a:r>
          </a:p>
          <a:p>
            <a:pPr lvl="1"/>
            <a:r>
              <a:rPr lang="en-US" dirty="0"/>
              <a:t>source CPU type different from target type </a:t>
            </a:r>
          </a:p>
          <a:p>
            <a:pPr lvl="1"/>
            <a:r>
              <a:rPr lang="en-US" dirty="0"/>
              <a:t>(i.e. Intel x86 to ARM)</a:t>
            </a:r>
          </a:p>
          <a:p>
            <a:r>
              <a:rPr lang="en-US" dirty="0"/>
              <a:t>Generally slowest method</a:t>
            </a:r>
          </a:p>
          <a:p>
            <a:r>
              <a:rPr lang="en-US" dirty="0"/>
              <a:t>When computer language not compiled to native code – Interpretation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BB858-7CCA-5E4B-8EA9-80CCDF3EA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349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Virtualization - Use cases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laptops / desktops running multiple OSes </a:t>
            </a:r>
          </a:p>
          <a:p>
            <a:pPr lvl="1"/>
            <a:r>
              <a:rPr lang="en-US" altLang="en-US" dirty="0"/>
              <a:t>for exploration or compatibility</a:t>
            </a:r>
          </a:p>
          <a:p>
            <a:r>
              <a:rPr lang="en-US" altLang="en-US" dirty="0"/>
              <a:t>Use cases</a:t>
            </a:r>
          </a:p>
          <a:p>
            <a:pPr lvl="1"/>
            <a:r>
              <a:rPr lang="en-US" altLang="en-US" dirty="0"/>
              <a:t>Apple laptop running Mac OS X host, Windows/Linux as a guest</a:t>
            </a:r>
          </a:p>
          <a:p>
            <a:pPr lvl="1"/>
            <a:r>
              <a:rPr lang="en-US" altLang="en-US" dirty="0"/>
              <a:t>Developing apps for multiple OSes without having multiple systems</a:t>
            </a:r>
          </a:p>
          <a:p>
            <a:pPr lvl="1"/>
            <a:r>
              <a:rPr lang="en-US" altLang="en-US" dirty="0"/>
              <a:t>QA testing applications without having multiple systems</a:t>
            </a:r>
          </a:p>
          <a:p>
            <a:pPr lvl="1"/>
            <a:r>
              <a:rPr lang="en-US" altLang="en-US" dirty="0"/>
              <a:t>Executing and managing compute environments within data centers</a:t>
            </a:r>
          </a:p>
          <a:p>
            <a:r>
              <a:rPr lang="en-US" altLang="en-US" dirty="0"/>
              <a:t>Virtual Machine Manager can run natively, (i.e. also the host)</a:t>
            </a:r>
          </a:p>
          <a:p>
            <a:pPr lvl="1"/>
            <a:r>
              <a:rPr lang="en-US" altLang="en-US" dirty="0"/>
              <a:t>no general-purpose host</a:t>
            </a:r>
          </a:p>
          <a:p>
            <a:pPr lvl="1"/>
            <a:r>
              <a:rPr lang="en-US" altLang="en-US" dirty="0"/>
              <a:t>E.g. VMware ESX and Citrix </a:t>
            </a:r>
            <a:r>
              <a:rPr lang="en-US" altLang="en-US" dirty="0" err="1"/>
              <a:t>XenServer</a:t>
            </a:r>
            <a:endParaRPr lang="en-US" altLang="en-US" dirty="0"/>
          </a:p>
          <a:p>
            <a:pPr lvl="2"/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091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Virtualization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15</a:t>
            </a:fld>
            <a:endParaRPr lang="en-US"/>
          </a:p>
        </p:txBody>
      </p:sp>
      <p:pic>
        <p:nvPicPr>
          <p:cNvPr id="56323" name="Picture 1" descr="1_20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981" y="1905000"/>
            <a:ext cx="6396037" cy="433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1325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Cloud Computing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Delivers computing, storage, even apps as a service across a network</a:t>
            </a:r>
          </a:p>
          <a:p>
            <a:r>
              <a:rPr lang="en-US" altLang="en-US" dirty="0"/>
              <a:t>Logical extension of virtualization</a:t>
            </a:r>
          </a:p>
          <a:p>
            <a:r>
              <a:rPr lang="en-US" altLang="en-US" dirty="0"/>
              <a:t>Many types</a:t>
            </a:r>
          </a:p>
          <a:p>
            <a:pPr lvl="1"/>
            <a:r>
              <a:rPr lang="en-US" altLang="en-US" dirty="0"/>
              <a:t>Public cloud – available via Internet to anyone willing to pay</a:t>
            </a:r>
          </a:p>
          <a:p>
            <a:pPr lvl="1"/>
            <a:r>
              <a:rPr lang="en-US" altLang="en-US" dirty="0"/>
              <a:t>Private cloud – run by a company for the company’s own use</a:t>
            </a:r>
          </a:p>
          <a:p>
            <a:pPr lvl="1"/>
            <a:r>
              <a:rPr lang="en-US" altLang="en-US" dirty="0"/>
              <a:t>Hybrid cloud – includes both public and private cloud components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464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44DE1-E327-AD45-021E-24B199F4B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Service Models in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E1EBA-4597-A869-26D1-315CF90E0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en-US" dirty="0"/>
              <a:t>Software as a Service (SaaS) – one or more applications available via the Internet (i.e., word processor)</a:t>
            </a:r>
          </a:p>
          <a:p>
            <a:pPr lvl="1"/>
            <a:r>
              <a:rPr lang="en-US" altLang="en-US" dirty="0"/>
              <a:t>Platform as a Service (PaaS) – software stack ready for application use via the Internet (i.e., a database server)</a:t>
            </a:r>
          </a:p>
          <a:p>
            <a:pPr lvl="1"/>
            <a:r>
              <a:rPr lang="en-US" altLang="en-US" dirty="0"/>
              <a:t>Infrastructure as a Service (IaaS) – servers or storage available over Internet (i.e., storage available for backup use)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BA634-5691-EC60-C7E7-DDC3BD2AB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621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Cloud Computing environments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composed of </a:t>
            </a:r>
          </a:p>
          <a:p>
            <a:pPr lvl="1"/>
            <a:r>
              <a:rPr lang="en-US" altLang="en-US" dirty="0"/>
              <a:t>traditional OSes</a:t>
            </a:r>
          </a:p>
          <a:p>
            <a:pPr lvl="1"/>
            <a:r>
              <a:rPr lang="en-US" altLang="en-US" dirty="0"/>
              <a:t>VMMs</a:t>
            </a:r>
          </a:p>
          <a:p>
            <a:pPr lvl="1"/>
            <a:r>
              <a:rPr lang="en-US" altLang="en-US" dirty="0"/>
              <a:t>cloud management tools</a:t>
            </a:r>
          </a:p>
          <a:p>
            <a:r>
              <a:rPr lang="en-US" altLang="en-US" dirty="0"/>
              <a:t>Internet connectivity requires security </a:t>
            </a:r>
          </a:p>
          <a:p>
            <a:pPr lvl="1"/>
            <a:r>
              <a:rPr lang="en-US" altLang="en-US" dirty="0"/>
              <a:t>like firewalls</a:t>
            </a:r>
          </a:p>
          <a:p>
            <a:r>
              <a:rPr lang="en-US" altLang="en-US" dirty="0"/>
              <a:t>Load balancers </a:t>
            </a:r>
          </a:p>
          <a:p>
            <a:pPr lvl="1"/>
            <a:r>
              <a:rPr lang="en-US" altLang="en-US" dirty="0"/>
              <a:t>spread traffic across multiple applications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46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19</a:t>
            </a:fld>
            <a:endParaRPr lang="en-US" dirty="0"/>
          </a:p>
        </p:txBody>
      </p:sp>
      <p:pic>
        <p:nvPicPr>
          <p:cNvPr id="5" name="Picture 1" descr="1_2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332" y="1905000"/>
            <a:ext cx="5805070" cy="4594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348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Computing Environments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Distributed</a:t>
            </a:r>
          </a:p>
          <a:p>
            <a:pPr lvl="1"/>
            <a:r>
              <a:rPr lang="en-US" dirty="0"/>
              <a:t>Collection of separate systems networked together</a:t>
            </a:r>
          </a:p>
          <a:p>
            <a:pPr lvl="1"/>
            <a:r>
              <a:rPr lang="en-US" dirty="0"/>
              <a:t>Client-server computing</a:t>
            </a:r>
          </a:p>
          <a:p>
            <a:pPr lvl="1"/>
            <a:r>
              <a:rPr lang="en-US" dirty="0"/>
              <a:t>Peer-to-Peer</a:t>
            </a:r>
          </a:p>
          <a:p>
            <a:r>
              <a:rPr lang="en-US" dirty="0"/>
              <a:t>Real-time Embedded System</a:t>
            </a:r>
          </a:p>
          <a:p>
            <a:r>
              <a:rPr lang="en-US" dirty="0"/>
              <a:t>Open-source vs closed-source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442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Structures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1.3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96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Components of Computer System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Users</a:t>
            </a:r>
          </a:p>
          <a:p>
            <a:pPr lvl="1"/>
            <a:r>
              <a:rPr lang="en-US" altLang="en-US" dirty="0"/>
              <a:t>People, machines, other computers</a:t>
            </a:r>
          </a:p>
          <a:p>
            <a:r>
              <a:rPr lang="en-US" altLang="en-US" dirty="0"/>
              <a:t>Hardware </a:t>
            </a:r>
          </a:p>
          <a:p>
            <a:pPr lvl="1"/>
            <a:r>
              <a:rPr lang="en-US" altLang="en-US" dirty="0"/>
              <a:t>provides basic computing resources</a:t>
            </a:r>
          </a:p>
          <a:p>
            <a:pPr lvl="1"/>
            <a:r>
              <a:rPr lang="en-US" altLang="en-US" dirty="0"/>
              <a:t>CPU, memory, I/O devices</a:t>
            </a:r>
          </a:p>
          <a:p>
            <a:r>
              <a:rPr lang="en-US" altLang="en-US" dirty="0"/>
              <a:t>Operating system</a:t>
            </a:r>
          </a:p>
          <a:p>
            <a:pPr lvl="1"/>
            <a:r>
              <a:rPr lang="en-US" altLang="en-US" dirty="0"/>
              <a:t>Controls and coordinates use of hardware among various applications and users</a:t>
            </a:r>
          </a:p>
          <a:p>
            <a:r>
              <a:rPr lang="en-US" altLang="en-US" dirty="0"/>
              <a:t>Application programs</a:t>
            </a:r>
          </a:p>
          <a:p>
            <a:pPr lvl="1"/>
            <a:r>
              <a:rPr lang="en-US" altLang="en-US" dirty="0"/>
              <a:t>define the ways in which the system resources are used to solve the computing problems of the users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542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5416E-949D-B5BE-7DA9-1949B6BBE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Computer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CC9BF-48E0-31B5-16B4-7D479AB79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23</a:t>
            </a:fld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EF9084F-66EE-BA7B-51F6-C2193664029E}"/>
              </a:ext>
            </a:extLst>
          </p:cNvPr>
          <p:cNvSpPr/>
          <p:nvPr/>
        </p:nvSpPr>
        <p:spPr>
          <a:xfrm>
            <a:off x="2386280" y="2176682"/>
            <a:ext cx="1220702" cy="369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3611C45-3E33-995B-AB69-7F0F86E40502}"/>
              </a:ext>
            </a:extLst>
          </p:cNvPr>
          <p:cNvSpPr/>
          <p:nvPr/>
        </p:nvSpPr>
        <p:spPr>
          <a:xfrm>
            <a:off x="4329272" y="2176682"/>
            <a:ext cx="1220702" cy="369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27F8F61-8FC3-AEE9-A76B-FD57E2565F18}"/>
              </a:ext>
            </a:extLst>
          </p:cNvPr>
          <p:cNvSpPr/>
          <p:nvPr/>
        </p:nvSpPr>
        <p:spPr>
          <a:xfrm>
            <a:off x="7181021" y="2192968"/>
            <a:ext cx="1220702" cy="369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2B2AA9-9CA7-E7C0-4E43-7B548AE54CFC}"/>
              </a:ext>
            </a:extLst>
          </p:cNvPr>
          <p:cNvSpPr/>
          <p:nvPr/>
        </p:nvSpPr>
        <p:spPr>
          <a:xfrm>
            <a:off x="2240405" y="3162246"/>
            <a:ext cx="1517301" cy="5116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System Program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22DBC-3089-755F-0C7A-618E3040BA44}"/>
              </a:ext>
            </a:extLst>
          </p:cNvPr>
          <p:cNvSpPr/>
          <p:nvPr/>
        </p:nvSpPr>
        <p:spPr>
          <a:xfrm>
            <a:off x="4180973" y="3177262"/>
            <a:ext cx="1517301" cy="5116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Application Program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682B80-6A7D-2ED6-4594-8C363E154726}"/>
              </a:ext>
            </a:extLst>
          </p:cNvPr>
          <p:cNvSpPr/>
          <p:nvPr/>
        </p:nvSpPr>
        <p:spPr>
          <a:xfrm>
            <a:off x="8062110" y="3162246"/>
            <a:ext cx="1517301" cy="5116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System Program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44CED4-D1B4-966A-F002-654F3A76EECD}"/>
              </a:ext>
            </a:extLst>
          </p:cNvPr>
          <p:cNvSpPr/>
          <p:nvPr/>
        </p:nvSpPr>
        <p:spPr>
          <a:xfrm>
            <a:off x="6121541" y="3177262"/>
            <a:ext cx="1517301" cy="5116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Application Program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E31066-3027-2F97-1190-5D22101C12DB}"/>
              </a:ext>
            </a:extLst>
          </p:cNvPr>
          <p:cNvSpPr/>
          <p:nvPr/>
        </p:nvSpPr>
        <p:spPr>
          <a:xfrm>
            <a:off x="2240405" y="4109776"/>
            <a:ext cx="7339005" cy="914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Operating System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8310E4-3C92-E901-6FBF-0F6C6F11929A}"/>
              </a:ext>
            </a:extLst>
          </p:cNvPr>
          <p:cNvSpPr/>
          <p:nvPr/>
        </p:nvSpPr>
        <p:spPr>
          <a:xfrm>
            <a:off x="2240405" y="5586884"/>
            <a:ext cx="2135101" cy="6470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Hardware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6F8365-827C-8AF0-B551-8C7359C69CD8}"/>
              </a:ext>
            </a:extLst>
          </p:cNvPr>
          <p:cNvSpPr/>
          <p:nvPr/>
        </p:nvSpPr>
        <p:spPr>
          <a:xfrm>
            <a:off x="4842357" y="5586884"/>
            <a:ext cx="2135101" cy="6470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Hardware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FF8DA6-559D-A642-1E44-654329BECC0A}"/>
              </a:ext>
            </a:extLst>
          </p:cNvPr>
          <p:cNvSpPr/>
          <p:nvPr/>
        </p:nvSpPr>
        <p:spPr>
          <a:xfrm>
            <a:off x="7444309" y="5586884"/>
            <a:ext cx="2135101" cy="6470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Hardware</a:t>
            </a:r>
          </a:p>
        </p:txBody>
      </p:sp>
    </p:spTree>
    <p:extLst>
      <p:ext uri="{BB962C8B-B14F-4D97-AF65-F5344CB8AC3E}">
        <p14:creationId xmlns:p14="http://schemas.microsoft.com/office/powerpoint/2010/main" val="13884135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Hardware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241881" y="2103455"/>
            <a:ext cx="4313864" cy="3777622"/>
          </a:xfrm>
        </p:spPr>
        <p:txBody>
          <a:bodyPr>
            <a:normAutofit/>
          </a:bodyPr>
          <a:lstStyle/>
          <a:p>
            <a:r>
              <a:rPr lang="en-US" altLang="en-US" dirty="0"/>
              <a:t>Computer-system operation</a:t>
            </a:r>
          </a:p>
          <a:p>
            <a:pPr lvl="1"/>
            <a:r>
              <a:rPr lang="en-US" altLang="en-US" dirty="0"/>
              <a:t>One or more CPUs, device controllers connect through common bus providing access to shared memory</a:t>
            </a:r>
          </a:p>
          <a:p>
            <a:pPr lvl="1"/>
            <a:r>
              <a:rPr lang="en-US" altLang="en-US" dirty="0"/>
              <a:t>Concurrent execution of CPUs and devices competing for memory cycles</a:t>
            </a:r>
          </a:p>
          <a:p>
            <a:pPr lvl="1"/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EBE167C6-60EE-23C0-7B2A-051EB98B4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325" y="2390863"/>
            <a:ext cx="6059487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75064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 Dual-Core Design</a:t>
            </a:r>
          </a:p>
        </p:txBody>
      </p:sp>
      <p:sp>
        <p:nvSpPr>
          <p:cNvPr id="28675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 dirty="0"/>
              <a:t>Multi-chip and </a:t>
            </a:r>
            <a:r>
              <a:rPr lang="en-US" altLang="en-US" sz="1800" b="1" dirty="0">
                <a:solidFill>
                  <a:srgbClr val="3366FF"/>
                </a:solidFill>
              </a:rPr>
              <a:t>multicore</a:t>
            </a:r>
          </a:p>
          <a:p>
            <a:r>
              <a:rPr lang="en-US" altLang="en-US" sz="1800" dirty="0"/>
              <a:t>Systems containing all  chips</a:t>
            </a:r>
            <a:endParaRPr lang="en-US" altLang="en-US" sz="1800" b="1" dirty="0">
              <a:solidFill>
                <a:srgbClr val="3366FF"/>
              </a:solidFill>
            </a:endParaRPr>
          </a:p>
          <a:p>
            <a:pPr lvl="1"/>
            <a:r>
              <a:rPr lang="en-US" altLang="en-US" sz="1800" dirty="0"/>
              <a:t>Chassis containing multiple separate systems</a:t>
            </a:r>
          </a:p>
          <a:p>
            <a:pPr lvl="1"/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25</a:t>
            </a:fld>
            <a:endParaRPr lang="en-US" dirty="0"/>
          </a:p>
        </p:txBody>
      </p:sp>
      <p:pic>
        <p:nvPicPr>
          <p:cNvPr id="28676" name="Picture 10" descr="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2576" y="3460283"/>
            <a:ext cx="3073400" cy="226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37803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Symmetric Multiprocessing Architecture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26</a:t>
            </a:fld>
            <a:endParaRPr lang="en-US"/>
          </a:p>
        </p:txBody>
      </p:sp>
      <p:pic>
        <p:nvPicPr>
          <p:cNvPr id="27651" name="Picture 7" descr="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0896" y="2505555"/>
            <a:ext cx="6319837" cy="303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88053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Computer-System Operation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I/O devices and the CPU can execute concurrently</a:t>
            </a:r>
          </a:p>
          <a:p>
            <a:r>
              <a:rPr lang="en-US" altLang="en-US" dirty="0"/>
              <a:t>device controller </a:t>
            </a:r>
          </a:p>
          <a:p>
            <a:pPr lvl="1"/>
            <a:r>
              <a:rPr lang="en-US" altLang="en-US" dirty="0"/>
              <a:t>in charge of a particular device type</a:t>
            </a:r>
          </a:p>
          <a:p>
            <a:pPr lvl="1"/>
            <a:r>
              <a:rPr lang="en-US" altLang="en-US" dirty="0"/>
              <a:t>has a local buffer</a:t>
            </a:r>
          </a:p>
          <a:p>
            <a:r>
              <a:rPr lang="en-US" altLang="en-US" dirty="0"/>
              <a:t>CPU moves data from/to main memory to/from local buffers</a:t>
            </a:r>
          </a:p>
          <a:p>
            <a:r>
              <a:rPr lang="en-US" altLang="en-US" dirty="0"/>
              <a:t>I/O is from the device to local buffer of controller</a:t>
            </a:r>
          </a:p>
          <a:p>
            <a:r>
              <a:rPr lang="en-US" altLang="en-US" dirty="0"/>
              <a:t>Device controller informs CPU that it has finished its operation by causing an interrupt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694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Storage Structure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Main memory</a:t>
            </a:r>
          </a:p>
          <a:p>
            <a:pPr lvl="1"/>
            <a:r>
              <a:rPr lang="en-US" altLang="en-US" dirty="0"/>
              <a:t>only large storage media that the CPU can access directly</a:t>
            </a:r>
          </a:p>
          <a:p>
            <a:r>
              <a:rPr lang="en-US" altLang="en-US" dirty="0"/>
              <a:t>Secondary storage </a:t>
            </a:r>
          </a:p>
          <a:p>
            <a:pPr lvl="1"/>
            <a:r>
              <a:rPr lang="en-US" altLang="en-US" dirty="0"/>
              <a:t>provides large </a:t>
            </a:r>
            <a:r>
              <a:rPr lang="en-US" altLang="en-US" b="1" dirty="0">
                <a:solidFill>
                  <a:srgbClr val="3366FF"/>
                </a:solidFill>
              </a:rPr>
              <a:t>nonvolatile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storage capacity</a:t>
            </a:r>
          </a:p>
          <a:p>
            <a:pPr lvl="1"/>
            <a:r>
              <a:rPr lang="en-US" altLang="en-US" dirty="0"/>
              <a:t>Examples</a:t>
            </a:r>
          </a:p>
          <a:p>
            <a:pPr lvl="2"/>
            <a:r>
              <a:rPr lang="en-US" altLang="en-US" dirty="0"/>
              <a:t>Hard disks</a:t>
            </a:r>
          </a:p>
          <a:p>
            <a:pPr lvl="2"/>
            <a:r>
              <a:rPr lang="en-US" altLang="en-US" b="1" dirty="0">
                <a:solidFill>
                  <a:srgbClr val="3366FF"/>
                </a:solidFill>
              </a:rPr>
              <a:t>Solid-state disks</a:t>
            </a:r>
            <a:endParaRPr lang="en-US" altLang="en-US" sz="1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060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Storage Hierarchy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Storage systems organized in hierarchy</a:t>
            </a:r>
          </a:p>
          <a:p>
            <a:pPr lvl="1"/>
            <a:r>
              <a:rPr lang="en-US" altLang="en-US" dirty="0"/>
              <a:t>Speed</a:t>
            </a:r>
          </a:p>
          <a:p>
            <a:pPr lvl="1"/>
            <a:r>
              <a:rPr lang="en-US" altLang="en-US" dirty="0"/>
              <a:t>Cost</a:t>
            </a:r>
          </a:p>
          <a:p>
            <a:pPr lvl="1"/>
            <a:r>
              <a:rPr lang="en-US" altLang="en-US" dirty="0"/>
              <a:t>Volatility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Caching</a:t>
            </a:r>
            <a:r>
              <a:rPr lang="en-US" altLang="en-US" dirty="0"/>
              <a:t> – copying information into faster storage system; main memory can be viewed as a cache for secondary storage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Device Driver </a:t>
            </a:r>
            <a:r>
              <a:rPr lang="en-US" altLang="en-US" dirty="0"/>
              <a:t>for each device controller to manage I/O</a:t>
            </a:r>
          </a:p>
          <a:p>
            <a:pPr lvl="1"/>
            <a:r>
              <a:rPr lang="en-US" altLang="en-US" dirty="0"/>
              <a:t>Provides uniform interface between controller and kernel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486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30</a:t>
            </a:fld>
            <a:endParaRPr lang="en-US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9843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Storage-Device Hierarchy</a:t>
            </a:r>
          </a:p>
        </p:txBody>
      </p:sp>
      <p:pic>
        <p:nvPicPr>
          <p:cNvPr id="22531" name="Picture 3" descr="C:\Users\as668\Desktop\1_0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314" y="1370013"/>
            <a:ext cx="5322887" cy="443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1072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Caching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Important principle, performed at many levels in a computer (in hardware, operating system, software)</a:t>
            </a:r>
            <a:endParaRPr lang="en-US" altLang="en-US" sz="800" dirty="0"/>
          </a:p>
          <a:p>
            <a:r>
              <a:rPr lang="en-US" altLang="en-US" dirty="0"/>
              <a:t>Information in use copied from slower to faster storage temporarily</a:t>
            </a:r>
            <a:endParaRPr lang="en-US" altLang="en-US" sz="800" dirty="0"/>
          </a:p>
          <a:p>
            <a:r>
              <a:rPr lang="en-US" altLang="en-US" dirty="0"/>
              <a:t>Faster storage (cache) checked first to determine if information is there</a:t>
            </a:r>
          </a:p>
          <a:p>
            <a:pPr lvl="1"/>
            <a:r>
              <a:rPr lang="en-US" altLang="en-US" dirty="0"/>
              <a:t>If it is, information used directly from the cache (fast)</a:t>
            </a:r>
          </a:p>
          <a:p>
            <a:pPr lvl="1"/>
            <a:r>
              <a:rPr lang="en-US" altLang="en-US" dirty="0"/>
              <a:t>If not, data copied to cache and used there</a:t>
            </a:r>
            <a:endParaRPr lang="en-US" altLang="en-US" sz="800" dirty="0"/>
          </a:p>
          <a:p>
            <a:r>
              <a:rPr lang="en-US" altLang="en-US" dirty="0"/>
              <a:t>Cache smaller than storage being cached</a:t>
            </a:r>
          </a:p>
          <a:p>
            <a:pPr lvl="1"/>
            <a:r>
              <a:rPr lang="en-US" altLang="en-US" dirty="0"/>
              <a:t>Cache management important design problem</a:t>
            </a:r>
          </a:p>
          <a:p>
            <a:pPr lvl="1"/>
            <a:r>
              <a:rPr lang="en-US" altLang="en-US" dirty="0"/>
              <a:t>Cache size and replacement policy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937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C85EE5A-156F-D06E-3E9D-93E4EEF28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call &amp; Kernel service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A4E731-772F-4711-27D4-4C98CF87B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1.4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08450-EDA9-F74D-F536-28FDB9D90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147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Startup</a:t>
            </a:r>
          </a:p>
          <a:p>
            <a:r>
              <a:rPr lang="en-US" dirty="0"/>
              <a:t>Interrupt Handling</a:t>
            </a:r>
          </a:p>
          <a:p>
            <a:r>
              <a:rPr lang="en-US" dirty="0"/>
              <a:t>Kernel Mode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29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Computer Startup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bootstrap program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loaded at power-up or reboot</a:t>
            </a:r>
          </a:p>
          <a:p>
            <a:pPr lvl="1"/>
            <a:r>
              <a:rPr lang="en-US" altLang="en-US" dirty="0"/>
              <a:t>Typically stored in ROM or EPROM, generally known as </a:t>
            </a:r>
            <a:r>
              <a:rPr lang="en-US" altLang="en-US" b="1" dirty="0">
                <a:solidFill>
                  <a:srgbClr val="3366FF"/>
                </a:solidFill>
              </a:rPr>
              <a:t>firmware</a:t>
            </a:r>
          </a:p>
          <a:p>
            <a:pPr lvl="1"/>
            <a:r>
              <a:rPr lang="en-US" altLang="en-US" dirty="0"/>
              <a:t>Initializes all aspects of system</a:t>
            </a:r>
          </a:p>
          <a:p>
            <a:pPr lvl="1"/>
            <a:r>
              <a:rPr lang="en-US" altLang="en-US" dirty="0"/>
              <a:t>Loads operating system kernel and starts execution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062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Common Functions of Interrupts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Interrupt transfers control to the interrupt service routine generally, through the </a:t>
            </a:r>
            <a:r>
              <a:rPr lang="en-US" altLang="en-US" b="1" dirty="0">
                <a:solidFill>
                  <a:srgbClr val="3366FF"/>
                </a:solidFill>
              </a:rPr>
              <a:t>interrupt</a:t>
            </a:r>
            <a:r>
              <a:rPr lang="en-US" altLang="en-US" i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vector</a:t>
            </a:r>
            <a:r>
              <a:rPr lang="en-US" altLang="en-US" dirty="0"/>
              <a:t>, which contains the addresses of all the service routines</a:t>
            </a:r>
            <a:endParaRPr lang="en-US" altLang="en-US" sz="800" dirty="0"/>
          </a:p>
          <a:p>
            <a:r>
              <a:rPr lang="en-US" altLang="en-US" dirty="0"/>
              <a:t>Interrupt architecture must save the address of the interrupted instruction</a:t>
            </a:r>
            <a:endParaRPr lang="en-US" altLang="en-US" sz="800" i="1" dirty="0"/>
          </a:p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3366FF"/>
                </a:solidFill>
              </a:rPr>
              <a:t>trap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3366FF"/>
                </a:solidFill>
              </a:rPr>
              <a:t>exception</a:t>
            </a:r>
            <a:r>
              <a:rPr lang="en-US" altLang="en-US" dirty="0"/>
              <a:t> is a software-generated interrupt caused either by an error or a user request</a:t>
            </a:r>
            <a:endParaRPr lang="en-US" altLang="en-US" sz="800" dirty="0"/>
          </a:p>
          <a:p>
            <a:r>
              <a:rPr lang="en-US" altLang="en-US" dirty="0"/>
              <a:t>An operating system is </a:t>
            </a:r>
            <a:r>
              <a:rPr lang="en-US" altLang="en-US" b="1" dirty="0">
                <a:solidFill>
                  <a:srgbClr val="3366FF"/>
                </a:solidFill>
              </a:rPr>
              <a:t>interrupt driven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933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Interrupt Handling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The operating system preserves the state of the CPU by storing registers and the program counter</a:t>
            </a:r>
          </a:p>
          <a:p>
            <a:r>
              <a:rPr lang="en-US" altLang="en-US" dirty="0"/>
              <a:t>Determines which type of interrupt has occurred: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polling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vectored</a:t>
            </a:r>
            <a:r>
              <a:rPr lang="en-US" altLang="en-US" dirty="0"/>
              <a:t> interrupt system</a:t>
            </a:r>
          </a:p>
          <a:p>
            <a:r>
              <a:rPr lang="en-US" altLang="en-US" dirty="0"/>
              <a:t>Separate segments of code determine what action should be taken for each type of interrupt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5492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Interrupt Timeline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37</a:t>
            </a:fld>
            <a:endParaRPr lang="en-US"/>
          </a:p>
        </p:txBody>
      </p:sp>
      <p:pic>
        <p:nvPicPr>
          <p:cNvPr id="174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238" y="2613679"/>
            <a:ext cx="6264275" cy="306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27070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I/O Structure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After I/O starts, control returns to user program only upon I/O completion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Wait instruction idles the CPU until the next interrupt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Wait loop (contention for memory access)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At most one I/O request is outstanding at a time, no simultaneous I/O processing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After I/O starts, control returns to user program without waiting for I/O completion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System call </a:t>
            </a:r>
            <a:r>
              <a:rPr lang="en-US" altLang="en-US" dirty="0"/>
              <a:t>– request to the OS to allow user to wait for I/O completion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Device-status table </a:t>
            </a:r>
            <a:r>
              <a:rPr lang="en-US" altLang="en-US" dirty="0"/>
              <a:t>contains entry for each I/O device indicating its type, address, and state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OS indexes into I/O device table to determine device status and to modify table entry to include interrupt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2135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Operating-System Operations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Interrupt driven </a:t>
            </a:r>
            <a:r>
              <a:rPr lang="en-US" altLang="en-US" dirty="0"/>
              <a:t>(hardware and software)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interrupt by one of the devices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Software interrupt (</a:t>
            </a:r>
            <a:r>
              <a:rPr lang="en-US" altLang="en-US" b="1" dirty="0">
                <a:solidFill>
                  <a:srgbClr val="3366FF"/>
                </a:solidFill>
              </a:rPr>
              <a:t>exception </a:t>
            </a:r>
            <a:r>
              <a:rPr lang="en-US" altLang="en-US" dirty="0"/>
              <a:t>or </a:t>
            </a:r>
            <a:r>
              <a:rPr lang="en-US" altLang="en-US" b="1" dirty="0">
                <a:solidFill>
                  <a:srgbClr val="3366FF"/>
                </a:solidFill>
              </a:rPr>
              <a:t>trap):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Software error (e.g., division by zero)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US" altLang="en-US" dirty="0"/>
              <a:t>Request for operating system service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Other process problems include infinite loop, processes modifying each other or the operating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6611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Operating-System Operations (cont.)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Dual-mode </a:t>
            </a:r>
            <a:r>
              <a:rPr lang="en-US" altLang="en-US" dirty="0"/>
              <a:t>operation allows OS to protect itself and other system components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User mode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3366FF"/>
                </a:solidFill>
              </a:rPr>
              <a:t>kernel mode 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Mode bit </a:t>
            </a:r>
            <a:r>
              <a:rPr lang="en-US" altLang="en-US" dirty="0"/>
              <a:t>provided by hardware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Provides ability to distinguish when system is running user code or kernel code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Some instructions designated as </a:t>
            </a:r>
            <a:r>
              <a:rPr lang="en-US" altLang="en-US" b="1" dirty="0">
                <a:solidFill>
                  <a:srgbClr val="3366FF"/>
                </a:solidFill>
              </a:rPr>
              <a:t>privileged</a:t>
            </a:r>
            <a:r>
              <a:rPr lang="en-US" altLang="en-US" dirty="0"/>
              <a:t>, only executable in kernel mode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System call changes mode to kernel, return from call resets it to user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Increasingly CPUs support multi-mode operations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i.e. </a:t>
            </a:r>
            <a:r>
              <a:rPr lang="en-US" altLang="en-US" b="1" dirty="0">
                <a:solidFill>
                  <a:srgbClr val="3366FF"/>
                </a:solidFill>
              </a:rPr>
              <a:t>virtual machine manager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VMM</a:t>
            </a:r>
            <a:r>
              <a:rPr lang="en-US" altLang="en-US" dirty="0"/>
              <a:t>) mode for guest </a:t>
            </a:r>
            <a:r>
              <a:rPr lang="en-US" altLang="en-US" b="1" dirty="0">
                <a:solidFill>
                  <a:srgbClr val="3366FF"/>
                </a:solidFill>
              </a:rPr>
              <a:t>VMs</a:t>
            </a:r>
          </a:p>
          <a:p>
            <a:pPr lvl="1">
              <a:lnSpc>
                <a:spcPct val="90000"/>
              </a:lnSpc>
            </a:pPr>
            <a:endParaRPr lang="en-US" altLang="en-US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824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Transition from User to Kernel Mode</a:t>
            </a:r>
          </a:p>
        </p:txBody>
      </p:sp>
      <p:sp>
        <p:nvSpPr>
          <p:cNvPr id="35843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Timer to prevent infinite loop / process hogging resources</a:t>
            </a:r>
          </a:p>
          <a:p>
            <a:pPr lvl="1"/>
            <a:r>
              <a:rPr lang="en-US" altLang="en-US" dirty="0"/>
              <a:t>Timer is set to interrupt the computer after some time period</a:t>
            </a:r>
          </a:p>
          <a:p>
            <a:pPr lvl="1"/>
            <a:r>
              <a:rPr lang="en-US" altLang="en-US" dirty="0"/>
              <a:t>Keep a counter that is decremented by the physical clock.</a:t>
            </a:r>
          </a:p>
          <a:p>
            <a:pPr lvl="1"/>
            <a:r>
              <a:rPr lang="en-US" altLang="en-US" dirty="0"/>
              <a:t>Operating system set the counter (privileged instruction)</a:t>
            </a:r>
          </a:p>
          <a:p>
            <a:pPr lvl="1"/>
            <a:r>
              <a:rPr lang="en-US" altLang="en-US" dirty="0"/>
              <a:t>When counter zero generate an interrupt</a:t>
            </a:r>
          </a:p>
          <a:p>
            <a:pPr lvl="1"/>
            <a:r>
              <a:rPr lang="en-US" altLang="en-US" dirty="0"/>
              <a:t>Set up before scheduling process to regain control or terminate program that exceeds allotted time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8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from User to Kernel Mode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42</a:t>
            </a:fld>
            <a:endParaRPr lang="en-US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890" y="2766621"/>
            <a:ext cx="7602538" cy="234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64028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OS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 Management</a:t>
            </a:r>
          </a:p>
          <a:p>
            <a:r>
              <a:rPr lang="en-US" dirty="0"/>
              <a:t>CPU scheduling</a:t>
            </a:r>
          </a:p>
          <a:p>
            <a:r>
              <a:rPr lang="en-US" dirty="0"/>
              <a:t>Memory Management</a:t>
            </a:r>
          </a:p>
          <a:p>
            <a:r>
              <a:rPr lang="en-US" dirty="0" err="1"/>
              <a:t>Input/Output</a:t>
            </a:r>
            <a:r>
              <a:rPr lang="en-US" dirty="0"/>
              <a:t> (I/O) management</a:t>
            </a:r>
          </a:p>
          <a:p>
            <a:r>
              <a:rPr lang="en-US" dirty="0"/>
              <a:t>File Management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8981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Protection and Security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Protection </a:t>
            </a:r>
            <a:r>
              <a:rPr lang="en-US" altLang="en-US" dirty="0"/>
              <a:t>– any mechanism for controlling access of processes or users to resources defined by the OS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Security </a:t>
            </a:r>
            <a:r>
              <a:rPr lang="en-US" altLang="en-US" dirty="0"/>
              <a:t>– defense of the system against internal and external attacks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Huge range, including denial-of-service, worms, viruses, identity theft, theft of service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Systems generally first distinguish among users, to determine who can do what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User identities (</a:t>
            </a:r>
            <a:r>
              <a:rPr lang="en-US" altLang="en-US" b="1" dirty="0">
                <a:solidFill>
                  <a:srgbClr val="3366FF"/>
                </a:solidFill>
              </a:rPr>
              <a:t>user IDs</a:t>
            </a:r>
            <a:r>
              <a:rPr lang="en-US" altLang="en-US" dirty="0"/>
              <a:t>, security IDs) include name and associated number, one per user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User ID then associated with all files, processes of that user to determine access control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Group identifier (</a:t>
            </a:r>
            <a:r>
              <a:rPr lang="en-US" altLang="en-US" b="1" dirty="0">
                <a:solidFill>
                  <a:srgbClr val="3366FF"/>
                </a:solidFill>
              </a:rPr>
              <a:t>group ID</a:t>
            </a:r>
            <a:r>
              <a:rPr lang="en-US" altLang="en-US" dirty="0"/>
              <a:t>) allows set of users to be defined and controls managed, then also associated with each process, file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Privilege escalation </a:t>
            </a:r>
            <a:r>
              <a:rPr lang="en-US" altLang="en-US" dirty="0"/>
              <a:t>allows user to change to effective ID with more rights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654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7A3056-9B88-444B-94DA-40B0F2C6E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3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BB47C8-6BD8-8548-A08B-FAB55871B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5"/>
            <a:ext cx="3630168" cy="1677467"/>
          </a:xfrm>
        </p:spPr>
        <p:txBody>
          <a:bodyPr>
            <a:normAutofit/>
          </a:bodyPr>
          <a:lstStyle/>
          <a:p>
            <a:r>
              <a:rPr lang="en-US" sz="4400" dirty="0"/>
              <a:t>End of Week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20BD55-A71A-48C6-B0F7-235147F39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39130" y="2423548"/>
            <a:ext cx="356616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A215CF0-5E5E-4D2E-B3AE-366652A36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396" y="0"/>
            <a:ext cx="6909991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6350" ty="-10160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0D59D-6C68-4512-C445-AE23A57BA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2037908-16EE-4428-8F70-7D05C8EAE2D6}" type="slidenum">
              <a:rPr lang="en-US" smtClean="0"/>
              <a:pPr>
                <a:spcAft>
                  <a:spcPts val="600"/>
                </a:spcAft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78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30d3476f-ec53-4671-8980-d10767fdaaec" xsi:nil="true"/>
    <MigrationWizIdPermissions xmlns="30d3476f-ec53-4671-8980-d10767fdaaec" xsi:nil="true"/>
    <_activity xmlns="30d3476f-ec53-4671-8980-d10767fdaaec" xsi:nil="true"/>
    <MigrationWizIdVersion xmlns="30d3476f-ec53-4671-8980-d10767fdaae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BE5400CADFA0469A091337646547C3" ma:contentTypeVersion="15" ma:contentTypeDescription="Create a new document." ma:contentTypeScope="" ma:versionID="a159abf626b7ae748b642627cf780eb4">
  <xsd:schema xmlns:xsd="http://www.w3.org/2001/XMLSchema" xmlns:xs="http://www.w3.org/2001/XMLSchema" xmlns:p="http://schemas.microsoft.com/office/2006/metadata/properties" xmlns:ns3="30d3476f-ec53-4671-8980-d10767fdaaec" xmlns:ns4="4b97df95-d6ed-4c71-86d4-bf7c4bd3aaf0" targetNamespace="http://schemas.microsoft.com/office/2006/metadata/properties" ma:root="true" ma:fieldsID="11d25a122ec29dbd4440de6415435311" ns3:_="" ns4:_="">
    <xsd:import namespace="30d3476f-ec53-4671-8980-d10767fdaaec"/>
    <xsd:import namespace="4b97df95-d6ed-4c71-86d4-bf7c4bd3aaf0"/>
    <xsd:element name="properties">
      <xsd:complexType>
        <xsd:sequence>
          <xsd:element name="documentManagement">
            <xsd:complexType>
              <xsd:all>
                <xsd:element ref="ns3:MigrationWizId" minOccurs="0"/>
                <xsd:element ref="ns3:MigrationWizIdPermissions" minOccurs="0"/>
                <xsd:element ref="ns3:MigrationWizIdVersion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3476f-ec53-4671-8980-d10767fdaaec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97df95-d6ed-4c71-86d4-bf7c4bd3aaf0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5BFC6E3-A980-4DEC-A54B-F57AB042A59B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4b97df95-d6ed-4c71-86d4-bf7c4bd3aaf0"/>
    <ds:schemaRef ds:uri="http://schemas.microsoft.com/office/2006/documentManagement/types"/>
    <ds:schemaRef ds:uri="30d3476f-ec53-4671-8980-d10767fdaaec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0878B6C-9C19-4992-A2CC-1243AA3F7C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d3476f-ec53-4671-8980-d10767fdaaec"/>
    <ds:schemaRef ds:uri="4b97df95-d6ed-4c71-86d4-bf7c4bd3aa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EFA3255-2DC8-4137-A082-CD7B359132A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143</TotalTime>
  <Words>1918</Words>
  <Application>Microsoft Macintosh PowerPoint</Application>
  <PresentationFormat>Widescreen</PresentationFormat>
  <Paragraphs>355</Paragraphs>
  <Slides>45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Calibri</vt:lpstr>
      <vt:lpstr>Monotype Sorts</vt:lpstr>
      <vt:lpstr>Times New Roman</vt:lpstr>
      <vt:lpstr>Tw Cen MT</vt:lpstr>
      <vt:lpstr>Tw Cen MT Condensed</vt:lpstr>
      <vt:lpstr>Wingdings 3</vt:lpstr>
      <vt:lpstr>Integral</vt:lpstr>
      <vt:lpstr>HDDS1104 Operating Systems and Networking</vt:lpstr>
      <vt:lpstr>Intended Learning Outcomes</vt:lpstr>
      <vt:lpstr>Operating System Functionalities</vt:lpstr>
      <vt:lpstr>What is an Operating System?</vt:lpstr>
      <vt:lpstr>What Operating Systems Do</vt:lpstr>
      <vt:lpstr>Operating System Definition</vt:lpstr>
      <vt:lpstr>Operating System Definition (Cont.)</vt:lpstr>
      <vt:lpstr>Types of Operating systems</vt:lpstr>
      <vt:lpstr>Computing Environments</vt:lpstr>
      <vt:lpstr>Traditional Computing Environment</vt:lpstr>
      <vt:lpstr>Computing Environments - Mobile</vt:lpstr>
      <vt:lpstr>Virtualization</vt:lpstr>
      <vt:lpstr>Virtualization vs Emulation</vt:lpstr>
      <vt:lpstr>Virtualization - Use cases</vt:lpstr>
      <vt:lpstr>Virtualization</vt:lpstr>
      <vt:lpstr>Cloud Computing</vt:lpstr>
      <vt:lpstr>Service Models in Cloud Computing</vt:lpstr>
      <vt:lpstr>Cloud Computing environments</vt:lpstr>
      <vt:lpstr>Cloud Computing</vt:lpstr>
      <vt:lpstr>Other Computing Environments</vt:lpstr>
      <vt:lpstr>Operating System Structures</vt:lpstr>
      <vt:lpstr>Components of Computer System</vt:lpstr>
      <vt:lpstr>Components of Computer System</vt:lpstr>
      <vt:lpstr>Hardware</vt:lpstr>
      <vt:lpstr>A Dual-Core Design</vt:lpstr>
      <vt:lpstr>Symmetric Multiprocessing Architecture</vt:lpstr>
      <vt:lpstr>Computer-System Operation</vt:lpstr>
      <vt:lpstr>Storage Structure</vt:lpstr>
      <vt:lpstr>Storage Hierarchy</vt:lpstr>
      <vt:lpstr>Storage-Device Hierarchy</vt:lpstr>
      <vt:lpstr>Caching</vt:lpstr>
      <vt:lpstr>System call &amp; Kernel service</vt:lpstr>
      <vt:lpstr>Kernel</vt:lpstr>
      <vt:lpstr>Computer Startup</vt:lpstr>
      <vt:lpstr>Common Functions of Interrupts</vt:lpstr>
      <vt:lpstr>Interrupt Handling</vt:lpstr>
      <vt:lpstr>Interrupt Timeline</vt:lpstr>
      <vt:lpstr>I/O Structure</vt:lpstr>
      <vt:lpstr>Operating-System Operations</vt:lpstr>
      <vt:lpstr>Operating-System Operations (cont.)</vt:lpstr>
      <vt:lpstr>Transition from User to Kernel Mode</vt:lpstr>
      <vt:lpstr>Transition from User to Kernel Mode</vt:lpstr>
      <vt:lpstr>Introduction to OS functions</vt:lpstr>
      <vt:lpstr>Protection and Security</vt:lpstr>
      <vt:lpstr>End of Week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HDDS1104 Operating Systems and Networking</dc:title>
  <dc:creator>Fung Cheuk Luk</dc:creator>
  <cp:lastModifiedBy>Simon Li</cp:lastModifiedBy>
  <cp:revision>35</cp:revision>
  <cp:lastPrinted>2023-01-12T02:19:31Z</cp:lastPrinted>
  <dcterms:created xsi:type="dcterms:W3CDTF">2023-01-11T06:01:27Z</dcterms:created>
  <dcterms:modified xsi:type="dcterms:W3CDTF">2026-01-13T11:05:37Z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0x0101006CBE5400CADFA0469A091337646547C3</vt:lpwstr>
  </property>
</Properties>
</file>