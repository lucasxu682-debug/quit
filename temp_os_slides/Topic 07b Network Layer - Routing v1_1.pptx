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28"/>
  </p:notesMasterIdLst>
  <p:handoutMasterIdLst>
    <p:handoutMasterId r:id="rId29"/>
  </p:handoutMasterIdLst>
  <p:sldIdLst>
    <p:sldId id="257" r:id="rId5"/>
    <p:sldId id="259" r:id="rId6"/>
    <p:sldId id="260" r:id="rId7"/>
    <p:sldId id="348" r:id="rId8"/>
    <p:sldId id="325" r:id="rId9"/>
    <p:sldId id="326" r:id="rId10"/>
    <p:sldId id="327" r:id="rId11"/>
    <p:sldId id="328" r:id="rId12"/>
    <p:sldId id="331" r:id="rId13"/>
    <p:sldId id="332" r:id="rId14"/>
    <p:sldId id="333" r:id="rId15"/>
    <p:sldId id="330" r:id="rId16"/>
    <p:sldId id="334" r:id="rId17"/>
    <p:sldId id="329" r:id="rId18"/>
    <p:sldId id="335" r:id="rId19"/>
    <p:sldId id="336" r:id="rId20"/>
    <p:sldId id="337" r:id="rId21"/>
    <p:sldId id="340" r:id="rId22"/>
    <p:sldId id="338" r:id="rId23"/>
    <p:sldId id="339" r:id="rId24"/>
    <p:sldId id="341" r:id="rId25"/>
    <p:sldId id="347" r:id="rId26"/>
    <p:sldId id="346" r:id="rId27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90" autoAdjust="0"/>
    <p:restoredTop sz="96218" autoAdjust="0"/>
  </p:normalViewPr>
  <p:slideViewPr>
    <p:cSldViewPr snapToGrid="0">
      <p:cViewPr varScale="1">
        <p:scale>
          <a:sx n="65" d="100"/>
          <a:sy n="65" d="100"/>
        </p:scale>
        <p:origin x="138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A94A67B5-D675-48F1-BE77-66606163E92D}"/>
    <pc:docChg chg="custSel addSld delSld modSld">
      <pc:chgData name="Ben C L FUNG" userId="2bc1a8d8-82cc-46fb-a66a-21e3967849fb" providerId="ADAL" clId="{A94A67B5-D675-48F1-BE77-66606163E92D}" dt="2023-02-08T13:51:45.178" v="142" actId="27636"/>
      <pc:docMkLst>
        <pc:docMk/>
      </pc:docMkLst>
      <pc:sldChg chg="modSp mod">
        <pc:chgData name="Ben C L FUNG" userId="2bc1a8d8-82cc-46fb-a66a-21e3967849fb" providerId="ADAL" clId="{A94A67B5-D675-48F1-BE77-66606163E92D}" dt="2023-02-08T13:45:31.814" v="89" actId="20577"/>
        <pc:sldMkLst>
          <pc:docMk/>
          <pc:sldMk cId="1613474009" sldId="257"/>
        </pc:sldMkLst>
        <pc:spChg chg="mod">
          <ac:chgData name="Ben C L FUNG" userId="2bc1a8d8-82cc-46fb-a66a-21e3967849fb" providerId="ADAL" clId="{A94A67B5-D675-48F1-BE77-66606163E92D}" dt="2023-02-08T13:45:31.814" v="89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A94A67B5-D675-48F1-BE77-66606163E92D}" dt="2023-02-08T13:45:56.350" v="101" actId="20577"/>
        <pc:sldMkLst>
          <pc:docMk/>
          <pc:sldMk cId="2368919398" sldId="259"/>
        </pc:sldMkLst>
        <pc:spChg chg="mod">
          <ac:chgData name="Ben C L FUNG" userId="2bc1a8d8-82cc-46fb-a66a-21e3967849fb" providerId="ADAL" clId="{A94A67B5-D675-48F1-BE77-66606163E92D}" dt="2023-02-08T13:45:56.350" v="101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84542955" sldId="26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62806213" sldId="26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37506441" sldId="26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718769407" sldId="26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23993323" sldId="26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19549267" sldId="27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582707076" sldId="27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05213590" sldId="27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12661107" sldId="28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79582460" sldId="28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4763862" sldId="28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736765447" sldId="29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006402878" sldId="31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65731510" sldId="32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9348982" sldId="329"/>
        </pc:sldMkLst>
      </pc:sldChg>
      <pc:sldChg chg="add del">
        <pc:chgData name="Ben C L FUNG" userId="2bc1a8d8-82cc-46fb-a66a-21e3967849fb" providerId="ADAL" clId="{A94A67B5-D675-48F1-BE77-66606163E92D}" dt="2023-02-08T13:45:35.804" v="90" actId="47"/>
        <pc:sldMkLst>
          <pc:docMk/>
          <pc:sldMk cId="538108449" sldId="33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07442616" sldId="331"/>
        </pc:sldMkLst>
      </pc:sldChg>
      <pc:sldChg chg="modSp add mod">
        <pc:chgData name="Ben C L FUNG" userId="2bc1a8d8-82cc-46fb-a66a-21e3967849fb" providerId="ADAL" clId="{A94A67B5-D675-48F1-BE77-66606163E92D}" dt="2023-02-08T13:51:45.178" v="142" actId="27636"/>
        <pc:sldMkLst>
          <pc:docMk/>
          <pc:sldMk cId="378321362" sldId="332"/>
        </pc:sldMkLst>
        <pc:spChg chg="mod">
          <ac:chgData name="Ben C L FUNG" userId="2bc1a8d8-82cc-46fb-a66a-21e3967849fb" providerId="ADAL" clId="{A94A67B5-D675-48F1-BE77-66606163E92D}" dt="2023-02-08T13:46:07.412" v="113" actId="1076"/>
          <ac:spMkLst>
            <pc:docMk/>
            <pc:sldMk cId="378321362" sldId="332"/>
            <ac:spMk id="4098" creationId="{681931CD-6CF2-193B-4065-F60A17C33A58}"/>
          </ac:spMkLst>
        </pc:spChg>
        <pc:spChg chg="mod">
          <ac:chgData name="Ben C L FUNG" userId="2bc1a8d8-82cc-46fb-a66a-21e3967849fb" providerId="ADAL" clId="{A94A67B5-D675-48F1-BE77-66606163E92D}" dt="2023-02-08T13:51:45.178" v="142" actId="27636"/>
          <ac:spMkLst>
            <pc:docMk/>
            <pc:sldMk cId="378321362" sldId="332"/>
            <ac:spMk id="4099" creationId="{0F56F6C0-9125-114A-569E-A030F636DE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42966114" sldId="332"/>
        </pc:sldMkLst>
      </pc:sldChg>
      <pc:sldChg chg="modSp add del mod">
        <pc:chgData name="Ben C L FUNG" userId="2bc1a8d8-82cc-46fb-a66a-21e3967849fb" providerId="ADAL" clId="{A94A67B5-D675-48F1-BE77-66606163E92D}" dt="2023-02-08T13:46:11.644" v="114" actId="47"/>
        <pc:sldMkLst>
          <pc:docMk/>
          <pc:sldMk cId="3808124047" sldId="333"/>
        </pc:sldMkLst>
        <pc:spChg chg="mod">
          <ac:chgData name="Ben C L FUNG" userId="2bc1a8d8-82cc-46fb-a66a-21e3967849fb" providerId="ADAL" clId="{A94A67B5-D675-48F1-BE77-66606163E92D}" dt="2023-02-08T13:44:54.336" v="5" actId="27636"/>
          <ac:spMkLst>
            <pc:docMk/>
            <pc:sldMk cId="3808124047" sldId="333"/>
            <ac:spMk id="5122" creationId="{A74025CF-235C-BB10-EA49-D60C961E1F28}"/>
          </ac:spMkLst>
        </pc:spChg>
        <pc:spChg chg="mod">
          <ac:chgData name="Ben C L FUNG" userId="2bc1a8d8-82cc-46fb-a66a-21e3967849fb" providerId="ADAL" clId="{A94A67B5-D675-48F1-BE77-66606163E92D}" dt="2023-02-08T13:44:54.335" v="4" actId="27636"/>
          <ac:spMkLst>
            <pc:docMk/>
            <pc:sldMk cId="3808124047" sldId="333"/>
            <ac:spMk id="5123" creationId="{F92B6E4B-B642-F8F7-B3B8-D92CCD64E8D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946441910" sldId="333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197716553" sldId="334"/>
        </pc:sldMkLst>
      </pc:sldChg>
      <pc:sldChg chg="modSp add mod">
        <pc:chgData name="Ben C L FUNG" userId="2bc1a8d8-82cc-46fb-a66a-21e3967849fb" providerId="ADAL" clId="{A94A67B5-D675-48F1-BE77-66606163E92D}" dt="2023-02-08T13:44:54.354" v="7" actId="27636"/>
        <pc:sldMkLst>
          <pc:docMk/>
          <pc:sldMk cId="3213638072" sldId="334"/>
        </pc:sldMkLst>
        <pc:spChg chg="mod">
          <ac:chgData name="Ben C L FUNG" userId="2bc1a8d8-82cc-46fb-a66a-21e3967849fb" providerId="ADAL" clId="{A94A67B5-D675-48F1-BE77-66606163E92D}" dt="2023-02-08T13:44:54.354" v="7" actId="27636"/>
          <ac:spMkLst>
            <pc:docMk/>
            <pc:sldMk cId="3213638072" sldId="334"/>
            <ac:spMk id="6146" creationId="{DB3F4CE1-F66D-056C-F15E-8ECB23744407}"/>
          </ac:spMkLst>
        </pc:spChg>
        <pc:spChg chg="mod">
          <ac:chgData name="Ben C L FUNG" userId="2bc1a8d8-82cc-46fb-a66a-21e3967849fb" providerId="ADAL" clId="{A94A67B5-D675-48F1-BE77-66606163E92D}" dt="2023-02-08T13:44:54.353" v="6" actId="27636"/>
          <ac:spMkLst>
            <pc:docMk/>
            <pc:sldMk cId="3213638072" sldId="334"/>
            <ac:spMk id="6147" creationId="{7F1DA558-62CE-BC6E-F6E8-9764646C842D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83094066" sldId="335"/>
        </pc:sldMkLst>
      </pc:sldChg>
      <pc:sldChg chg="modSp add mod">
        <pc:chgData name="Ben C L FUNG" userId="2bc1a8d8-82cc-46fb-a66a-21e3967849fb" providerId="ADAL" clId="{A94A67B5-D675-48F1-BE77-66606163E92D}" dt="2023-02-08T13:44:54.382" v="9" actId="27636"/>
        <pc:sldMkLst>
          <pc:docMk/>
          <pc:sldMk cId="3559719923" sldId="335"/>
        </pc:sldMkLst>
        <pc:spChg chg="mod">
          <ac:chgData name="Ben C L FUNG" userId="2bc1a8d8-82cc-46fb-a66a-21e3967849fb" providerId="ADAL" clId="{A94A67B5-D675-48F1-BE77-66606163E92D}" dt="2023-02-08T13:44:54.382" v="9" actId="27636"/>
          <ac:spMkLst>
            <pc:docMk/>
            <pc:sldMk cId="3559719923" sldId="335"/>
            <ac:spMk id="7170" creationId="{A48C3067-DA90-5A9E-C4A7-778606AC2609}"/>
          </ac:spMkLst>
        </pc:spChg>
        <pc:spChg chg="mod">
          <ac:chgData name="Ben C L FUNG" userId="2bc1a8d8-82cc-46fb-a66a-21e3967849fb" providerId="ADAL" clId="{A94A67B5-D675-48F1-BE77-66606163E92D}" dt="2023-02-08T13:44:54.382" v="8" actId="27636"/>
          <ac:spMkLst>
            <pc:docMk/>
            <pc:sldMk cId="3559719923" sldId="335"/>
            <ac:spMk id="7171" creationId="{2595CE02-C5C3-C4C3-A4A7-8862D65592A4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385" v="10" actId="27636"/>
        <pc:sldMkLst>
          <pc:docMk/>
          <pc:sldMk cId="1314988722" sldId="336"/>
        </pc:sldMkLst>
        <pc:spChg chg="mod">
          <ac:chgData name="Ben C L FUNG" userId="2bc1a8d8-82cc-46fb-a66a-21e3967849fb" providerId="ADAL" clId="{A94A67B5-D675-48F1-BE77-66606163E92D}" dt="2023-02-08T13:44:54.385" v="10" actId="27636"/>
          <ac:spMkLst>
            <pc:docMk/>
            <pc:sldMk cId="1314988722" sldId="336"/>
            <ac:spMk id="8194" creationId="{7B82919E-D880-3FD4-F446-AF6AC4CAC1E1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923947471" sldId="336"/>
        </pc:sldMkLst>
      </pc:sldChg>
      <pc:sldChg chg="modSp add mod">
        <pc:chgData name="Ben C L FUNG" userId="2bc1a8d8-82cc-46fb-a66a-21e3967849fb" providerId="ADAL" clId="{A94A67B5-D675-48F1-BE77-66606163E92D}" dt="2023-02-08T13:44:54.407" v="12" actId="27636"/>
        <pc:sldMkLst>
          <pc:docMk/>
          <pc:sldMk cId="2699283521" sldId="337"/>
        </pc:sldMkLst>
        <pc:spChg chg="mod">
          <ac:chgData name="Ben C L FUNG" userId="2bc1a8d8-82cc-46fb-a66a-21e3967849fb" providerId="ADAL" clId="{A94A67B5-D675-48F1-BE77-66606163E92D}" dt="2023-02-08T13:44:54.387" v="11" actId="27636"/>
          <ac:spMkLst>
            <pc:docMk/>
            <pc:sldMk cId="2699283521" sldId="337"/>
            <ac:spMk id="9218" creationId="{699FEEFB-26D5-9BA5-E841-D84FE697C3C5}"/>
          </ac:spMkLst>
        </pc:spChg>
        <pc:spChg chg="mod">
          <ac:chgData name="Ben C L FUNG" userId="2bc1a8d8-82cc-46fb-a66a-21e3967849fb" providerId="ADAL" clId="{A94A67B5-D675-48F1-BE77-66606163E92D}" dt="2023-02-08T13:44:54.407" v="12" actId="27636"/>
          <ac:spMkLst>
            <pc:docMk/>
            <pc:sldMk cId="2699283521" sldId="337"/>
            <ac:spMk id="9219" creationId="{98685F08-0F1D-0F63-9339-A4028DD2FC69}"/>
          </ac:spMkLst>
        </pc:spChg>
      </pc:sldChg>
      <pc:sldChg chg="add del">
        <pc:chgData name="Ben C L FUNG" userId="2bc1a8d8-82cc-46fb-a66a-21e3967849fb" providerId="ADAL" clId="{A94A67B5-D675-48F1-BE77-66606163E92D}" dt="2023-02-08T13:50:27.982" v="139" actId="47"/>
        <pc:sldMkLst>
          <pc:docMk/>
          <pc:sldMk cId="3381135902" sldId="33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806349047" sldId="33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18705715" sldId="339"/>
        </pc:sldMkLst>
      </pc:sldChg>
      <pc:sldChg chg="modSp add mod">
        <pc:chgData name="Ben C L FUNG" userId="2bc1a8d8-82cc-46fb-a66a-21e3967849fb" providerId="ADAL" clId="{A94A67B5-D675-48F1-BE77-66606163E92D}" dt="2023-02-08T13:44:54.434" v="14" actId="27636"/>
        <pc:sldMkLst>
          <pc:docMk/>
          <pc:sldMk cId="1986832198" sldId="339"/>
        </pc:sldMkLst>
        <pc:spChg chg="mod">
          <ac:chgData name="Ben C L FUNG" userId="2bc1a8d8-82cc-46fb-a66a-21e3967849fb" providerId="ADAL" clId="{A94A67B5-D675-48F1-BE77-66606163E92D}" dt="2023-02-08T13:44:54.434" v="14" actId="27636"/>
          <ac:spMkLst>
            <pc:docMk/>
            <pc:sldMk cId="1986832198" sldId="339"/>
            <ac:spMk id="11266" creationId="{5BA6840F-E016-2F02-247E-CA9091CC0C79}"/>
          </ac:spMkLst>
        </pc:spChg>
        <pc:spChg chg="mod">
          <ac:chgData name="Ben C L FUNG" userId="2bc1a8d8-82cc-46fb-a66a-21e3967849fb" providerId="ADAL" clId="{A94A67B5-D675-48F1-BE77-66606163E92D}" dt="2023-02-08T13:44:54.433" v="13" actId="27636"/>
          <ac:spMkLst>
            <pc:docMk/>
            <pc:sldMk cId="1986832198" sldId="339"/>
            <ac:spMk id="27651" creationId="{54A31025-264E-3222-BF4E-97E8E5D9FC8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460" v="16" actId="27636"/>
        <pc:sldMkLst>
          <pc:docMk/>
          <pc:sldMk cId="957866047" sldId="340"/>
        </pc:sldMkLst>
        <pc:spChg chg="mod">
          <ac:chgData name="Ben C L FUNG" userId="2bc1a8d8-82cc-46fb-a66a-21e3967849fb" providerId="ADAL" clId="{A94A67B5-D675-48F1-BE77-66606163E92D}" dt="2023-02-08T13:44:54.460" v="16" actId="27636"/>
          <ac:spMkLst>
            <pc:docMk/>
            <pc:sldMk cId="957866047" sldId="340"/>
            <ac:spMk id="12290" creationId="{98CB7133-4871-4837-DA08-C0B401A4C1D4}"/>
          </ac:spMkLst>
        </pc:spChg>
        <pc:spChg chg="mod">
          <ac:chgData name="Ben C L FUNG" userId="2bc1a8d8-82cc-46fb-a66a-21e3967849fb" providerId="ADAL" clId="{A94A67B5-D675-48F1-BE77-66606163E92D}" dt="2023-02-08T13:44:54.459" v="15" actId="27636"/>
          <ac:spMkLst>
            <pc:docMk/>
            <pc:sldMk cId="957866047" sldId="340"/>
            <ac:spMk id="12291" creationId="{DD45CBC1-8793-F63A-44A0-B24874D8ED7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719621672" sldId="34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44147216" sldId="341"/>
        </pc:sldMkLst>
      </pc:sldChg>
      <pc:sldChg chg="modSp add mod">
        <pc:chgData name="Ben C L FUNG" userId="2bc1a8d8-82cc-46fb-a66a-21e3967849fb" providerId="ADAL" clId="{A94A67B5-D675-48F1-BE77-66606163E92D}" dt="2023-02-08T13:44:54.462" v="17" actId="27636"/>
        <pc:sldMkLst>
          <pc:docMk/>
          <pc:sldMk cId="1672911594" sldId="341"/>
        </pc:sldMkLst>
        <pc:spChg chg="mod">
          <ac:chgData name="Ben C L FUNG" userId="2bc1a8d8-82cc-46fb-a66a-21e3967849fb" providerId="ADAL" clId="{A94A67B5-D675-48F1-BE77-66606163E92D}" dt="2023-02-08T13:44:54.462" v="17" actId="27636"/>
          <ac:spMkLst>
            <pc:docMk/>
            <pc:sldMk cId="1672911594" sldId="341"/>
            <ac:spMk id="13314" creationId="{0116996D-704E-2F43-BD0B-EF434DE1ED4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8413500" sldId="342"/>
        </pc:sldMkLst>
      </pc:sldChg>
      <pc:sldChg chg="add del">
        <pc:chgData name="Ben C L FUNG" userId="2bc1a8d8-82cc-46fb-a66a-21e3967849fb" providerId="ADAL" clId="{A94A67B5-D675-48F1-BE77-66606163E92D}" dt="2023-02-08T13:51:31.870" v="140" actId="47"/>
        <pc:sldMkLst>
          <pc:docMk/>
          <pc:sldMk cId="1895437653" sldId="342"/>
        </pc:sldMkLst>
      </pc:sldChg>
      <pc:sldChg chg="modSp add mod">
        <pc:chgData name="Ben C L FUNG" userId="2bc1a8d8-82cc-46fb-a66a-21e3967849fb" providerId="ADAL" clId="{A94A67B5-D675-48F1-BE77-66606163E92D}" dt="2023-02-08T13:44:54.482" v="19" actId="27636"/>
        <pc:sldMkLst>
          <pc:docMk/>
          <pc:sldMk cId="937853958" sldId="343"/>
        </pc:sldMkLst>
        <pc:spChg chg="mod">
          <ac:chgData name="Ben C L FUNG" userId="2bc1a8d8-82cc-46fb-a66a-21e3967849fb" providerId="ADAL" clId="{A94A67B5-D675-48F1-BE77-66606163E92D}" dt="2023-02-08T13:44:54.482" v="19" actId="27636"/>
          <ac:spMkLst>
            <pc:docMk/>
            <pc:sldMk cId="937853958" sldId="343"/>
            <ac:spMk id="15362" creationId="{BCB9253C-E1B5-7D18-71A3-DD70E517A911}"/>
          </ac:spMkLst>
        </pc:spChg>
        <pc:spChg chg="mod">
          <ac:chgData name="Ben C L FUNG" userId="2bc1a8d8-82cc-46fb-a66a-21e3967849fb" providerId="ADAL" clId="{A94A67B5-D675-48F1-BE77-66606163E92D}" dt="2023-02-08T13:44:54.481" v="18" actId="27636"/>
          <ac:spMkLst>
            <pc:docMk/>
            <pc:sldMk cId="937853958" sldId="343"/>
            <ac:spMk id="15363" creationId="{9A04E522-5D2B-27EA-22BD-17C167B4989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54306053" sldId="343"/>
        </pc:sldMkLst>
      </pc:sldChg>
      <pc:sldChg chg="modSp add mod">
        <pc:chgData name="Ben C L FUNG" userId="2bc1a8d8-82cc-46fb-a66a-21e3967849fb" providerId="ADAL" clId="{A94A67B5-D675-48F1-BE77-66606163E92D}" dt="2023-02-08T13:44:54.506" v="21" actId="27636"/>
        <pc:sldMkLst>
          <pc:docMk/>
          <pc:sldMk cId="1250378214" sldId="344"/>
        </pc:sldMkLst>
        <pc:spChg chg="mod">
          <ac:chgData name="Ben C L FUNG" userId="2bc1a8d8-82cc-46fb-a66a-21e3967849fb" providerId="ADAL" clId="{A94A67B5-D675-48F1-BE77-66606163E92D}" dt="2023-02-08T13:44:54.485" v="20" actId="27636"/>
          <ac:spMkLst>
            <pc:docMk/>
            <pc:sldMk cId="1250378214" sldId="344"/>
            <ac:spMk id="16386" creationId="{A2D23D7D-E3ED-5A34-4837-5DDE4EDD2470}"/>
          </ac:spMkLst>
        </pc:spChg>
        <pc:spChg chg="mod">
          <ac:chgData name="Ben C L FUNG" userId="2bc1a8d8-82cc-46fb-a66a-21e3967849fb" providerId="ADAL" clId="{A94A67B5-D675-48F1-BE77-66606163E92D}" dt="2023-02-08T13:44:54.506" v="21" actId="27636"/>
          <ac:spMkLst>
            <pc:docMk/>
            <pc:sldMk cId="1250378214" sldId="344"/>
            <ac:spMk id="16387" creationId="{B7D07B88-D56C-F71F-1D1E-4324FD9B20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21148625" sldId="344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1072170" sldId="345"/>
        </pc:sldMkLst>
      </pc:sldChg>
      <pc:sldChg chg="modSp add del mod">
        <pc:chgData name="Ben C L FUNG" userId="2bc1a8d8-82cc-46fb-a66a-21e3967849fb" providerId="ADAL" clId="{A94A67B5-D675-48F1-BE77-66606163E92D}" dt="2023-02-08T13:50:01.659" v="138" actId="47"/>
        <pc:sldMkLst>
          <pc:docMk/>
          <pc:sldMk cId="4155532653" sldId="345"/>
        </pc:sldMkLst>
        <pc:spChg chg="mod">
          <ac:chgData name="Ben C L FUNG" userId="2bc1a8d8-82cc-46fb-a66a-21e3967849fb" providerId="ADAL" clId="{A94A67B5-D675-48F1-BE77-66606163E92D}" dt="2023-02-08T13:44:54.510" v="22" actId="27636"/>
          <ac:spMkLst>
            <pc:docMk/>
            <pc:sldMk cId="4155532653" sldId="345"/>
            <ac:spMk id="17410" creationId="{5B5A8F69-B6FF-AB8D-0D82-73381EEF184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20793727" sldId="346"/>
        </pc:sldMkLst>
      </pc:sldChg>
      <pc:sldChg chg="modSp add mod">
        <pc:chgData name="Ben C L FUNG" userId="2bc1a8d8-82cc-46fb-a66a-21e3967849fb" providerId="ADAL" clId="{A94A67B5-D675-48F1-BE77-66606163E92D}" dt="2023-02-08T13:44:54.539" v="24" actId="27636"/>
        <pc:sldMkLst>
          <pc:docMk/>
          <pc:sldMk cId="3756824477" sldId="346"/>
        </pc:sldMkLst>
        <pc:spChg chg="mod">
          <ac:chgData name="Ben C L FUNG" userId="2bc1a8d8-82cc-46fb-a66a-21e3967849fb" providerId="ADAL" clId="{A94A67B5-D675-48F1-BE77-66606163E92D}" dt="2023-02-08T13:44:54.539" v="24" actId="27636"/>
          <ac:spMkLst>
            <pc:docMk/>
            <pc:sldMk cId="3756824477" sldId="346"/>
            <ac:spMk id="18434" creationId="{F61D71AE-F617-93CD-B055-573CCE4012FE}"/>
          </ac:spMkLst>
        </pc:spChg>
        <pc:spChg chg="mod">
          <ac:chgData name="Ben C L FUNG" userId="2bc1a8d8-82cc-46fb-a66a-21e3967849fb" providerId="ADAL" clId="{A94A67B5-D675-48F1-BE77-66606163E92D}" dt="2023-02-08T13:44:54.538" v="23" actId="27636"/>
          <ac:spMkLst>
            <pc:docMk/>
            <pc:sldMk cId="3756824477" sldId="346"/>
            <ac:spMk id="18435" creationId="{680A9FCE-E88A-3221-D3A7-7BC6E997500B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542" v="25" actId="27636"/>
        <pc:sldMkLst>
          <pc:docMk/>
          <pc:sldMk cId="398213225" sldId="347"/>
        </pc:sldMkLst>
        <pc:spChg chg="mod">
          <ac:chgData name="Ben C L FUNG" userId="2bc1a8d8-82cc-46fb-a66a-21e3967849fb" providerId="ADAL" clId="{A94A67B5-D675-48F1-BE77-66606163E92D}" dt="2023-02-08T13:44:54.542" v="25" actId="27636"/>
          <ac:spMkLst>
            <pc:docMk/>
            <pc:sldMk cId="398213225" sldId="347"/>
            <ac:spMk id="19458" creationId="{DE56BF53-C977-E1B6-8253-94F2685EAFF6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38805331" sldId="34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43780382" sldId="348"/>
        </pc:sldMkLst>
      </pc:sldChg>
      <pc:sldChg chg="modSp add mod">
        <pc:chgData name="Ben C L FUNG" userId="2bc1a8d8-82cc-46fb-a66a-21e3967849fb" providerId="ADAL" clId="{A94A67B5-D675-48F1-BE77-66606163E92D}" dt="2023-02-08T13:44:54.544" v="26" actId="27636"/>
        <pc:sldMkLst>
          <pc:docMk/>
          <pc:sldMk cId="3047370917" sldId="348"/>
        </pc:sldMkLst>
        <pc:spChg chg="mod">
          <ac:chgData name="Ben C L FUNG" userId="2bc1a8d8-82cc-46fb-a66a-21e3967849fb" providerId="ADAL" clId="{A94A67B5-D675-48F1-BE77-66606163E92D}" dt="2023-02-08T13:44:54.544" v="26" actId="27636"/>
          <ac:spMkLst>
            <pc:docMk/>
            <pc:sldMk cId="3047370917" sldId="348"/>
            <ac:spMk id="20482" creationId="{A9B6D5F6-919E-FE29-3437-8C38347B9ACC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560" v="28" actId="27636"/>
        <pc:sldMkLst>
          <pc:docMk/>
          <pc:sldMk cId="0" sldId="349"/>
        </pc:sldMkLst>
        <pc:spChg chg="mod">
          <ac:chgData name="Ben C L FUNG" userId="2bc1a8d8-82cc-46fb-a66a-21e3967849fb" providerId="ADAL" clId="{A94A67B5-D675-48F1-BE77-66606163E92D}" dt="2023-02-08T13:44:54.560" v="28" actId="27636"/>
          <ac:spMkLst>
            <pc:docMk/>
            <pc:sldMk cId="0" sldId="349"/>
            <ac:spMk id="21506" creationId="{C21B0069-3A55-39F6-BB2A-A5445A56A263}"/>
          </ac:spMkLst>
        </pc:spChg>
        <pc:spChg chg="mod">
          <ac:chgData name="Ben C L FUNG" userId="2bc1a8d8-82cc-46fb-a66a-21e3967849fb" providerId="ADAL" clId="{A94A67B5-D675-48F1-BE77-66606163E92D}" dt="2023-02-08T13:44:54.559" v="27" actId="27636"/>
          <ac:spMkLst>
            <pc:docMk/>
            <pc:sldMk cId="0" sldId="349"/>
            <ac:spMk id="21507" creationId="{46E5CF2E-FED3-0450-7F6C-98B6E2B6367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13622959" sldId="349"/>
        </pc:sldMkLst>
      </pc:sldChg>
      <pc:sldChg chg="modSp add mod">
        <pc:chgData name="Ben C L FUNG" userId="2bc1a8d8-82cc-46fb-a66a-21e3967849fb" providerId="ADAL" clId="{A94A67B5-D675-48F1-BE77-66606163E92D}" dt="2023-02-08T13:44:54.580" v="30" actId="27636"/>
        <pc:sldMkLst>
          <pc:docMk/>
          <pc:sldMk cId="0" sldId="350"/>
        </pc:sldMkLst>
        <pc:spChg chg="mod">
          <ac:chgData name="Ben C L FUNG" userId="2bc1a8d8-82cc-46fb-a66a-21e3967849fb" providerId="ADAL" clId="{A94A67B5-D675-48F1-BE77-66606163E92D}" dt="2023-02-08T13:44:54.563" v="29" actId="27636"/>
          <ac:spMkLst>
            <pc:docMk/>
            <pc:sldMk cId="0" sldId="350"/>
            <ac:spMk id="22530" creationId="{A43FDAB4-6A98-8394-904A-2AEFE28450B3}"/>
          </ac:spMkLst>
        </pc:spChg>
        <pc:spChg chg="mod">
          <ac:chgData name="Ben C L FUNG" userId="2bc1a8d8-82cc-46fb-a66a-21e3967849fb" providerId="ADAL" clId="{A94A67B5-D675-48F1-BE77-66606163E92D}" dt="2023-02-08T13:44:54.580" v="30" actId="27636"/>
          <ac:spMkLst>
            <pc:docMk/>
            <pc:sldMk cId="0" sldId="350"/>
            <ac:spMk id="22531" creationId="{B3356062-10D7-7E85-8216-309BF8D6F6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96898112" sldId="350"/>
        </pc:sldMkLst>
      </pc:sldChg>
      <pc:sldChg chg="modSp add mod">
        <pc:chgData name="Ben C L FUNG" userId="2bc1a8d8-82cc-46fb-a66a-21e3967849fb" providerId="ADAL" clId="{A94A67B5-D675-48F1-BE77-66606163E92D}" dt="2023-02-08T13:49:38.868" v="137" actId="27636"/>
        <pc:sldMkLst>
          <pc:docMk/>
          <pc:sldMk cId="0" sldId="351"/>
        </pc:sldMkLst>
        <pc:spChg chg="mod">
          <ac:chgData name="Ben C L FUNG" userId="2bc1a8d8-82cc-46fb-a66a-21e3967849fb" providerId="ADAL" clId="{A94A67B5-D675-48F1-BE77-66606163E92D}" dt="2023-02-08T13:44:54.589" v="32" actId="27636"/>
          <ac:spMkLst>
            <pc:docMk/>
            <pc:sldMk cId="0" sldId="351"/>
            <ac:spMk id="23554" creationId="{B611F7BB-B8F1-DA53-63FD-990225E5DA7C}"/>
          </ac:spMkLst>
        </pc:spChg>
        <pc:spChg chg="mod">
          <ac:chgData name="Ben C L FUNG" userId="2bc1a8d8-82cc-46fb-a66a-21e3967849fb" providerId="ADAL" clId="{A94A67B5-D675-48F1-BE77-66606163E92D}" dt="2023-02-08T13:49:38.868" v="137" actId="27636"/>
          <ac:spMkLst>
            <pc:docMk/>
            <pc:sldMk cId="0" sldId="351"/>
            <ac:spMk id="23555" creationId="{68974A05-5590-8BB2-8BBF-C95EC8B35C75}"/>
          </ac:spMkLst>
        </pc:spChg>
      </pc:sldChg>
      <pc:sldChg chg="modSp add mod">
        <pc:chgData name="Ben C L FUNG" userId="2bc1a8d8-82cc-46fb-a66a-21e3967849fb" providerId="ADAL" clId="{A94A67B5-D675-48F1-BE77-66606163E92D}" dt="2023-02-08T13:49:22.589" v="135" actId="27636"/>
        <pc:sldMkLst>
          <pc:docMk/>
          <pc:sldMk cId="0" sldId="352"/>
        </pc:sldMkLst>
        <pc:spChg chg="mod">
          <ac:chgData name="Ben C L FUNG" userId="2bc1a8d8-82cc-46fb-a66a-21e3967849fb" providerId="ADAL" clId="{A94A67B5-D675-48F1-BE77-66606163E92D}" dt="2023-02-08T13:44:54.592" v="33" actId="27636"/>
          <ac:spMkLst>
            <pc:docMk/>
            <pc:sldMk cId="0" sldId="352"/>
            <ac:spMk id="24578" creationId="{8526166D-518C-9E97-A6F0-B996983133C8}"/>
          </ac:spMkLst>
        </pc:spChg>
        <pc:spChg chg="mod">
          <ac:chgData name="Ben C L FUNG" userId="2bc1a8d8-82cc-46fb-a66a-21e3967849fb" providerId="ADAL" clId="{A94A67B5-D675-48F1-BE77-66606163E92D}" dt="2023-02-08T13:49:22.589" v="135" actId="27636"/>
          <ac:spMkLst>
            <pc:docMk/>
            <pc:sldMk cId="0" sldId="352"/>
            <ac:spMk id="24579" creationId="{ED1C7D3F-75FC-1112-27BC-E0E1D9C05EB6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9:09.694" v="133" actId="113"/>
        <pc:sldMkLst>
          <pc:docMk/>
          <pc:sldMk cId="0" sldId="353"/>
        </pc:sldMkLst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2" creationId="{C68CFDA7-5C9E-00A5-93DC-666328D7CF5C}"/>
          </ac:spMkLst>
        </pc:spChg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3" creationId="{689B41AA-A569-0307-D39B-626B36E26427}"/>
          </ac:spMkLst>
        </pc:spChg>
        <pc:spChg chg="mod">
          <ac:chgData name="Ben C L FUNG" userId="2bc1a8d8-82cc-46fb-a66a-21e3967849fb" providerId="ADAL" clId="{A94A67B5-D675-48F1-BE77-66606163E92D}" dt="2023-02-08T13:48:50.892" v="127" actId="27636"/>
          <ac:spMkLst>
            <pc:docMk/>
            <pc:sldMk cId="0" sldId="353"/>
            <ac:spMk id="25602" creationId="{A1098B81-1DF2-095D-159B-E82DD29CA513}"/>
          </ac:spMkLst>
        </pc:spChg>
        <pc:spChg chg="mod">
          <ac:chgData name="Ben C L FUNG" userId="2bc1a8d8-82cc-46fb-a66a-21e3967849fb" providerId="ADAL" clId="{A94A67B5-D675-48F1-BE77-66606163E92D}" dt="2023-02-08T13:49:09.694" v="133" actId="113"/>
          <ac:spMkLst>
            <pc:docMk/>
            <pc:sldMk cId="0" sldId="353"/>
            <ac:spMk id="25603" creationId="{D0C8D714-5A99-B035-D619-0E459C0756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42" v="37" actId="27636"/>
        <pc:sldMkLst>
          <pc:docMk/>
          <pc:sldMk cId="0" sldId="354"/>
        </pc:sldMkLst>
        <pc:spChg chg="mod">
          <ac:chgData name="Ben C L FUNG" userId="2bc1a8d8-82cc-46fb-a66a-21e3967849fb" providerId="ADAL" clId="{A94A67B5-D675-48F1-BE77-66606163E92D}" dt="2023-02-08T13:44:54.642" v="37" actId="27636"/>
          <ac:spMkLst>
            <pc:docMk/>
            <pc:sldMk cId="0" sldId="354"/>
            <ac:spMk id="26626" creationId="{A39E9847-BF7C-EA14-D74A-98E78463D82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56" v="39" actId="27636"/>
        <pc:sldMkLst>
          <pc:docMk/>
          <pc:sldMk cId="0" sldId="355"/>
        </pc:sldMkLst>
        <pc:spChg chg="mod">
          <ac:chgData name="Ben C L FUNG" userId="2bc1a8d8-82cc-46fb-a66a-21e3967849fb" providerId="ADAL" clId="{A94A67B5-D675-48F1-BE77-66606163E92D}" dt="2023-02-08T13:44:54.656" v="39" actId="27636"/>
          <ac:spMkLst>
            <pc:docMk/>
            <pc:sldMk cId="0" sldId="355"/>
            <ac:spMk id="27650" creationId="{32344C27-BAD1-B11C-DE9E-B35E4001A14D}"/>
          </ac:spMkLst>
        </pc:spChg>
        <pc:spChg chg="mod">
          <ac:chgData name="Ben C L FUNG" userId="2bc1a8d8-82cc-46fb-a66a-21e3967849fb" providerId="ADAL" clId="{A94A67B5-D675-48F1-BE77-66606163E92D}" dt="2023-02-08T13:44:54.655" v="38" actId="27636"/>
          <ac:spMkLst>
            <pc:docMk/>
            <pc:sldMk cId="0" sldId="355"/>
            <ac:spMk id="27651" creationId="{3396702A-B792-5466-C03D-16E25A415BEB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2" v="41" actId="27636"/>
        <pc:sldMkLst>
          <pc:docMk/>
          <pc:sldMk cId="0" sldId="356"/>
        </pc:sldMkLst>
        <pc:spChg chg="mod">
          <ac:chgData name="Ben C L FUNG" userId="2bc1a8d8-82cc-46fb-a66a-21e3967849fb" providerId="ADAL" clId="{A94A67B5-D675-48F1-BE77-66606163E92D}" dt="2023-02-08T13:44:54.657" v="40" actId="27636"/>
          <ac:spMkLst>
            <pc:docMk/>
            <pc:sldMk cId="0" sldId="356"/>
            <ac:spMk id="28674" creationId="{15936DA9-AF9D-9461-FD43-45850CEAB86D}"/>
          </ac:spMkLst>
        </pc:spChg>
        <pc:spChg chg="mod">
          <ac:chgData name="Ben C L FUNG" userId="2bc1a8d8-82cc-46fb-a66a-21e3967849fb" providerId="ADAL" clId="{A94A67B5-D675-48F1-BE77-66606163E92D}" dt="2023-02-08T13:44:54.682" v="41" actId="27636"/>
          <ac:spMkLst>
            <pc:docMk/>
            <pc:sldMk cId="0" sldId="356"/>
            <ac:spMk id="28675" creationId="{99E68515-E92F-1350-C2A2-3F3D940FAB1D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4" v="42" actId="27636"/>
        <pc:sldMkLst>
          <pc:docMk/>
          <pc:sldMk cId="0" sldId="357"/>
        </pc:sldMkLst>
        <pc:spChg chg="mod">
          <ac:chgData name="Ben C L FUNG" userId="2bc1a8d8-82cc-46fb-a66a-21e3967849fb" providerId="ADAL" clId="{A94A67B5-D675-48F1-BE77-66606163E92D}" dt="2023-02-08T13:44:54.684" v="42" actId="27636"/>
          <ac:spMkLst>
            <pc:docMk/>
            <pc:sldMk cId="0" sldId="357"/>
            <ac:spMk id="29698" creationId="{2CB5BB71-7CB1-1864-CB22-66B9C6FEBAB0}"/>
          </ac:spMkLst>
        </pc:spChg>
      </pc:sldChg>
      <pc:sldChg chg="add del">
        <pc:chgData name="Ben C L FUNG" userId="2bc1a8d8-82cc-46fb-a66a-21e3967849fb" providerId="ADAL" clId="{A94A67B5-D675-48F1-BE77-66606163E92D}" dt="2023-02-08T13:47:09.855" v="115" actId="47"/>
        <pc:sldMkLst>
          <pc:docMk/>
          <pc:sldMk cId="0" sldId="358"/>
        </pc:sldMkLst>
      </pc:sldChg>
      <pc:sldChg chg="modSp add mod">
        <pc:chgData name="Ben C L FUNG" userId="2bc1a8d8-82cc-46fb-a66a-21e3967849fb" providerId="ADAL" clId="{A94A67B5-D675-48F1-BE77-66606163E92D}" dt="2023-02-08T13:44:54.702" v="44" actId="27636"/>
        <pc:sldMkLst>
          <pc:docMk/>
          <pc:sldMk cId="0" sldId="359"/>
        </pc:sldMkLst>
        <pc:spChg chg="mod">
          <ac:chgData name="Ben C L FUNG" userId="2bc1a8d8-82cc-46fb-a66a-21e3967849fb" providerId="ADAL" clId="{A94A67B5-D675-48F1-BE77-66606163E92D}" dt="2023-02-08T13:44:54.686" v="43" actId="27636"/>
          <ac:spMkLst>
            <pc:docMk/>
            <pc:sldMk cId="0" sldId="359"/>
            <ac:spMk id="31746" creationId="{CA585CFF-4D23-F362-7AE2-BD22DE14DD9B}"/>
          </ac:spMkLst>
        </pc:spChg>
        <pc:spChg chg="mod">
          <ac:chgData name="Ben C L FUNG" userId="2bc1a8d8-82cc-46fb-a66a-21e3967849fb" providerId="ADAL" clId="{A94A67B5-D675-48F1-BE77-66606163E92D}" dt="2023-02-08T13:44:54.702" v="44" actId="27636"/>
          <ac:spMkLst>
            <pc:docMk/>
            <pc:sldMk cId="0" sldId="359"/>
            <ac:spMk id="31747" creationId="{619A1709-E287-1AE2-3BBF-AB8A3C1EB1D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14" v="46" actId="27636"/>
        <pc:sldMkLst>
          <pc:docMk/>
          <pc:sldMk cId="0" sldId="360"/>
        </pc:sldMkLst>
        <pc:spChg chg="mod">
          <ac:chgData name="Ben C L FUNG" userId="2bc1a8d8-82cc-46fb-a66a-21e3967849fb" providerId="ADAL" clId="{A94A67B5-D675-48F1-BE77-66606163E92D}" dt="2023-02-08T13:44:54.706" v="45" actId="27636"/>
          <ac:spMkLst>
            <pc:docMk/>
            <pc:sldMk cId="0" sldId="360"/>
            <ac:spMk id="32770" creationId="{0831C966-0ECE-5862-B308-CDB5DD252FDA}"/>
          </ac:spMkLst>
        </pc:spChg>
        <pc:spChg chg="mod">
          <ac:chgData name="Ben C L FUNG" userId="2bc1a8d8-82cc-46fb-a66a-21e3967849fb" providerId="ADAL" clId="{A94A67B5-D675-48F1-BE77-66606163E92D}" dt="2023-02-08T13:44:54.714" v="46" actId="27636"/>
          <ac:spMkLst>
            <pc:docMk/>
            <pc:sldMk cId="0" sldId="360"/>
            <ac:spMk id="32771" creationId="{DB2E7BC5-72C4-BBB5-1EE2-D4D7F66527F1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0" v="48" actId="27636"/>
        <pc:sldMkLst>
          <pc:docMk/>
          <pc:sldMk cId="0" sldId="361"/>
        </pc:sldMkLst>
        <pc:spChg chg="mod">
          <ac:chgData name="Ben C L FUNG" userId="2bc1a8d8-82cc-46fb-a66a-21e3967849fb" providerId="ADAL" clId="{A94A67B5-D675-48F1-BE77-66606163E92D}" dt="2023-02-08T13:44:54.716" v="47" actId="27636"/>
          <ac:spMkLst>
            <pc:docMk/>
            <pc:sldMk cId="0" sldId="361"/>
            <ac:spMk id="33794" creationId="{842041AE-1178-A192-2A1B-B6ACEA48BD33}"/>
          </ac:spMkLst>
        </pc:spChg>
        <pc:spChg chg="mod">
          <ac:chgData name="Ben C L FUNG" userId="2bc1a8d8-82cc-46fb-a66a-21e3967849fb" providerId="ADAL" clId="{A94A67B5-D675-48F1-BE77-66606163E92D}" dt="2023-02-08T13:44:54.720" v="48" actId="27636"/>
          <ac:spMkLst>
            <pc:docMk/>
            <pc:sldMk cId="0" sldId="361"/>
            <ac:spMk id="33795" creationId="{DC8DBB41-6D08-4BC2-0782-3210BBD4477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2" v="49" actId="27636"/>
        <pc:sldMkLst>
          <pc:docMk/>
          <pc:sldMk cId="0" sldId="362"/>
        </pc:sldMkLst>
        <pc:spChg chg="mod">
          <ac:chgData name="Ben C L FUNG" userId="2bc1a8d8-82cc-46fb-a66a-21e3967849fb" providerId="ADAL" clId="{A94A67B5-D675-48F1-BE77-66606163E92D}" dt="2023-02-08T13:44:54.722" v="49" actId="27636"/>
          <ac:spMkLst>
            <pc:docMk/>
            <pc:sldMk cId="0" sldId="362"/>
            <ac:spMk id="34818" creationId="{23D74AC9-061E-6B92-9AC2-5E2F456A7AED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1.364" v="116" actId="47"/>
        <pc:sldMkLst>
          <pc:docMk/>
          <pc:sldMk cId="0" sldId="363"/>
        </pc:sldMkLst>
        <pc:spChg chg="mod">
          <ac:chgData name="Ben C L FUNG" userId="2bc1a8d8-82cc-46fb-a66a-21e3967849fb" providerId="ADAL" clId="{A94A67B5-D675-48F1-BE77-66606163E92D}" dt="2023-02-08T13:44:54.742" v="51" actId="27636"/>
          <ac:spMkLst>
            <pc:docMk/>
            <pc:sldMk cId="0" sldId="363"/>
            <ac:spMk id="35842" creationId="{4D2658FF-173F-16FC-421C-F00BE326F642}"/>
          </ac:spMkLst>
        </pc:spChg>
        <pc:spChg chg="mod">
          <ac:chgData name="Ben C L FUNG" userId="2bc1a8d8-82cc-46fb-a66a-21e3967849fb" providerId="ADAL" clId="{A94A67B5-D675-48F1-BE77-66606163E92D}" dt="2023-02-08T13:44:54.741" v="50" actId="27636"/>
          <ac:spMkLst>
            <pc:docMk/>
            <pc:sldMk cId="0" sldId="363"/>
            <ac:spMk id="35843" creationId="{BC821DEC-D02F-CB79-E64A-87CBE1FCFB23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2.399" v="117" actId="47"/>
        <pc:sldMkLst>
          <pc:docMk/>
          <pc:sldMk cId="0" sldId="364"/>
        </pc:sldMkLst>
        <pc:spChg chg="mod">
          <ac:chgData name="Ben C L FUNG" userId="2bc1a8d8-82cc-46fb-a66a-21e3967849fb" providerId="ADAL" clId="{A94A67B5-D675-48F1-BE77-66606163E92D}" dt="2023-02-08T13:44:54.744" v="52" actId="27636"/>
          <ac:spMkLst>
            <pc:docMk/>
            <pc:sldMk cId="0" sldId="364"/>
            <ac:spMk id="36866" creationId="{CA81DB6B-2F42-1E84-4D3A-3A6FAABCD262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6.557" v="118" actId="47"/>
        <pc:sldMkLst>
          <pc:docMk/>
          <pc:sldMk cId="0" sldId="365"/>
        </pc:sldMkLst>
        <pc:spChg chg="mod">
          <ac:chgData name="Ben C L FUNG" userId="2bc1a8d8-82cc-46fb-a66a-21e3967849fb" providerId="ADAL" clId="{A94A67B5-D675-48F1-BE77-66606163E92D}" dt="2023-02-08T13:44:54.757" v="54" actId="27636"/>
          <ac:spMkLst>
            <pc:docMk/>
            <pc:sldMk cId="0" sldId="365"/>
            <ac:spMk id="37890" creationId="{6D25B648-06B2-73A5-E10A-383DAD3114AD}"/>
          </ac:spMkLst>
        </pc:spChg>
        <pc:spChg chg="mod">
          <ac:chgData name="Ben C L FUNG" userId="2bc1a8d8-82cc-46fb-a66a-21e3967849fb" providerId="ADAL" clId="{A94A67B5-D675-48F1-BE77-66606163E92D}" dt="2023-02-08T13:44:54.756" v="53" actId="27636"/>
          <ac:spMkLst>
            <pc:docMk/>
            <pc:sldMk cId="0" sldId="365"/>
            <ac:spMk id="37891" creationId="{A35099B7-B9D1-0EE7-5955-14566D92A062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7:54.085" v="122" actId="27636"/>
        <pc:sldMkLst>
          <pc:docMk/>
          <pc:sldMk cId="0" sldId="366"/>
        </pc:sldMkLst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2" creationId="{FAD986BA-AD35-4297-FC2C-F0931F8DD45F}"/>
          </ac:spMkLst>
        </pc:spChg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3" creationId="{0F59431B-5070-C62E-64A8-B3186AD4403F}"/>
          </ac:spMkLst>
        </pc:spChg>
        <pc:spChg chg="mod">
          <ac:chgData name="Ben C L FUNG" userId="2bc1a8d8-82cc-46fb-a66a-21e3967849fb" providerId="ADAL" clId="{A94A67B5-D675-48F1-BE77-66606163E92D}" dt="2023-02-08T13:47:54.083" v="121" actId="27636"/>
          <ac:spMkLst>
            <pc:docMk/>
            <pc:sldMk cId="0" sldId="366"/>
            <ac:spMk id="39938" creationId="{BAECE110-CFC3-5C68-B03C-A0917E4C74FA}"/>
          </ac:spMkLst>
        </pc:spChg>
        <pc:spChg chg="mod">
          <ac:chgData name="Ben C L FUNG" userId="2bc1a8d8-82cc-46fb-a66a-21e3967849fb" providerId="ADAL" clId="{A94A67B5-D675-48F1-BE77-66606163E92D}" dt="2023-02-08T13:47:54.085" v="122" actId="27636"/>
          <ac:spMkLst>
            <pc:docMk/>
            <pc:sldMk cId="0" sldId="366"/>
            <ac:spMk id="39939" creationId="{612B03D4-B501-ED81-CEB7-DCCD17E45386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76" v="59" actId="27636"/>
        <pc:sldMkLst>
          <pc:docMk/>
          <pc:sldMk cId="0" sldId="367"/>
        </pc:sldMkLst>
        <pc:spChg chg="mod">
          <ac:chgData name="Ben C L FUNG" userId="2bc1a8d8-82cc-46fb-a66a-21e3967849fb" providerId="ADAL" clId="{A94A67B5-D675-48F1-BE77-66606163E92D}" dt="2023-02-08T13:44:54.776" v="59" actId="27636"/>
          <ac:spMkLst>
            <pc:docMk/>
            <pc:sldMk cId="0" sldId="367"/>
            <ac:spMk id="40962" creationId="{B8D32B8A-91E0-8B5A-9D14-4BDBA02B3394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2.402" v="123" actId="47"/>
        <pc:sldMkLst>
          <pc:docMk/>
          <pc:sldMk cId="0" sldId="368"/>
        </pc:sldMkLst>
        <pc:spChg chg="mod">
          <ac:chgData name="Ben C L FUNG" userId="2bc1a8d8-82cc-46fb-a66a-21e3967849fb" providerId="ADAL" clId="{A94A67B5-D675-48F1-BE77-66606163E92D}" dt="2023-02-08T13:44:54.778" v="60" actId="27636"/>
          <ac:spMkLst>
            <pc:docMk/>
            <pc:sldMk cId="0" sldId="368"/>
            <ac:spMk id="41986" creationId="{E5F175F5-8B52-BF4C-C481-611EF89FD999}"/>
          </ac:spMkLst>
        </pc:spChg>
        <pc:spChg chg="mod">
          <ac:chgData name="Ben C L FUNG" userId="2bc1a8d8-82cc-46fb-a66a-21e3967849fb" providerId="ADAL" clId="{A94A67B5-D675-48F1-BE77-66606163E92D}" dt="2023-02-08T13:44:54.803" v="61" actId="27636"/>
          <ac:spMkLst>
            <pc:docMk/>
            <pc:sldMk cId="0" sldId="368"/>
            <ac:spMk id="41987" creationId="{BC39F5A7-725D-FDFA-A2AA-A76BC6B88A4C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3.132" v="124" actId="47"/>
        <pc:sldMkLst>
          <pc:docMk/>
          <pc:sldMk cId="0" sldId="369"/>
        </pc:sldMkLst>
        <pc:spChg chg="mod">
          <ac:chgData name="Ben C L FUNG" userId="2bc1a8d8-82cc-46fb-a66a-21e3967849fb" providerId="ADAL" clId="{A94A67B5-D675-48F1-BE77-66606163E92D}" dt="2023-02-08T13:44:54.805" v="62" actId="27636"/>
          <ac:spMkLst>
            <pc:docMk/>
            <pc:sldMk cId="0" sldId="369"/>
            <ac:spMk id="43010" creationId="{C3EFC8CE-BB29-52FC-91B8-C73EAFDF2CD9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09" v="64" actId="27636"/>
        <pc:sldMkLst>
          <pc:docMk/>
          <pc:sldMk cId="0" sldId="370"/>
        </pc:sldMkLst>
        <pc:spChg chg="mod">
          <ac:chgData name="Ben C L FUNG" userId="2bc1a8d8-82cc-46fb-a66a-21e3967849fb" providerId="ADAL" clId="{A94A67B5-D675-48F1-BE77-66606163E92D}" dt="2023-02-08T13:44:54.807" v="63" actId="27636"/>
          <ac:spMkLst>
            <pc:docMk/>
            <pc:sldMk cId="0" sldId="370"/>
            <ac:spMk id="44034" creationId="{DFCF945C-971D-8148-8667-8ED37221CD02}"/>
          </ac:spMkLst>
        </pc:spChg>
        <pc:spChg chg="mod">
          <ac:chgData name="Ben C L FUNG" userId="2bc1a8d8-82cc-46fb-a66a-21e3967849fb" providerId="ADAL" clId="{A94A67B5-D675-48F1-BE77-66606163E92D}" dt="2023-02-08T13:44:54.809" v="64" actId="27636"/>
          <ac:spMkLst>
            <pc:docMk/>
            <pc:sldMk cId="0" sldId="370"/>
            <ac:spMk id="44035" creationId="{FB4DC3B4-C1CE-6A18-10E7-E8D6B033ABB8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11" v="65" actId="27636"/>
        <pc:sldMkLst>
          <pc:docMk/>
          <pc:sldMk cId="0" sldId="371"/>
        </pc:sldMkLst>
        <pc:spChg chg="mod">
          <ac:chgData name="Ben C L FUNG" userId="2bc1a8d8-82cc-46fb-a66a-21e3967849fb" providerId="ADAL" clId="{A94A67B5-D675-48F1-BE77-66606163E92D}" dt="2023-02-08T13:44:54.811" v="65" actId="27636"/>
          <ac:spMkLst>
            <pc:docMk/>
            <pc:sldMk cId="0" sldId="371"/>
            <ac:spMk id="45058" creationId="{F36FDB5D-723C-2BC5-EA19-67959E7CAC4F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3" v="67" actId="27636"/>
        <pc:sldMkLst>
          <pc:docMk/>
          <pc:sldMk cId="0" sldId="372"/>
        </pc:sldMkLst>
        <pc:spChg chg="mod">
          <ac:chgData name="Ben C L FUNG" userId="2bc1a8d8-82cc-46fb-a66a-21e3967849fb" providerId="ADAL" clId="{A94A67B5-D675-48F1-BE77-66606163E92D}" dt="2023-02-08T13:44:54.813" v="66" actId="27636"/>
          <ac:spMkLst>
            <pc:docMk/>
            <pc:sldMk cId="0" sldId="372"/>
            <ac:spMk id="46082" creationId="{4CC1E7DB-AE5B-7654-D84E-0E15862AB953}"/>
          </ac:spMkLst>
        </pc:spChg>
        <pc:spChg chg="mod">
          <ac:chgData name="Ben C L FUNG" userId="2bc1a8d8-82cc-46fb-a66a-21e3967849fb" providerId="ADAL" clId="{A94A67B5-D675-48F1-BE77-66606163E92D}" dt="2023-02-08T13:44:54.823" v="67" actId="27636"/>
          <ac:spMkLst>
            <pc:docMk/>
            <pc:sldMk cId="0" sldId="372"/>
            <ac:spMk id="46083" creationId="{9C4B0383-2E05-236C-0068-36EA03F5F7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5" v="68" actId="27636"/>
        <pc:sldMkLst>
          <pc:docMk/>
          <pc:sldMk cId="0" sldId="373"/>
        </pc:sldMkLst>
        <pc:spChg chg="mod">
          <ac:chgData name="Ben C L FUNG" userId="2bc1a8d8-82cc-46fb-a66a-21e3967849fb" providerId="ADAL" clId="{A94A67B5-D675-48F1-BE77-66606163E92D}" dt="2023-02-08T13:44:54.825" v="68" actId="27636"/>
          <ac:spMkLst>
            <pc:docMk/>
            <pc:sldMk cId="0" sldId="373"/>
            <ac:spMk id="47106" creationId="{54AF2468-CF35-B138-EB0C-1BC003F38B21}"/>
          </ac:spMkLst>
        </pc:spChg>
      </pc:sldChg>
      <pc:sldChg chg="add del">
        <pc:chgData name="Ben C L FUNG" userId="2bc1a8d8-82cc-46fb-a66a-21e3967849fb" providerId="ADAL" clId="{A94A67B5-D675-48F1-BE77-66606163E92D}" dt="2023-02-08T13:48:32.681" v="125" actId="47"/>
        <pc:sldMkLst>
          <pc:docMk/>
          <pc:sldMk cId="0" sldId="374"/>
        </pc:sldMkLst>
      </pc:sldChg>
      <pc:sldChg chg="modSp add del mod">
        <pc:chgData name="Ben C L FUNG" userId="2bc1a8d8-82cc-46fb-a66a-21e3967849fb" providerId="ADAL" clId="{A94A67B5-D675-48F1-BE77-66606163E92D}" dt="2023-02-08T13:47:47.949" v="119" actId="47"/>
        <pc:sldMkLst>
          <pc:docMk/>
          <pc:sldMk cId="0" sldId="375"/>
        </pc:sldMkLst>
        <pc:spChg chg="mod">
          <ac:chgData name="Ben C L FUNG" userId="2bc1a8d8-82cc-46fb-a66a-21e3967849fb" providerId="ADAL" clId="{A94A67B5-D675-48F1-BE77-66606163E92D}" dt="2023-02-08T13:44:54.768" v="56" actId="27636"/>
          <ac:spMkLst>
            <pc:docMk/>
            <pc:sldMk cId="0" sldId="375"/>
            <ac:spMk id="38914" creationId="{A5433E67-85E8-D063-42FC-1A3BB66440B5}"/>
          </ac:spMkLst>
        </pc:spChg>
        <pc:spChg chg="mod">
          <ac:chgData name="Ben C L FUNG" userId="2bc1a8d8-82cc-46fb-a66a-21e3967849fb" providerId="ADAL" clId="{A94A67B5-D675-48F1-BE77-66606163E92D}" dt="2023-02-08T13:44:54.767" v="55" actId="27636"/>
          <ac:spMkLst>
            <pc:docMk/>
            <pc:sldMk cId="0" sldId="375"/>
            <ac:spMk id="38915" creationId="{D4D52E4F-C0F8-8656-89AB-69DC8D7EC22D}"/>
          </ac:spMkLst>
        </pc:spChg>
      </pc:sldChg>
      <pc:sldMasterChg chg="delSldLayout">
        <pc:chgData name="Ben C L FUNG" userId="2bc1a8d8-82cc-46fb-a66a-21e3967849fb" providerId="ADAL" clId="{A94A67B5-D675-48F1-BE77-66606163E92D}" dt="2023-02-08T13:48:32.681" v="125" actId="47"/>
        <pc:sldMasterMkLst>
          <pc:docMk/>
          <pc:sldMasterMk cId="1159863621" sldId="2147483922"/>
        </pc:sldMasterMkLst>
        <pc:sldLayoutChg chg="del">
          <pc:chgData name="Ben C L FUNG" userId="2bc1a8d8-82cc-46fb-a66a-21e3967849fb" providerId="ADAL" clId="{A94A67B5-D675-48F1-BE77-66606163E92D}" dt="2023-02-08T13:48:32.681" v="125" actId="47"/>
          <pc:sldLayoutMkLst>
            <pc:docMk/>
            <pc:sldMasterMk cId="1159863621" sldId="2147483922"/>
            <pc:sldLayoutMk cId="2076392380" sldId="2147483940"/>
          </pc:sldLayoutMkLst>
        </pc:sldLayoutChg>
      </pc:sldMasterChg>
    </pc:docChg>
  </pc:docChgLst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04B4C0F4-E89D-445E-9437-A8B8CF8C9CDF}"/>
    <pc:docChg chg="undo custSel addSld delSld modSld sldOrd">
      <pc:chgData name="Ben C L FUNG" userId="2bc1a8d8-82cc-46fb-a66a-21e3967849fb" providerId="ADAL" clId="{04B4C0F4-E89D-445E-9437-A8B8CF8C9CDF}" dt="2023-03-15T17:33:32.592" v="2153"/>
      <pc:docMkLst>
        <pc:docMk/>
      </pc:docMkLst>
      <pc:sldChg chg="modSp mod">
        <pc:chgData name="Ben C L FUNG" userId="2bc1a8d8-82cc-46fb-a66a-21e3967849fb" providerId="ADAL" clId="{04B4C0F4-E89D-445E-9437-A8B8CF8C9CDF}" dt="2023-03-15T14:14:10.805" v="56" actId="20577"/>
        <pc:sldMkLst>
          <pc:docMk/>
          <pc:sldMk cId="1613474009" sldId="257"/>
        </pc:sldMkLst>
        <pc:spChg chg="mod">
          <ac:chgData name="Ben C L FUNG" userId="2bc1a8d8-82cc-46fb-a66a-21e3967849fb" providerId="ADAL" clId="{04B4C0F4-E89D-445E-9437-A8B8CF8C9CDF}" dt="2023-03-15T14:14:10.805" v="56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04B4C0F4-E89D-445E-9437-A8B8CF8C9CDF}" dt="2023-03-15T14:15:18.294" v="194" actId="20577"/>
        <pc:sldMkLst>
          <pc:docMk/>
          <pc:sldMk cId="2368919398" sldId="259"/>
        </pc:sldMkLst>
        <pc:spChg chg="mod">
          <ac:chgData name="Ben C L FUNG" userId="2bc1a8d8-82cc-46fb-a66a-21e3967849fb" providerId="ADAL" clId="{04B4C0F4-E89D-445E-9437-A8B8CF8C9CDF}" dt="2023-03-15T14:15:18.294" v="194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modSp new mod">
        <pc:chgData name="Ben C L FUNG" userId="2bc1a8d8-82cc-46fb-a66a-21e3967849fb" providerId="ADAL" clId="{04B4C0F4-E89D-445E-9437-A8B8CF8C9CDF}" dt="2023-03-15T16:37:33.197" v="480" actId="207"/>
        <pc:sldMkLst>
          <pc:docMk/>
          <pc:sldMk cId="1743542945" sldId="260"/>
        </pc:sldMkLst>
        <pc:spChg chg="mod">
          <ac:chgData name="Ben C L FUNG" userId="2bc1a8d8-82cc-46fb-a66a-21e3967849fb" providerId="ADAL" clId="{04B4C0F4-E89D-445E-9437-A8B8CF8C9CDF}" dt="2023-03-15T15:10:25.705" v="208" actId="20577"/>
          <ac:spMkLst>
            <pc:docMk/>
            <pc:sldMk cId="1743542945" sldId="260"/>
            <ac:spMk id="2" creationId="{96601127-E2F0-EDAF-CE85-FF10C42BC7B2}"/>
          </ac:spMkLst>
        </pc:spChg>
        <pc:spChg chg="mod">
          <ac:chgData name="Ben C L FUNG" userId="2bc1a8d8-82cc-46fb-a66a-21e3967849fb" providerId="ADAL" clId="{04B4C0F4-E89D-445E-9437-A8B8CF8C9CDF}" dt="2023-03-15T16:37:33.197" v="480" actId="207"/>
          <ac:spMkLst>
            <pc:docMk/>
            <pc:sldMk cId="1743542945" sldId="260"/>
            <ac:spMk id="3" creationId="{27AA66C1-5562-B519-9022-2B9AEF318AF0}"/>
          </ac:spMkLst>
        </pc:spChg>
      </pc:sldChg>
      <pc:sldChg chg="modSp new mod ord">
        <pc:chgData name="Ben C L FUNG" userId="2bc1a8d8-82cc-46fb-a66a-21e3967849fb" providerId="ADAL" clId="{04B4C0F4-E89D-445E-9437-A8B8CF8C9CDF}" dt="2023-03-15T17:33:32.592" v="2153"/>
        <pc:sldMkLst>
          <pc:docMk/>
          <pc:sldMk cId="2527013874" sldId="261"/>
        </pc:sldMkLst>
        <pc:spChg chg="mod">
          <ac:chgData name="Ben C L FUNG" userId="2bc1a8d8-82cc-46fb-a66a-21e3967849fb" providerId="ADAL" clId="{04B4C0F4-E89D-445E-9437-A8B8CF8C9CDF}" dt="2023-03-15T15:14:30.337" v="299" actId="27636"/>
          <ac:spMkLst>
            <pc:docMk/>
            <pc:sldMk cId="2527013874" sldId="261"/>
            <ac:spMk id="2" creationId="{E32438CC-395E-8F8D-949F-191DAE4FD669}"/>
          </ac:spMkLst>
        </pc:spChg>
        <pc:spChg chg="mod">
          <ac:chgData name="Ben C L FUNG" userId="2bc1a8d8-82cc-46fb-a66a-21e3967849fb" providerId="ADAL" clId="{04B4C0F4-E89D-445E-9437-A8B8CF8C9CDF}" dt="2023-03-15T15:14:52.933" v="323" actId="27636"/>
          <ac:spMkLst>
            <pc:docMk/>
            <pc:sldMk cId="2527013874" sldId="261"/>
            <ac:spMk id="3" creationId="{10E7C157-5FCE-9EBB-B5B3-07E1A05A0A12}"/>
          </ac:spMkLst>
        </pc:spChg>
      </pc:sldChg>
      <pc:sldChg chg="addSp delSp modSp new mod modClrScheme chgLayout">
        <pc:chgData name="Ben C L FUNG" userId="2bc1a8d8-82cc-46fb-a66a-21e3967849fb" providerId="ADAL" clId="{04B4C0F4-E89D-445E-9437-A8B8CF8C9CDF}" dt="2023-03-15T15:17:06.256" v="351" actId="20577"/>
        <pc:sldMkLst>
          <pc:docMk/>
          <pc:sldMk cId="3820987825" sldId="262"/>
        </pc:sldMkLst>
        <pc:spChg chg="mod ord">
          <ac:chgData name="Ben C L FUNG" userId="2bc1a8d8-82cc-46fb-a66a-21e3967849fb" providerId="ADAL" clId="{04B4C0F4-E89D-445E-9437-A8B8CF8C9CDF}" dt="2023-03-15T15:17:06.256" v="351" actId="20577"/>
          <ac:spMkLst>
            <pc:docMk/>
            <pc:sldMk cId="3820987825" sldId="262"/>
            <ac:spMk id="2" creationId="{3285D8DD-C7D6-D87E-7EA8-DE710993EEFD}"/>
          </ac:spMkLst>
        </pc:spChg>
        <pc:spChg chg="del mod ord">
          <ac:chgData name="Ben C L FUNG" userId="2bc1a8d8-82cc-46fb-a66a-21e3967849fb" providerId="ADAL" clId="{04B4C0F4-E89D-445E-9437-A8B8CF8C9CDF}" dt="2023-03-15T15:16:57.991" v="328" actId="700"/>
          <ac:spMkLst>
            <pc:docMk/>
            <pc:sldMk cId="3820987825" sldId="262"/>
            <ac:spMk id="3" creationId="{1CF8D352-73AF-771D-3FD7-363AC9D9E46B}"/>
          </ac:spMkLst>
        </pc:spChg>
        <pc:spChg chg="mod ord">
          <ac:chgData name="Ben C L FUNG" userId="2bc1a8d8-82cc-46fb-a66a-21e3967849fb" providerId="ADAL" clId="{04B4C0F4-E89D-445E-9437-A8B8CF8C9CDF}" dt="2023-03-15T15:16:57.991" v="328" actId="700"/>
          <ac:spMkLst>
            <pc:docMk/>
            <pc:sldMk cId="3820987825" sldId="262"/>
            <ac:spMk id="4" creationId="{6FBEA41C-8EF1-C981-3C97-D6E2C0D71EDC}"/>
          </ac:spMkLst>
        </pc:spChg>
        <pc:spChg chg="add mod ord">
          <ac:chgData name="Ben C L FUNG" userId="2bc1a8d8-82cc-46fb-a66a-21e3967849fb" providerId="ADAL" clId="{04B4C0F4-E89D-445E-9437-A8B8CF8C9CDF}" dt="2023-03-15T15:16:57.991" v="328" actId="700"/>
          <ac:spMkLst>
            <pc:docMk/>
            <pc:sldMk cId="3820987825" sldId="262"/>
            <ac:spMk id="5" creationId="{E5EA73A9-AE42-21F0-D506-CB508E0B77FE}"/>
          </ac:spMkLst>
        </pc:spChg>
      </pc:sldChg>
      <pc:sldChg chg="add">
        <pc:chgData name="Ben C L FUNG" userId="2bc1a8d8-82cc-46fb-a66a-21e3967849fb" providerId="ADAL" clId="{04B4C0F4-E89D-445E-9437-A8B8CF8C9CDF}" dt="2023-03-15T15:16:41.667" v="325"/>
        <pc:sldMkLst>
          <pc:docMk/>
          <pc:sldMk cId="2081546477" sldId="283"/>
        </pc:sldMkLst>
      </pc:sldChg>
      <pc:sldChg chg="add">
        <pc:chgData name="Ben C L FUNG" userId="2bc1a8d8-82cc-46fb-a66a-21e3967849fb" providerId="ADAL" clId="{04B4C0F4-E89D-445E-9437-A8B8CF8C9CDF}" dt="2023-03-15T15:16:41.667" v="325"/>
        <pc:sldMkLst>
          <pc:docMk/>
          <pc:sldMk cId="2084290208" sldId="284"/>
        </pc:sldMkLst>
      </pc:sldChg>
      <pc:sldChg chg="add">
        <pc:chgData name="Ben C L FUNG" userId="2bc1a8d8-82cc-46fb-a66a-21e3967849fb" providerId="ADAL" clId="{04B4C0F4-E89D-445E-9437-A8B8CF8C9CDF}" dt="2023-03-15T15:17:28.412" v="352"/>
        <pc:sldMkLst>
          <pc:docMk/>
          <pc:sldMk cId="212120261" sldId="308"/>
        </pc:sldMkLst>
      </pc:sldChg>
      <pc:sldChg chg="addSp delSp modSp add mod">
        <pc:chgData name="Ben C L FUNG" userId="2bc1a8d8-82cc-46fb-a66a-21e3967849fb" providerId="ADAL" clId="{04B4C0F4-E89D-445E-9437-A8B8CF8C9CDF}" dt="2023-03-15T15:21:44.072" v="403" actId="20577"/>
        <pc:sldMkLst>
          <pc:docMk/>
          <pc:sldMk cId="285231685" sldId="325"/>
        </pc:sldMkLst>
        <pc:spChg chg="mod">
          <ac:chgData name="Ben C L FUNG" userId="2bc1a8d8-82cc-46fb-a66a-21e3967849fb" providerId="ADAL" clId="{04B4C0F4-E89D-445E-9437-A8B8CF8C9CDF}" dt="2023-03-15T15:18:25.137" v="378" actId="20577"/>
          <ac:spMkLst>
            <pc:docMk/>
            <pc:sldMk cId="285231685" sldId="325"/>
            <ac:spMk id="2" creationId="{3DF212FA-3CB1-9C1B-30D8-52304090F75E}"/>
          </ac:spMkLst>
        </pc:spChg>
        <pc:spChg chg="add mod">
          <ac:chgData name="Ben C L FUNG" userId="2bc1a8d8-82cc-46fb-a66a-21e3967849fb" providerId="ADAL" clId="{04B4C0F4-E89D-445E-9437-A8B8CF8C9CDF}" dt="2023-03-15T15:20:49.527" v="385" actId="1076"/>
          <ac:spMkLst>
            <pc:docMk/>
            <pc:sldMk cId="285231685" sldId="325"/>
            <ac:spMk id="11" creationId="{9E7EF81D-B399-F1CC-0C88-760B2239D021}"/>
          </ac:spMkLst>
        </pc:spChg>
        <pc:spChg chg="add del mod">
          <ac:chgData name="Ben C L FUNG" userId="2bc1a8d8-82cc-46fb-a66a-21e3967849fb" providerId="ADAL" clId="{04B4C0F4-E89D-445E-9437-A8B8CF8C9CDF}" dt="2023-03-15T15:21:00.120" v="388" actId="478"/>
          <ac:spMkLst>
            <pc:docMk/>
            <pc:sldMk cId="285231685" sldId="325"/>
            <ac:spMk id="12" creationId="{BF416692-5363-E8A5-A402-96AB0BF4A1C4}"/>
          </ac:spMkLst>
        </pc:spChg>
        <pc:spChg chg="add mod">
          <ac:chgData name="Ben C L FUNG" userId="2bc1a8d8-82cc-46fb-a66a-21e3967849fb" providerId="ADAL" clId="{04B4C0F4-E89D-445E-9437-A8B8CF8C9CDF}" dt="2023-03-15T15:21:35.759" v="396" actId="1076"/>
          <ac:spMkLst>
            <pc:docMk/>
            <pc:sldMk cId="285231685" sldId="325"/>
            <ac:spMk id="13" creationId="{E0DEE165-51EF-9BDC-9149-4B22C8D4E555}"/>
          </ac:spMkLst>
        </pc:spChg>
        <pc:spChg chg="add mod">
          <ac:chgData name="Ben C L FUNG" userId="2bc1a8d8-82cc-46fb-a66a-21e3967849fb" providerId="ADAL" clId="{04B4C0F4-E89D-445E-9437-A8B8CF8C9CDF}" dt="2023-03-15T15:21:44.072" v="403" actId="20577"/>
          <ac:spMkLst>
            <pc:docMk/>
            <pc:sldMk cId="285231685" sldId="325"/>
            <ac:spMk id="14" creationId="{CAAEFAC0-BEAD-E1C8-1F32-6AE0A05B61BD}"/>
          </ac:spMkLst>
        </pc:spChg>
        <pc:cxnChg chg="add del mod">
          <ac:chgData name="Ben C L FUNG" userId="2bc1a8d8-82cc-46fb-a66a-21e3967849fb" providerId="ADAL" clId="{04B4C0F4-E89D-445E-9437-A8B8CF8C9CDF}" dt="2023-03-15T15:20:37.215" v="383" actId="478"/>
          <ac:cxnSpMkLst>
            <pc:docMk/>
            <pc:sldMk cId="285231685" sldId="325"/>
            <ac:cxnSpMk id="6" creationId="{B17095E7-1E06-B3F2-0D1F-D8C5D0278631}"/>
          </ac:cxnSpMkLst>
        </pc:cxnChg>
      </pc:sldChg>
      <pc:sldChg chg="addSp delSp modSp new mod modClrScheme chgLayout">
        <pc:chgData name="Ben C L FUNG" userId="2bc1a8d8-82cc-46fb-a66a-21e3967849fb" providerId="ADAL" clId="{04B4C0F4-E89D-445E-9437-A8B8CF8C9CDF}" dt="2023-03-15T16:37:51.850" v="491" actId="20577"/>
        <pc:sldMkLst>
          <pc:docMk/>
          <pc:sldMk cId="3457903687" sldId="326"/>
        </pc:sldMkLst>
        <pc:spChg chg="mod ord">
          <ac:chgData name="Ben C L FUNG" userId="2bc1a8d8-82cc-46fb-a66a-21e3967849fb" providerId="ADAL" clId="{04B4C0F4-E89D-445E-9437-A8B8CF8C9CDF}" dt="2023-03-15T16:37:51.850" v="491" actId="20577"/>
          <ac:spMkLst>
            <pc:docMk/>
            <pc:sldMk cId="3457903687" sldId="326"/>
            <ac:spMk id="2" creationId="{815A2186-F5A8-76D8-2ED4-EE40746FCBE5}"/>
          </ac:spMkLst>
        </pc:spChg>
        <pc:spChg chg="del mod ord">
          <ac:chgData name="Ben C L FUNG" userId="2bc1a8d8-82cc-46fb-a66a-21e3967849fb" providerId="ADAL" clId="{04B4C0F4-E89D-445E-9437-A8B8CF8C9CDF}" dt="2023-03-15T15:40:15.943" v="421" actId="700"/>
          <ac:spMkLst>
            <pc:docMk/>
            <pc:sldMk cId="3457903687" sldId="326"/>
            <ac:spMk id="3" creationId="{7B76FE5E-5C7D-BACE-5F72-BAF58EFD1308}"/>
          </ac:spMkLst>
        </pc:spChg>
        <pc:spChg chg="mod ord">
          <ac:chgData name="Ben C L FUNG" userId="2bc1a8d8-82cc-46fb-a66a-21e3967849fb" providerId="ADAL" clId="{04B4C0F4-E89D-445E-9437-A8B8CF8C9CDF}" dt="2023-03-15T15:40:15.943" v="421" actId="700"/>
          <ac:spMkLst>
            <pc:docMk/>
            <pc:sldMk cId="3457903687" sldId="326"/>
            <ac:spMk id="4" creationId="{CFF9EB7B-4462-F667-FF77-0BE652C994EF}"/>
          </ac:spMkLst>
        </pc:spChg>
        <pc:spChg chg="add mod ord">
          <ac:chgData name="Ben C L FUNG" userId="2bc1a8d8-82cc-46fb-a66a-21e3967849fb" providerId="ADAL" clId="{04B4C0F4-E89D-445E-9437-A8B8CF8C9CDF}" dt="2023-03-15T15:40:15.943" v="421" actId="700"/>
          <ac:spMkLst>
            <pc:docMk/>
            <pc:sldMk cId="3457903687" sldId="326"/>
            <ac:spMk id="5" creationId="{891D9958-6B35-F460-17B1-B9B19FB4D213}"/>
          </ac:spMkLst>
        </pc:spChg>
      </pc:sldChg>
      <pc:sldChg chg="addSp delSp modSp new del mod modClrScheme chgLayout">
        <pc:chgData name="Ben C L FUNG" userId="2bc1a8d8-82cc-46fb-a66a-21e3967849fb" providerId="ADAL" clId="{04B4C0F4-E89D-445E-9437-A8B8CF8C9CDF}" dt="2023-03-15T16:00:00.672" v="458" actId="47"/>
        <pc:sldMkLst>
          <pc:docMk/>
          <pc:sldMk cId="1409974131" sldId="327"/>
        </pc:sldMkLst>
        <pc:spChg chg="mod ord">
          <ac:chgData name="Ben C L FUNG" userId="2bc1a8d8-82cc-46fb-a66a-21e3967849fb" providerId="ADAL" clId="{04B4C0F4-E89D-445E-9437-A8B8CF8C9CDF}" dt="2023-03-15T15:40:31.016" v="438" actId="700"/>
          <ac:spMkLst>
            <pc:docMk/>
            <pc:sldMk cId="1409974131" sldId="327"/>
            <ac:spMk id="2" creationId="{F7568619-54F8-4077-3724-4024C13EC2D5}"/>
          </ac:spMkLst>
        </pc:spChg>
        <pc:spChg chg="del mod ord">
          <ac:chgData name="Ben C L FUNG" userId="2bc1a8d8-82cc-46fb-a66a-21e3967849fb" providerId="ADAL" clId="{04B4C0F4-E89D-445E-9437-A8B8CF8C9CDF}" dt="2023-03-15T15:40:31.016" v="438" actId="700"/>
          <ac:spMkLst>
            <pc:docMk/>
            <pc:sldMk cId="1409974131" sldId="327"/>
            <ac:spMk id="3" creationId="{A92067F5-DA48-3159-66EA-F954757BC37B}"/>
          </ac:spMkLst>
        </pc:spChg>
        <pc:spChg chg="mod ord">
          <ac:chgData name="Ben C L FUNG" userId="2bc1a8d8-82cc-46fb-a66a-21e3967849fb" providerId="ADAL" clId="{04B4C0F4-E89D-445E-9437-A8B8CF8C9CDF}" dt="2023-03-15T15:40:31.016" v="438" actId="700"/>
          <ac:spMkLst>
            <pc:docMk/>
            <pc:sldMk cId="1409974131" sldId="327"/>
            <ac:spMk id="4" creationId="{5BE15E3E-05A8-02CD-5F76-FD094497B6C7}"/>
          </ac:spMkLst>
        </pc:spChg>
        <pc:spChg chg="add mod ord">
          <ac:chgData name="Ben C L FUNG" userId="2bc1a8d8-82cc-46fb-a66a-21e3967849fb" providerId="ADAL" clId="{04B4C0F4-E89D-445E-9437-A8B8CF8C9CDF}" dt="2023-03-15T15:40:31.016" v="438" actId="700"/>
          <ac:spMkLst>
            <pc:docMk/>
            <pc:sldMk cId="1409974131" sldId="327"/>
            <ac:spMk id="5" creationId="{08E5DEBF-0CD3-3F06-C6D5-8AF52AF6FB8C}"/>
          </ac:spMkLst>
        </pc:spChg>
      </pc:sldChg>
      <pc:sldChg chg="addSp delSp modSp new mod modClrScheme chgLayout">
        <pc:chgData name="Ben C L FUNG" userId="2bc1a8d8-82cc-46fb-a66a-21e3967849fb" providerId="ADAL" clId="{04B4C0F4-E89D-445E-9437-A8B8CF8C9CDF}" dt="2023-03-15T16:38:33.793" v="594" actId="20577"/>
        <pc:sldMkLst>
          <pc:docMk/>
          <pc:sldMk cId="2550089435" sldId="327"/>
        </pc:sldMkLst>
        <pc:spChg chg="del mod ord">
          <ac:chgData name="Ben C L FUNG" userId="2bc1a8d8-82cc-46fb-a66a-21e3967849fb" providerId="ADAL" clId="{04B4C0F4-E89D-445E-9437-A8B8CF8C9CDF}" dt="2023-03-15T16:38:04.769" v="493" actId="700"/>
          <ac:spMkLst>
            <pc:docMk/>
            <pc:sldMk cId="2550089435" sldId="327"/>
            <ac:spMk id="2" creationId="{92D2FDB6-FD44-311F-9A84-0F950BE9307A}"/>
          </ac:spMkLst>
        </pc:spChg>
        <pc:spChg chg="del mod ord">
          <ac:chgData name="Ben C L FUNG" userId="2bc1a8d8-82cc-46fb-a66a-21e3967849fb" providerId="ADAL" clId="{04B4C0F4-E89D-445E-9437-A8B8CF8C9CDF}" dt="2023-03-15T16:38:04.769" v="493" actId="700"/>
          <ac:spMkLst>
            <pc:docMk/>
            <pc:sldMk cId="2550089435" sldId="327"/>
            <ac:spMk id="3" creationId="{B788B65E-658D-E1B8-9259-D664A91A37C6}"/>
          </ac:spMkLst>
        </pc:spChg>
        <pc:spChg chg="mod ord">
          <ac:chgData name="Ben C L FUNG" userId="2bc1a8d8-82cc-46fb-a66a-21e3967849fb" providerId="ADAL" clId="{04B4C0F4-E89D-445E-9437-A8B8CF8C9CDF}" dt="2023-03-15T16:38:04.769" v="493" actId="700"/>
          <ac:spMkLst>
            <pc:docMk/>
            <pc:sldMk cId="2550089435" sldId="327"/>
            <ac:spMk id="4" creationId="{2D431D44-6623-2E1B-B20B-B7C31EFC2F7C}"/>
          </ac:spMkLst>
        </pc:spChg>
        <pc:spChg chg="add mod ord">
          <ac:chgData name="Ben C L FUNG" userId="2bc1a8d8-82cc-46fb-a66a-21e3967849fb" providerId="ADAL" clId="{04B4C0F4-E89D-445E-9437-A8B8CF8C9CDF}" dt="2023-03-15T16:38:07.993" v="500" actId="20577"/>
          <ac:spMkLst>
            <pc:docMk/>
            <pc:sldMk cId="2550089435" sldId="327"/>
            <ac:spMk id="5" creationId="{0444133D-DBBB-228F-0B94-601E38D741F6}"/>
          </ac:spMkLst>
        </pc:spChg>
        <pc:spChg chg="add mod ord">
          <ac:chgData name="Ben C L FUNG" userId="2bc1a8d8-82cc-46fb-a66a-21e3967849fb" providerId="ADAL" clId="{04B4C0F4-E89D-445E-9437-A8B8CF8C9CDF}" dt="2023-03-15T16:38:33.793" v="594" actId="20577"/>
          <ac:spMkLst>
            <pc:docMk/>
            <pc:sldMk cId="2550089435" sldId="327"/>
            <ac:spMk id="6" creationId="{1229D2BB-8660-E3A8-85FF-369A58CE2AA9}"/>
          </ac:spMkLst>
        </pc:spChg>
      </pc:sldChg>
      <pc:sldChg chg="addSp delSp modSp new mod">
        <pc:chgData name="Ben C L FUNG" userId="2bc1a8d8-82cc-46fb-a66a-21e3967849fb" providerId="ADAL" clId="{04B4C0F4-E89D-445E-9437-A8B8CF8C9CDF}" dt="2023-03-15T16:49:15.704" v="1204" actId="6549"/>
        <pc:sldMkLst>
          <pc:docMk/>
          <pc:sldMk cId="208450496" sldId="328"/>
        </pc:sldMkLst>
        <pc:spChg chg="mod">
          <ac:chgData name="Ben C L FUNG" userId="2bc1a8d8-82cc-46fb-a66a-21e3967849fb" providerId="ADAL" clId="{04B4C0F4-E89D-445E-9437-A8B8CF8C9CDF}" dt="2023-03-15T16:42:02.987" v="658" actId="20577"/>
          <ac:spMkLst>
            <pc:docMk/>
            <pc:sldMk cId="208450496" sldId="328"/>
            <ac:spMk id="2" creationId="{4268D562-642E-C0E6-4D07-212ACCEC6240}"/>
          </ac:spMkLst>
        </pc:spChg>
        <pc:spChg chg="add del mod">
          <ac:chgData name="Ben C L FUNG" userId="2bc1a8d8-82cc-46fb-a66a-21e3967849fb" providerId="ADAL" clId="{04B4C0F4-E89D-445E-9437-A8B8CF8C9CDF}" dt="2023-03-15T16:49:15.704" v="1204" actId="6549"/>
          <ac:spMkLst>
            <pc:docMk/>
            <pc:sldMk cId="208450496" sldId="328"/>
            <ac:spMk id="3" creationId="{3CA18601-9351-3CCD-984F-C39A9ED2FFC4}"/>
          </ac:spMkLst>
        </pc:spChg>
        <pc:spChg chg="add del mod">
          <ac:chgData name="Ben C L FUNG" userId="2bc1a8d8-82cc-46fb-a66a-21e3967849fb" providerId="ADAL" clId="{04B4C0F4-E89D-445E-9437-A8B8CF8C9CDF}" dt="2023-03-15T16:48:28.428" v="1170" actId="478"/>
          <ac:spMkLst>
            <pc:docMk/>
            <pc:sldMk cId="208450496" sldId="328"/>
            <ac:spMk id="6" creationId="{FF3E9FD1-5D5C-1FDA-FE87-AE60323DCA7A}"/>
          </ac:spMkLst>
        </pc:spChg>
      </pc:sldChg>
      <pc:sldChg chg="modSp new del mod">
        <pc:chgData name="Ben C L FUNG" userId="2bc1a8d8-82cc-46fb-a66a-21e3967849fb" providerId="ADAL" clId="{04B4C0F4-E89D-445E-9437-A8B8CF8C9CDF}" dt="2023-03-15T16:00:01.464" v="459" actId="47"/>
        <pc:sldMkLst>
          <pc:docMk/>
          <pc:sldMk cId="3798597796" sldId="328"/>
        </pc:sldMkLst>
        <pc:spChg chg="mod">
          <ac:chgData name="Ben C L FUNG" userId="2bc1a8d8-82cc-46fb-a66a-21e3967849fb" providerId="ADAL" clId="{04B4C0F4-E89D-445E-9437-A8B8CF8C9CDF}" dt="2023-03-15T15:40:40.830" v="457" actId="20577"/>
          <ac:spMkLst>
            <pc:docMk/>
            <pc:sldMk cId="3798597796" sldId="328"/>
            <ac:spMk id="2" creationId="{2E173B24-6B98-9BF1-E80B-EE1D3CFA7F07}"/>
          </ac:spMkLst>
        </pc:spChg>
      </pc:sldChg>
      <pc:sldChg chg="addSp delSp modSp new mod modNotesTx">
        <pc:chgData name="Ben C L FUNG" userId="2bc1a8d8-82cc-46fb-a66a-21e3967849fb" providerId="ADAL" clId="{04B4C0F4-E89D-445E-9437-A8B8CF8C9CDF}" dt="2023-03-15T16:41:23.849" v="646" actId="20577"/>
        <pc:sldMkLst>
          <pc:docMk/>
          <pc:sldMk cId="1417344315" sldId="329"/>
        </pc:sldMkLst>
        <pc:spChg chg="mod">
          <ac:chgData name="Ben C L FUNG" userId="2bc1a8d8-82cc-46fb-a66a-21e3967849fb" providerId="ADAL" clId="{04B4C0F4-E89D-445E-9437-A8B8CF8C9CDF}" dt="2023-03-15T16:41:23.849" v="646" actId="20577"/>
          <ac:spMkLst>
            <pc:docMk/>
            <pc:sldMk cId="1417344315" sldId="329"/>
            <ac:spMk id="2" creationId="{6C2F2CC2-475A-3A61-BE91-1E3592506FD3}"/>
          </ac:spMkLst>
        </pc:spChg>
        <pc:spChg chg="del">
          <ac:chgData name="Ben C L FUNG" userId="2bc1a8d8-82cc-46fb-a66a-21e3967849fb" providerId="ADAL" clId="{04B4C0F4-E89D-445E-9437-A8B8CF8C9CDF}" dt="2023-03-15T16:40:22.904" v="614" actId="931"/>
          <ac:spMkLst>
            <pc:docMk/>
            <pc:sldMk cId="1417344315" sldId="329"/>
            <ac:spMk id="3" creationId="{BECDD26C-3F69-CC90-677C-BB7524652B74}"/>
          </ac:spMkLst>
        </pc:spChg>
        <pc:spChg chg="add mod">
          <ac:chgData name="Ben C L FUNG" userId="2bc1a8d8-82cc-46fb-a66a-21e3967849fb" providerId="ADAL" clId="{04B4C0F4-E89D-445E-9437-A8B8CF8C9CDF}" dt="2023-03-15T16:41:04.321" v="629" actId="14100"/>
          <ac:spMkLst>
            <pc:docMk/>
            <pc:sldMk cId="1417344315" sldId="329"/>
            <ac:spMk id="8" creationId="{4DCF7E36-7982-7D1E-3DEA-0D52F649A69A}"/>
          </ac:spMkLst>
        </pc:spChg>
        <pc:picChg chg="add mod">
          <ac:chgData name="Ben C L FUNG" userId="2bc1a8d8-82cc-46fb-a66a-21e3967849fb" providerId="ADAL" clId="{04B4C0F4-E89D-445E-9437-A8B8CF8C9CDF}" dt="2023-03-15T16:41:07.666" v="632" actId="962"/>
          <ac:picMkLst>
            <pc:docMk/>
            <pc:sldMk cId="1417344315" sldId="329"/>
            <ac:picMk id="6" creationId="{C8311B6C-B08C-ABF1-68E7-C976E2D2F8AE}"/>
          </ac:picMkLst>
        </pc:picChg>
      </pc:sldChg>
      <pc:sldChg chg="addSp modSp new mod">
        <pc:chgData name="Ben C L FUNG" userId="2bc1a8d8-82cc-46fb-a66a-21e3967849fb" providerId="ADAL" clId="{04B4C0F4-E89D-445E-9437-A8B8CF8C9CDF}" dt="2023-03-15T17:07:52.472" v="1615" actId="6549"/>
        <pc:sldMkLst>
          <pc:docMk/>
          <pc:sldMk cId="1002608690" sldId="330"/>
        </pc:sldMkLst>
        <pc:spChg chg="mod">
          <ac:chgData name="Ben C L FUNG" userId="2bc1a8d8-82cc-46fb-a66a-21e3967849fb" providerId="ADAL" clId="{04B4C0F4-E89D-445E-9437-A8B8CF8C9CDF}" dt="2023-03-15T16:41:49.555" v="650"/>
          <ac:spMkLst>
            <pc:docMk/>
            <pc:sldMk cId="1002608690" sldId="330"/>
            <ac:spMk id="2" creationId="{D97C7386-0289-A690-F774-F0B15DC8C012}"/>
          </ac:spMkLst>
        </pc:spChg>
        <pc:spChg chg="mod">
          <ac:chgData name="Ben C L FUNG" userId="2bc1a8d8-82cc-46fb-a66a-21e3967849fb" providerId="ADAL" clId="{04B4C0F4-E89D-445E-9437-A8B8CF8C9CDF}" dt="2023-03-15T17:07:52.472" v="1615" actId="6549"/>
          <ac:spMkLst>
            <pc:docMk/>
            <pc:sldMk cId="1002608690" sldId="330"/>
            <ac:spMk id="3" creationId="{FBB37FA5-4FB1-1509-5478-8A478552F86B}"/>
          </ac:spMkLst>
        </pc:spChg>
        <pc:spChg chg="add mod">
          <ac:chgData name="Ben C L FUNG" userId="2bc1a8d8-82cc-46fb-a66a-21e3967849fb" providerId="ADAL" clId="{04B4C0F4-E89D-445E-9437-A8B8CF8C9CDF}" dt="2023-03-15T16:41:36.603" v="649" actId="1076"/>
          <ac:spMkLst>
            <pc:docMk/>
            <pc:sldMk cId="1002608690" sldId="330"/>
            <ac:spMk id="6" creationId="{411FAE9B-43BB-02F7-9006-B39AB3379C54}"/>
          </ac:spMkLst>
        </pc:spChg>
      </pc:sldChg>
      <pc:sldChg chg="addSp delSp modSp new mod">
        <pc:chgData name="Ben C L FUNG" userId="2bc1a8d8-82cc-46fb-a66a-21e3967849fb" providerId="ADAL" clId="{04B4C0F4-E89D-445E-9437-A8B8CF8C9CDF}" dt="2023-03-15T16:57:09.289" v="1310" actId="164"/>
        <pc:sldMkLst>
          <pc:docMk/>
          <pc:sldMk cId="538108449" sldId="331"/>
        </pc:sldMkLst>
        <pc:spChg chg="mod">
          <ac:chgData name="Ben C L FUNG" userId="2bc1a8d8-82cc-46fb-a66a-21e3967849fb" providerId="ADAL" clId="{04B4C0F4-E89D-445E-9437-A8B8CF8C9CDF}" dt="2023-03-15T16:44:49.721" v="892" actId="20577"/>
          <ac:spMkLst>
            <pc:docMk/>
            <pc:sldMk cId="538108449" sldId="331"/>
            <ac:spMk id="2" creationId="{51191F09-54AB-FE80-7DC8-36298747F9E8}"/>
          </ac:spMkLst>
        </pc:spChg>
        <pc:spChg chg="mod">
          <ac:chgData name="Ben C L FUNG" userId="2bc1a8d8-82cc-46fb-a66a-21e3967849fb" providerId="ADAL" clId="{04B4C0F4-E89D-445E-9437-A8B8CF8C9CDF}" dt="2023-03-15T16:55:18.424" v="1284" actId="1076"/>
          <ac:spMkLst>
            <pc:docMk/>
            <pc:sldMk cId="538108449" sldId="331"/>
            <ac:spMk id="3" creationId="{9BD85876-70AC-7A61-B5C3-61FD20E9285A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6" creationId="{1CCD5EED-63FA-FAC7-98A1-F899275579A1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7" creationId="{D40C9189-8DD0-27DD-3134-A395B15A251C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8" creationId="{83448B8A-41F7-CC95-237C-61B8A79E83EF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9" creationId="{8B7E6A18-FD77-EBFC-704C-AEEBF9179452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10" creationId="{BC20342F-E837-CBAB-4EB0-EC2C225A96EC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11" creationId="{773E1C5C-A0D5-D791-1109-48B00D830D26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35" creationId="{03034E9F-FD16-1059-3DDA-B294CE0EF0B3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36" creationId="{784389D7-9405-B364-6D71-B922ACCF1556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37" creationId="{EB8BE26F-A4E7-5DB4-A0B1-746FAAA1FC05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38" creationId="{D9301066-E7E6-C74F-637A-1666AFB5D10A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39" creationId="{FEBB07ED-3D24-046F-0CB9-4A11AA0F68DF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0" creationId="{A3FA8B32-69D2-7210-DF24-B872F87B2FA8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1" creationId="{60140CE8-F9BB-4BDC-A356-55886FE04081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2" creationId="{AEA44375-1641-CC1F-E092-0FD2DA42F78E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3" creationId="{E54EA27F-09B4-F012-0E3E-5D48737CEB0D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4" creationId="{8DC13D4A-14B4-2B9D-242B-36065CE9CC86}"/>
          </ac:spMkLst>
        </pc:spChg>
        <pc:spChg chg="add mod">
          <ac:chgData name="Ben C L FUNG" userId="2bc1a8d8-82cc-46fb-a66a-21e3967849fb" providerId="ADAL" clId="{04B4C0F4-E89D-445E-9437-A8B8CF8C9CDF}" dt="2023-03-15T16:57:09.289" v="1310" actId="164"/>
          <ac:spMkLst>
            <pc:docMk/>
            <pc:sldMk cId="538108449" sldId="331"/>
            <ac:spMk id="45" creationId="{F5590740-9414-C4AA-7239-508C9B54AA37}"/>
          </ac:spMkLst>
        </pc:spChg>
        <pc:grpChg chg="add mod">
          <ac:chgData name="Ben C L FUNG" userId="2bc1a8d8-82cc-46fb-a66a-21e3967849fb" providerId="ADAL" clId="{04B4C0F4-E89D-445E-9437-A8B8CF8C9CDF}" dt="2023-03-15T16:57:09.289" v="1310" actId="164"/>
          <ac:grpSpMkLst>
            <pc:docMk/>
            <pc:sldMk cId="538108449" sldId="331"/>
            <ac:grpSpMk id="48" creationId="{A86E9539-166F-64B9-075C-731FD7385B91}"/>
          </ac:grpSpMkLst>
        </pc:grpChg>
        <pc:graphicFrameChg chg="add del mod modGraphic">
          <ac:chgData name="Ben C L FUNG" userId="2bc1a8d8-82cc-46fb-a66a-21e3967849fb" providerId="ADAL" clId="{04B4C0F4-E89D-445E-9437-A8B8CF8C9CDF}" dt="2023-03-15T16:51:01.038" v="1233" actId="478"/>
          <ac:graphicFrameMkLst>
            <pc:docMk/>
            <pc:sldMk cId="538108449" sldId="331"/>
            <ac:graphicFrameMk id="5" creationId="{684FFB14-5D11-C5A9-1954-0E916709BA1D}"/>
          </ac:graphicFrameMkLst>
        </pc:graphicFrame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13" creationId="{5AA96B89-F61A-F092-DE1C-AAB8191B2D4E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15" creationId="{F17ACAA1-ADB1-0D42-CFFD-CAF8F670A6BB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17" creationId="{9D0DDA48-F0B5-E98A-32E9-194B54982195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19" creationId="{23B8A498-1CDE-8F11-552C-1AFDB6720466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21" creationId="{F187C478-C36C-892B-A3B6-F7B7040A3694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23" creationId="{FE5FF0BE-889F-C3E5-126E-67920E6B7037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32" creationId="{2E84D0FF-668B-1375-20B9-C6E6094168BA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34" creationId="{8EBFECB4-68CB-DA2D-4F4F-A706E55E807F}"/>
          </ac:cxnSpMkLst>
        </pc:cxnChg>
        <pc:cxnChg chg="add mod">
          <ac:chgData name="Ben C L FUNG" userId="2bc1a8d8-82cc-46fb-a66a-21e3967849fb" providerId="ADAL" clId="{04B4C0F4-E89D-445E-9437-A8B8CF8C9CDF}" dt="2023-03-15T16:57:09.289" v="1310" actId="164"/>
          <ac:cxnSpMkLst>
            <pc:docMk/>
            <pc:sldMk cId="538108449" sldId="331"/>
            <ac:cxnSpMk id="47" creationId="{09C64D42-8D8B-E3A9-7234-468BD8A9869D}"/>
          </ac:cxnSpMkLst>
        </pc:cxnChg>
      </pc:sldChg>
      <pc:sldChg chg="addSp modSp new mod">
        <pc:chgData name="Ben C L FUNG" userId="2bc1a8d8-82cc-46fb-a66a-21e3967849fb" providerId="ADAL" clId="{04B4C0F4-E89D-445E-9437-A8B8CF8C9CDF}" dt="2023-03-15T17:04:20.512" v="1487" actId="27636"/>
        <pc:sldMkLst>
          <pc:docMk/>
          <pc:sldMk cId="378321362" sldId="332"/>
        </pc:sldMkLst>
        <pc:spChg chg="mod">
          <ac:chgData name="Ben C L FUNG" userId="2bc1a8d8-82cc-46fb-a66a-21e3967849fb" providerId="ADAL" clId="{04B4C0F4-E89D-445E-9437-A8B8CF8C9CDF}" dt="2023-03-15T17:03:32.537" v="1455" actId="6549"/>
          <ac:spMkLst>
            <pc:docMk/>
            <pc:sldMk cId="378321362" sldId="332"/>
            <ac:spMk id="2" creationId="{056F05A2-D125-4FF4-D106-0DCC6EA32CC2}"/>
          </ac:spMkLst>
        </pc:spChg>
        <pc:spChg chg="mod">
          <ac:chgData name="Ben C L FUNG" userId="2bc1a8d8-82cc-46fb-a66a-21e3967849fb" providerId="ADAL" clId="{04B4C0F4-E89D-445E-9437-A8B8CF8C9CDF}" dt="2023-03-15T17:04:20.512" v="1487" actId="27636"/>
          <ac:spMkLst>
            <pc:docMk/>
            <pc:sldMk cId="378321362" sldId="332"/>
            <ac:spMk id="3" creationId="{75750101-A14C-75C6-EFB2-29352905E31C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6" creationId="{AF7063B9-24F7-F64A-E4DC-62CEC95EB4B3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7" creationId="{6C9C7438-93C6-19B3-52EE-93311B8CF7A3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8" creationId="{671A9C98-8334-F30E-21A0-6E9D5A8FA35C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9" creationId="{ED91B272-C014-0BF4-A033-364C78CCB626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10" creationId="{61CD6055-99F6-0267-0D41-9B4527A1DBDF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11" creationId="{987B8951-8639-D213-BA03-D66D3FF22C1F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0" creationId="{4E843EA5-2EDA-8187-AC70-251A747D8A8B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1" creationId="{1FBD6AD5-3093-9061-A7EB-1394D737725C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2" creationId="{C34846F2-257B-6A78-081B-8F9A21A0D3D4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3" creationId="{00933975-1B7A-D3AE-2743-D4222CF7F2E3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4" creationId="{F1C41C0B-3C3F-45B0-1FD3-A741C135E23A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5" creationId="{F1A778CF-0337-1B04-ED98-2F8653AA57B4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6" creationId="{4E28C206-4CD0-97EC-5276-968811410B8B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7" creationId="{D1E3BCEF-C04C-40CC-BCD9-6A0C8E09496C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8" creationId="{2D13527C-D3EE-7C35-789E-59C5AE953E9C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29" creationId="{8F149C43-EA18-BC9A-1DBF-ED8E5F9CE485}"/>
          </ac:spMkLst>
        </pc:spChg>
        <pc:spChg chg="mod">
          <ac:chgData name="Ben C L FUNG" userId="2bc1a8d8-82cc-46fb-a66a-21e3967849fb" providerId="ADAL" clId="{04B4C0F4-E89D-445E-9437-A8B8CF8C9CDF}" dt="2023-03-15T16:57:43.046" v="1345"/>
          <ac:spMkLst>
            <pc:docMk/>
            <pc:sldMk cId="378321362" sldId="332"/>
            <ac:spMk id="30" creationId="{7260D41F-E462-5C05-9BA5-35C1DAF55D7E}"/>
          </ac:spMkLst>
        </pc:spChg>
        <pc:grpChg chg="add mod">
          <ac:chgData name="Ben C L FUNG" userId="2bc1a8d8-82cc-46fb-a66a-21e3967849fb" providerId="ADAL" clId="{04B4C0F4-E89D-445E-9437-A8B8CF8C9CDF}" dt="2023-03-15T17:03:35.936" v="1456" actId="1076"/>
          <ac:grpSpMkLst>
            <pc:docMk/>
            <pc:sldMk cId="378321362" sldId="332"/>
            <ac:grpSpMk id="5" creationId="{9A0F7422-100B-BB3E-8D57-118B61AD07ED}"/>
          </ac:grpSpMkLst>
        </pc:grp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2" creationId="{4852DF13-D23C-8B99-6474-BFC622E8066A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3" creationId="{50447653-C960-26AF-4934-8B63BBA4D579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4" creationId="{4D0D83B6-A62C-F9DB-30C1-1B4C93327BF7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5" creationId="{FB0B9AC5-1443-D1C2-CEF4-454357F6E98E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6" creationId="{2DF6CBDD-9EC7-55A7-A979-4BF15DDD8301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7" creationId="{A4E759D4-0163-129B-E9D6-9F93CAD1BE73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8" creationId="{B6834C91-E554-FFAF-EC10-2BB20E12A7B3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19" creationId="{F661C780-2B1B-8AED-45C2-3FEAC0FC369A}"/>
          </ac:cxnSpMkLst>
        </pc:cxnChg>
        <pc:cxnChg chg="mod">
          <ac:chgData name="Ben C L FUNG" userId="2bc1a8d8-82cc-46fb-a66a-21e3967849fb" providerId="ADAL" clId="{04B4C0F4-E89D-445E-9437-A8B8CF8C9CDF}" dt="2023-03-15T16:57:43.046" v="1345"/>
          <ac:cxnSpMkLst>
            <pc:docMk/>
            <pc:sldMk cId="378321362" sldId="332"/>
            <ac:cxnSpMk id="31" creationId="{307EA712-2054-4A71-508B-3C7ACED2928A}"/>
          </ac:cxnSpMkLst>
        </pc:cxnChg>
      </pc:sldChg>
      <pc:sldChg chg="new del">
        <pc:chgData name="Ben C L FUNG" userId="2bc1a8d8-82cc-46fb-a66a-21e3967849fb" providerId="ADAL" clId="{04B4C0F4-E89D-445E-9437-A8B8CF8C9CDF}" dt="2023-03-15T16:46:52.240" v="1074" actId="47"/>
        <pc:sldMkLst>
          <pc:docMk/>
          <pc:sldMk cId="726081223" sldId="332"/>
        </pc:sldMkLst>
      </pc:sldChg>
      <pc:sldChg chg="addSp modSp new mod">
        <pc:chgData name="Ben C L FUNG" userId="2bc1a8d8-82cc-46fb-a66a-21e3967849fb" providerId="ADAL" clId="{04B4C0F4-E89D-445E-9437-A8B8CF8C9CDF}" dt="2023-03-15T17:05:46.403" v="1542" actId="27636"/>
        <pc:sldMkLst>
          <pc:docMk/>
          <pc:sldMk cId="3808124047" sldId="333"/>
        </pc:sldMkLst>
        <pc:spChg chg="mod">
          <ac:chgData name="Ben C L FUNG" userId="2bc1a8d8-82cc-46fb-a66a-21e3967849fb" providerId="ADAL" clId="{04B4C0F4-E89D-445E-9437-A8B8CF8C9CDF}" dt="2023-03-15T17:04:41.457" v="1495" actId="20577"/>
          <ac:spMkLst>
            <pc:docMk/>
            <pc:sldMk cId="3808124047" sldId="333"/>
            <ac:spMk id="2" creationId="{D434940C-8D46-66B5-056F-704A9283DA09}"/>
          </ac:spMkLst>
        </pc:spChg>
        <pc:spChg chg="mod">
          <ac:chgData name="Ben C L FUNG" userId="2bc1a8d8-82cc-46fb-a66a-21e3967849fb" providerId="ADAL" clId="{04B4C0F4-E89D-445E-9437-A8B8CF8C9CDF}" dt="2023-03-15T17:05:46.403" v="1542" actId="27636"/>
          <ac:spMkLst>
            <pc:docMk/>
            <pc:sldMk cId="3808124047" sldId="333"/>
            <ac:spMk id="3" creationId="{DA545ACB-FE0C-ACD2-860C-5E92BAB37673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6" creationId="{4D72C391-6299-7552-A565-919876431018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7" creationId="{BF1933B0-E5B0-F9B6-9C67-401E1AA08446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8" creationId="{303762AD-2C48-4C1D-F837-10E5613C6CB2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9" creationId="{67DD02C2-041C-21BA-D7B1-409E374DB98E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10" creationId="{352C7108-0229-C6D7-D540-8D0D615CFE99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11" creationId="{EFA25FED-0B1A-9966-B55B-B692705E4116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0" creationId="{095C7B2E-D415-73DB-EFAF-668F75E2991C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1" creationId="{1976FC74-6D64-26ED-3709-5F1864A62D60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2" creationId="{48B28CCD-1DEF-22B2-CA9D-E53A2E316600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3" creationId="{9B4E9259-BC85-FACE-AD80-D09B9229D639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4" creationId="{B0661D1C-FEBB-BC26-1198-FA25D14F2D26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5" creationId="{09DD8CC0-BA83-143A-64DD-28A533F8D905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6" creationId="{060E58DE-55DD-E1DE-BD73-77110DA2569B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7" creationId="{01DEC854-7EB1-4EF3-FCA7-12D6ECF40390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8" creationId="{2587BB38-DDE9-C6E6-C8B1-1B06C27290FF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29" creationId="{AACF20A1-BC87-A3D8-C9EA-6655F701D217}"/>
          </ac:spMkLst>
        </pc:spChg>
        <pc:spChg chg="mod">
          <ac:chgData name="Ben C L FUNG" userId="2bc1a8d8-82cc-46fb-a66a-21e3967849fb" providerId="ADAL" clId="{04B4C0F4-E89D-445E-9437-A8B8CF8C9CDF}" dt="2023-03-15T17:05:39.514" v="1539"/>
          <ac:spMkLst>
            <pc:docMk/>
            <pc:sldMk cId="3808124047" sldId="333"/>
            <ac:spMk id="30" creationId="{5856C498-58A7-60CF-FC13-CAEE0D49528E}"/>
          </ac:spMkLst>
        </pc:spChg>
        <pc:grpChg chg="add mod">
          <ac:chgData name="Ben C L FUNG" userId="2bc1a8d8-82cc-46fb-a66a-21e3967849fb" providerId="ADAL" clId="{04B4C0F4-E89D-445E-9437-A8B8CF8C9CDF}" dt="2023-03-15T17:05:42.369" v="1540" actId="1076"/>
          <ac:grpSpMkLst>
            <pc:docMk/>
            <pc:sldMk cId="3808124047" sldId="333"/>
            <ac:grpSpMk id="5" creationId="{1C141CBD-B04C-D38F-F906-C80746A2C3EA}"/>
          </ac:grpSpMkLst>
        </pc:grp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2" creationId="{9C512811-9B0C-36AD-B63E-07FB8B3A175C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3" creationId="{F3F5A312-B891-13A7-6E4C-C5F2CB30BD2A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4" creationId="{29054A80-F1E6-5519-EAFE-66CCCA63685A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5" creationId="{33318D5B-457B-4861-54A3-3AC8EBB9297E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6" creationId="{10D3861D-8D24-469A-0676-DC3901556F88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7" creationId="{61C8B46D-2F8A-F901-72AB-5F774E72BF49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8" creationId="{B0CFCD75-1C89-B1B7-045E-77CD01A1478F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19" creationId="{58438447-45C3-09D4-2229-9DA37C5E1334}"/>
          </ac:cxnSpMkLst>
        </pc:cxnChg>
        <pc:cxnChg chg="mod">
          <ac:chgData name="Ben C L FUNG" userId="2bc1a8d8-82cc-46fb-a66a-21e3967849fb" providerId="ADAL" clId="{04B4C0F4-E89D-445E-9437-A8B8CF8C9CDF}" dt="2023-03-15T17:05:39.514" v="1539"/>
          <ac:cxnSpMkLst>
            <pc:docMk/>
            <pc:sldMk cId="3808124047" sldId="333"/>
            <ac:cxnSpMk id="31" creationId="{0BF66700-C6EA-7733-295E-7AEA18668ED1}"/>
          </ac:cxnSpMkLst>
        </pc:cxnChg>
      </pc:sldChg>
      <pc:sldChg chg="addSp delSp modSp new mod">
        <pc:chgData name="Ben C L FUNG" userId="2bc1a8d8-82cc-46fb-a66a-21e3967849fb" providerId="ADAL" clId="{04B4C0F4-E89D-445E-9437-A8B8CF8C9CDF}" dt="2023-03-15T17:16:07.119" v="1752" actId="20577"/>
        <pc:sldMkLst>
          <pc:docMk/>
          <pc:sldMk cId="3213638072" sldId="334"/>
        </pc:sldMkLst>
        <pc:spChg chg="mod">
          <ac:chgData name="Ben C L FUNG" userId="2bc1a8d8-82cc-46fb-a66a-21e3967849fb" providerId="ADAL" clId="{04B4C0F4-E89D-445E-9437-A8B8CF8C9CDF}" dt="2023-03-15T17:08:16.695" v="1626" actId="20577"/>
          <ac:spMkLst>
            <pc:docMk/>
            <pc:sldMk cId="3213638072" sldId="334"/>
            <ac:spMk id="2" creationId="{E00E4A44-247F-0B80-C8B2-B99F9B0978F1}"/>
          </ac:spMkLst>
        </pc:spChg>
        <pc:spChg chg="del">
          <ac:chgData name="Ben C L FUNG" userId="2bc1a8d8-82cc-46fb-a66a-21e3967849fb" providerId="ADAL" clId="{04B4C0F4-E89D-445E-9437-A8B8CF8C9CDF}" dt="2023-03-15T17:10:06.033" v="1629" actId="3680"/>
          <ac:spMkLst>
            <pc:docMk/>
            <pc:sldMk cId="3213638072" sldId="334"/>
            <ac:spMk id="3" creationId="{5D3FCDE6-8011-B76D-524D-E377411F749D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6" creationId="{D59F9030-E4F8-63E2-55A3-3252E905664E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7" creationId="{27B19E58-5C24-6234-05EA-359753F981DD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8" creationId="{C3F737A1-7606-6367-6BA5-CFF0E31309CF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9" creationId="{389607ED-031E-C9A3-B376-49EEE3515C7B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10" creationId="{9F131AE3-FD6E-7ABE-D5FB-B83523B3776E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11" creationId="{63F4E475-971C-8782-43D6-685680E4F09F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0" creationId="{A0A11A8C-D517-FAF2-1EE3-9F691A8C73D2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1" creationId="{83D27D99-6E76-18FE-E677-77F1AC00870F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2" creationId="{90A40AC6-623B-EB27-277A-DE7387EA3937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3" creationId="{48A028F7-8EAA-4E02-4989-DC298CD5C23D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4" creationId="{C3BC71D6-4FAA-882B-9A9A-0C324ECA2E82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5" creationId="{C7A4F2F8-51CE-C83A-5B47-4D0C0A559B60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6" creationId="{21D21287-358C-64F3-0238-D449E42D798D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7" creationId="{8ED0DFB5-A089-3103-D443-8781BA5D714D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8" creationId="{CA60AF1D-3A0D-054C-F7E3-9F6149041DE3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29" creationId="{8C62D3C8-7047-7712-30C5-CC1BD44C46D8}"/>
          </ac:spMkLst>
        </pc:spChg>
        <pc:spChg chg="mod">
          <ac:chgData name="Ben C L FUNG" userId="2bc1a8d8-82cc-46fb-a66a-21e3967849fb" providerId="ADAL" clId="{04B4C0F4-E89D-445E-9437-A8B8CF8C9CDF}" dt="2023-03-15T17:08:07.750" v="1617"/>
          <ac:spMkLst>
            <pc:docMk/>
            <pc:sldMk cId="3213638072" sldId="334"/>
            <ac:spMk id="30" creationId="{BDF1EB2A-CB7E-1215-965C-E37B39680CC9}"/>
          </ac:spMkLst>
        </pc:spChg>
        <pc:spChg chg="add del">
          <ac:chgData name="Ben C L FUNG" userId="2bc1a8d8-82cc-46fb-a66a-21e3967849fb" providerId="ADAL" clId="{04B4C0F4-E89D-445E-9437-A8B8CF8C9CDF}" dt="2023-03-15T17:09:16.670" v="1628" actId="22"/>
          <ac:spMkLst>
            <pc:docMk/>
            <pc:sldMk cId="3213638072" sldId="334"/>
            <ac:spMk id="33" creationId="{8A82BB9A-4060-4C63-9FF9-C1FFFAB3396C}"/>
          </ac:spMkLst>
        </pc:spChg>
        <pc:grpChg chg="add mod">
          <ac:chgData name="Ben C L FUNG" userId="2bc1a8d8-82cc-46fb-a66a-21e3967849fb" providerId="ADAL" clId="{04B4C0F4-E89D-445E-9437-A8B8CF8C9CDF}" dt="2023-03-15T17:08:07.750" v="1617"/>
          <ac:grpSpMkLst>
            <pc:docMk/>
            <pc:sldMk cId="3213638072" sldId="334"/>
            <ac:grpSpMk id="5" creationId="{2CC18962-C00F-AF26-AC28-2B92305C8423}"/>
          </ac:grpSpMkLst>
        </pc:grpChg>
        <pc:graphicFrameChg chg="add mod ord modGraphic">
          <ac:chgData name="Ben C L FUNG" userId="2bc1a8d8-82cc-46fb-a66a-21e3967849fb" providerId="ADAL" clId="{04B4C0F4-E89D-445E-9437-A8B8CF8C9CDF}" dt="2023-03-15T17:16:07.119" v="1752" actId="20577"/>
          <ac:graphicFrameMkLst>
            <pc:docMk/>
            <pc:sldMk cId="3213638072" sldId="334"/>
            <ac:graphicFrameMk id="34" creationId="{16FF64F3-7960-3AED-FBA4-87D8587BECB8}"/>
          </ac:graphicFrameMkLst>
        </pc:graphicFrame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2" creationId="{FD65DBB9-A948-CA9E-FA70-BD43B028A7CE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3" creationId="{83D7DFB1-366C-5C04-728B-3D80A2C25AB9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4" creationId="{1CE98CA9-B9B2-9664-7611-65A4871BE3FC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5" creationId="{9A88A639-87A3-14C1-0DDF-ACC8F7383573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6" creationId="{78861157-E683-9BB7-CCFF-30AD7A30696B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7" creationId="{1690020E-C56D-6990-45D3-9F5030322106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8" creationId="{45CFEC00-9A64-AC92-00E9-39FF5BBCD1AE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19" creationId="{75D1C753-9CAB-9A94-80D3-482446FCCF0C}"/>
          </ac:cxnSpMkLst>
        </pc:cxnChg>
        <pc:cxnChg chg="mod">
          <ac:chgData name="Ben C L FUNG" userId="2bc1a8d8-82cc-46fb-a66a-21e3967849fb" providerId="ADAL" clId="{04B4C0F4-E89D-445E-9437-A8B8CF8C9CDF}" dt="2023-03-15T17:08:07.750" v="1617"/>
          <ac:cxnSpMkLst>
            <pc:docMk/>
            <pc:sldMk cId="3213638072" sldId="334"/>
            <ac:cxnSpMk id="31" creationId="{2FD25E87-4D18-72FD-73BA-8B594F518B27}"/>
          </ac:cxnSpMkLst>
        </pc:cxnChg>
      </pc:sldChg>
      <pc:sldChg chg="addSp delSp modSp new mod modClrScheme chgLayout">
        <pc:chgData name="Ben C L FUNG" userId="2bc1a8d8-82cc-46fb-a66a-21e3967849fb" providerId="ADAL" clId="{04B4C0F4-E89D-445E-9437-A8B8CF8C9CDF}" dt="2023-03-15T17:20:46.551" v="1950" actId="27636"/>
        <pc:sldMkLst>
          <pc:docMk/>
          <pc:sldMk cId="3559719923" sldId="335"/>
        </pc:sldMkLst>
        <pc:spChg chg="mod or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2" creationId="{318FED65-531E-7524-6A06-C4A08F2D9F93}"/>
          </ac:spMkLst>
        </pc:spChg>
        <pc:spChg chg="mod ord">
          <ac:chgData name="Ben C L FUNG" userId="2bc1a8d8-82cc-46fb-a66a-21e3967849fb" providerId="ADAL" clId="{04B4C0F4-E89D-445E-9437-A8B8CF8C9CDF}" dt="2023-03-15T17:20:46.546" v="1949" actId="27636"/>
          <ac:spMkLst>
            <pc:docMk/>
            <pc:sldMk cId="3559719923" sldId="335"/>
            <ac:spMk id="3" creationId="{9C45918C-D584-EDAA-0498-667476E3A3E9}"/>
          </ac:spMkLst>
        </pc:spChg>
        <pc:spChg chg="mod or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4" creationId="{E9A5E265-474E-48FA-EDF3-974E3DF3D9CF}"/>
          </ac:spMkLst>
        </pc:spChg>
        <pc:spChg chg="add mod ord">
          <ac:chgData name="Ben C L FUNG" userId="2bc1a8d8-82cc-46fb-a66a-21e3967849fb" providerId="ADAL" clId="{04B4C0F4-E89D-445E-9437-A8B8CF8C9CDF}" dt="2023-03-15T17:20:46.551" v="1950" actId="27636"/>
          <ac:spMkLst>
            <pc:docMk/>
            <pc:sldMk cId="3559719923" sldId="335"/>
            <ac:spMk id="5" creationId="{EF2FB112-1399-48C2-F2B5-F3BB0E240D8F}"/>
          </ac:spMkLst>
        </pc:spChg>
        <pc:spChg chg="add del mo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6" creationId="{9E27DC0F-0CCA-5C13-8C1E-B49C5D17BD85}"/>
          </ac:spMkLst>
        </pc:spChg>
        <pc:spChg chg="add del mo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7" creationId="{75C8D1E8-7304-D216-63FD-7408FC640C00}"/>
          </ac:spMkLst>
        </pc:spChg>
        <pc:spChg chg="add del mo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8" creationId="{F1631628-BC77-7073-B0C8-6836B875DA24}"/>
          </ac:spMkLst>
        </pc:spChg>
        <pc:spChg chg="add del mod">
          <ac:chgData name="Ben C L FUNG" userId="2bc1a8d8-82cc-46fb-a66a-21e3967849fb" providerId="ADAL" clId="{04B4C0F4-E89D-445E-9437-A8B8CF8C9CDF}" dt="2023-03-15T17:18:10.387" v="1808"/>
          <ac:spMkLst>
            <pc:docMk/>
            <pc:sldMk cId="3559719923" sldId="335"/>
            <ac:spMk id="9" creationId="{F8E52D0A-6A6E-98C2-F85D-BBE41219B640}"/>
          </ac:spMkLst>
        </pc:spChg>
      </pc:sldChg>
      <pc:sldChg chg="addSp delSp modSp new mod modClrScheme chgLayout">
        <pc:chgData name="Ben C L FUNG" userId="2bc1a8d8-82cc-46fb-a66a-21e3967849fb" providerId="ADAL" clId="{04B4C0F4-E89D-445E-9437-A8B8CF8C9CDF}" dt="2023-03-15T17:29:50.349" v="2048" actId="20577"/>
        <pc:sldMkLst>
          <pc:docMk/>
          <pc:sldMk cId="1314988722" sldId="336"/>
        </pc:sldMkLst>
        <pc:spChg chg="del mod ord">
          <ac:chgData name="Ben C L FUNG" userId="2bc1a8d8-82cc-46fb-a66a-21e3967849fb" providerId="ADAL" clId="{04B4C0F4-E89D-445E-9437-A8B8CF8C9CDF}" dt="2023-03-15T17:21:35.733" v="1952" actId="700"/>
          <ac:spMkLst>
            <pc:docMk/>
            <pc:sldMk cId="1314988722" sldId="336"/>
            <ac:spMk id="2" creationId="{21D8BE07-A5EE-3A68-92B5-B8EEFB4978C9}"/>
          </ac:spMkLst>
        </pc:spChg>
        <pc:spChg chg="del">
          <ac:chgData name="Ben C L FUNG" userId="2bc1a8d8-82cc-46fb-a66a-21e3967849fb" providerId="ADAL" clId="{04B4C0F4-E89D-445E-9437-A8B8CF8C9CDF}" dt="2023-03-15T17:21:35.733" v="1952" actId="700"/>
          <ac:spMkLst>
            <pc:docMk/>
            <pc:sldMk cId="1314988722" sldId="336"/>
            <ac:spMk id="3" creationId="{CA2DBC6E-02D3-F5C6-CD2F-0EA523CF5F91}"/>
          </ac:spMkLst>
        </pc:spChg>
        <pc:spChg chg="del">
          <ac:chgData name="Ben C L FUNG" userId="2bc1a8d8-82cc-46fb-a66a-21e3967849fb" providerId="ADAL" clId="{04B4C0F4-E89D-445E-9437-A8B8CF8C9CDF}" dt="2023-03-15T17:21:35.733" v="1952" actId="700"/>
          <ac:spMkLst>
            <pc:docMk/>
            <pc:sldMk cId="1314988722" sldId="336"/>
            <ac:spMk id="4" creationId="{D778CB84-61F4-18F2-77EC-DECF20243658}"/>
          </ac:spMkLst>
        </pc:spChg>
        <pc:spChg chg="mod ord">
          <ac:chgData name="Ben C L FUNG" userId="2bc1a8d8-82cc-46fb-a66a-21e3967849fb" providerId="ADAL" clId="{04B4C0F4-E89D-445E-9437-A8B8CF8C9CDF}" dt="2023-03-15T17:21:35.733" v="1952" actId="700"/>
          <ac:spMkLst>
            <pc:docMk/>
            <pc:sldMk cId="1314988722" sldId="336"/>
            <ac:spMk id="5" creationId="{2C25F85E-1432-975F-2570-FEF65FA2FA31}"/>
          </ac:spMkLst>
        </pc:spChg>
        <pc:spChg chg="add mod ord">
          <ac:chgData name="Ben C L FUNG" userId="2bc1a8d8-82cc-46fb-a66a-21e3967849fb" providerId="ADAL" clId="{04B4C0F4-E89D-445E-9437-A8B8CF8C9CDF}" dt="2023-03-15T17:29:50.349" v="2048" actId="20577"/>
          <ac:spMkLst>
            <pc:docMk/>
            <pc:sldMk cId="1314988722" sldId="336"/>
            <ac:spMk id="6" creationId="{B3BD4F25-77B0-28B3-815E-7A55D26EB63B}"/>
          </ac:spMkLst>
        </pc:spChg>
        <pc:spChg chg="mod">
          <ac:chgData name="Ben C L FUNG" userId="2bc1a8d8-82cc-46fb-a66a-21e3967849fb" providerId="ADAL" clId="{04B4C0F4-E89D-445E-9437-A8B8CF8C9CDF}" dt="2023-03-15T17:22:28.831" v="1975" actId="20577"/>
          <ac:spMkLst>
            <pc:docMk/>
            <pc:sldMk cId="1314988722" sldId="336"/>
            <ac:spMk id="8" creationId="{B8FFDBCD-72BB-F7A9-1DAA-B56EA824E7AB}"/>
          </ac:spMkLst>
        </pc:spChg>
        <pc:spChg chg="mod">
          <ac:chgData name="Ben C L FUNG" userId="2bc1a8d8-82cc-46fb-a66a-21e3967849fb" providerId="ADAL" clId="{04B4C0F4-E89D-445E-9437-A8B8CF8C9CDF}" dt="2023-03-15T17:22:06.001" v="1967" actId="20577"/>
          <ac:spMkLst>
            <pc:docMk/>
            <pc:sldMk cId="1314988722" sldId="336"/>
            <ac:spMk id="9" creationId="{537EE234-BD28-BE99-4AE2-13DD285C6BCA}"/>
          </ac:spMkLst>
        </pc:spChg>
        <pc:spChg chg="mod">
          <ac:chgData name="Ben C L FUNG" userId="2bc1a8d8-82cc-46fb-a66a-21e3967849fb" providerId="ADAL" clId="{04B4C0F4-E89D-445E-9437-A8B8CF8C9CDF}" dt="2023-03-15T17:22:18.715" v="1971" actId="20577"/>
          <ac:spMkLst>
            <pc:docMk/>
            <pc:sldMk cId="1314988722" sldId="336"/>
            <ac:spMk id="10" creationId="{3ED7E815-03CA-F471-7E14-4F030D131624}"/>
          </ac:spMkLst>
        </pc:spChg>
        <pc:spChg chg="mod">
          <ac:chgData name="Ben C L FUNG" userId="2bc1a8d8-82cc-46fb-a66a-21e3967849fb" providerId="ADAL" clId="{04B4C0F4-E89D-445E-9437-A8B8CF8C9CDF}" dt="2023-03-15T17:22:15.777" v="1969" actId="20577"/>
          <ac:spMkLst>
            <pc:docMk/>
            <pc:sldMk cId="1314988722" sldId="336"/>
            <ac:spMk id="11" creationId="{C6583ADD-2094-6AFD-10E5-89124FD44414}"/>
          </ac:spMkLst>
        </pc:spChg>
        <pc:spChg chg="mod">
          <ac:chgData name="Ben C L FUNG" userId="2bc1a8d8-82cc-46fb-a66a-21e3967849fb" providerId="ADAL" clId="{04B4C0F4-E89D-445E-9437-A8B8CF8C9CDF}" dt="2023-03-15T17:22:23.777" v="1972"/>
          <ac:spMkLst>
            <pc:docMk/>
            <pc:sldMk cId="1314988722" sldId="336"/>
            <ac:spMk id="12" creationId="{EE3DFF37-89A2-E6CA-73F4-8563D44FFA44}"/>
          </ac:spMkLst>
        </pc:spChg>
        <pc:spChg chg="mod">
          <ac:chgData name="Ben C L FUNG" userId="2bc1a8d8-82cc-46fb-a66a-21e3967849fb" providerId="ADAL" clId="{04B4C0F4-E89D-445E-9437-A8B8CF8C9CDF}" dt="2023-03-15T17:22:25.757" v="1973"/>
          <ac:spMkLst>
            <pc:docMk/>
            <pc:sldMk cId="1314988722" sldId="336"/>
            <ac:spMk id="13" creationId="{BEB446C3-8CA6-CCC9-12F3-6D2420507D02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2" creationId="{E2C22537-3553-2E28-169F-0791F2A66A19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3" creationId="{81AE01F5-5D55-F195-A6CA-08048F366B99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4" creationId="{89B5A1C7-717F-B401-6C99-79A8881E5985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5" creationId="{87AB1DE1-E291-4195-244A-9463B6FF8621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6" creationId="{CFC51903-8305-74DF-3BCA-F5F1BAEA3EFD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7" creationId="{6DD8799B-5F01-850A-9417-48A90F1AC8C5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8" creationId="{49F82A0A-3BCA-278D-0294-C435184BCDDB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29" creationId="{9B2AED2D-9FAF-E57A-9721-5D45B362B35F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30" creationId="{245D6ED2-089D-C72B-50E4-B0D311F23686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31" creationId="{E86B77B6-5921-7772-AB5A-5DDE35367D06}"/>
          </ac:spMkLst>
        </pc:spChg>
        <pc:spChg chg="mod">
          <ac:chgData name="Ben C L FUNG" userId="2bc1a8d8-82cc-46fb-a66a-21e3967849fb" providerId="ADAL" clId="{04B4C0F4-E89D-445E-9437-A8B8CF8C9CDF}" dt="2023-03-15T17:21:37.119" v="1953"/>
          <ac:spMkLst>
            <pc:docMk/>
            <pc:sldMk cId="1314988722" sldId="336"/>
            <ac:spMk id="32" creationId="{9A1EE595-6815-141D-93EA-144920D98999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35" creationId="{4A412594-764B-1316-A54C-98B2BC3FE944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36" creationId="{A4B430AB-77F1-E8CC-3BEE-2F9454299E6D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37" creationId="{970DE9D5-7B3B-559D-AA64-5DCD39C3D657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38" creationId="{E16FEEE4-2512-C4B6-92C0-AA013D11C3D8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39" creationId="{1D37CFC1-3C76-32C9-F09A-9F59C4364B20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40" creationId="{070CAD8A-F47E-FBE9-C7E1-3F4F84444C21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49" creationId="{3EC2A3FB-82AC-C967-C5ED-928B8BC43E7F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0" creationId="{B3EA45DB-4E0E-7E2B-A974-9340176A4419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1" creationId="{72814192-357D-FEDE-6E9E-A2BC612E9731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2" creationId="{D67F8DF6-1F7A-FAE9-7AB3-F8CA883A5AA4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3" creationId="{90631812-A861-E668-8097-9E9276B724BF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4" creationId="{970F282C-9674-AAF2-C35C-FF50375BE2CA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5" creationId="{0F20180C-B1EB-9F63-EEFA-CA05837067BD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6" creationId="{DB902C9C-2D36-B761-BFDC-392561048C13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7" creationId="{4AC08B21-7317-DAE4-65DD-4DE8650E1361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8" creationId="{72FBC16B-E4AE-6EAE-80CC-B89FF171D9EA}"/>
          </ac:spMkLst>
        </pc:spChg>
        <pc:spChg chg="mod">
          <ac:chgData name="Ben C L FUNG" userId="2bc1a8d8-82cc-46fb-a66a-21e3967849fb" providerId="ADAL" clId="{04B4C0F4-E89D-445E-9437-A8B8CF8C9CDF}" dt="2023-03-15T17:21:48.409" v="1956"/>
          <ac:spMkLst>
            <pc:docMk/>
            <pc:sldMk cId="1314988722" sldId="336"/>
            <ac:spMk id="59" creationId="{D03F1FB5-8EF2-400B-41DB-8B2F65BFE82F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2" creationId="{EA89B207-C93F-00A8-61F7-60FEAE2D7668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3" creationId="{5D322D59-D794-190C-C96E-2D9CC1C8759C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4" creationId="{D340E43A-C71C-9E39-8470-9C4487B22FB6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5" creationId="{3F54F158-3138-841D-6B4A-53A6B5F40DAD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6" creationId="{5121DC92-D219-B565-B2F0-69EED98F7BF1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67" creationId="{ACAFB85E-245B-F45E-F168-0376572D9427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76" creationId="{5758AE96-4C44-67E1-46A8-9058AEAE6658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77" creationId="{A0FD1E4A-C3F9-7533-65F9-71D679EC0B3F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78" creationId="{11F870F8-E513-E589-F320-670F68AC4251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79" creationId="{2F403315-19A8-4C28-7691-08E42F5A6667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0" creationId="{970BBACE-1C18-3B7E-235F-BE6B7703015B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1" creationId="{2EC54892-148F-D121-8879-3E4523BA4511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2" creationId="{57E89B15-3961-329E-E39A-18C13F0FD0D2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3" creationId="{30B1A3EE-FA85-F60E-2E6A-F5041345AC84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4" creationId="{02C04F76-E1D2-B2D7-6616-BD6C1F24351F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5" creationId="{9AE26FCF-5967-84B9-17B9-ECFBAF37CE53}"/>
          </ac:spMkLst>
        </pc:spChg>
        <pc:spChg chg="mod">
          <ac:chgData name="Ben C L FUNG" userId="2bc1a8d8-82cc-46fb-a66a-21e3967849fb" providerId="ADAL" clId="{04B4C0F4-E89D-445E-9437-A8B8CF8C9CDF}" dt="2023-03-15T17:21:55.864" v="1958"/>
          <ac:spMkLst>
            <pc:docMk/>
            <pc:sldMk cId="1314988722" sldId="336"/>
            <ac:spMk id="86" creationId="{CCA70DA2-0D32-62FB-D16A-0627350E0ED2}"/>
          </ac:spMkLst>
        </pc:spChg>
        <pc:spChg chg="mod">
          <ac:chgData name="Ben C L FUNG" userId="2bc1a8d8-82cc-46fb-a66a-21e3967849fb" providerId="ADAL" clId="{04B4C0F4-E89D-445E-9437-A8B8CF8C9CDF}" dt="2023-03-15T17:24:07.328" v="1989" actId="207"/>
          <ac:spMkLst>
            <pc:docMk/>
            <pc:sldMk cId="1314988722" sldId="336"/>
            <ac:spMk id="89" creationId="{4380CC29-E511-DDB6-D9FA-EBFB16BE4997}"/>
          </ac:spMkLst>
        </pc:spChg>
        <pc:spChg chg="mod">
          <ac:chgData name="Ben C L FUNG" userId="2bc1a8d8-82cc-46fb-a66a-21e3967849fb" providerId="ADAL" clId="{04B4C0F4-E89D-445E-9437-A8B8CF8C9CDF}" dt="2023-03-15T17:25:59.667" v="2003" actId="207"/>
          <ac:spMkLst>
            <pc:docMk/>
            <pc:sldMk cId="1314988722" sldId="336"/>
            <ac:spMk id="90" creationId="{E338150D-3FE9-49AF-32ED-2495FA289E23}"/>
          </ac:spMkLst>
        </pc:spChg>
        <pc:spChg chg="mod">
          <ac:chgData name="Ben C L FUNG" userId="2bc1a8d8-82cc-46fb-a66a-21e3967849fb" providerId="ADAL" clId="{04B4C0F4-E89D-445E-9437-A8B8CF8C9CDF}" dt="2023-03-15T17:26:07.213" v="2005" actId="207"/>
          <ac:spMkLst>
            <pc:docMk/>
            <pc:sldMk cId="1314988722" sldId="336"/>
            <ac:spMk id="91" creationId="{9050AD08-6FAD-CB84-15AB-A991742F704B}"/>
          </ac:spMkLst>
        </pc:spChg>
        <pc:spChg chg="mod">
          <ac:chgData name="Ben C L FUNG" userId="2bc1a8d8-82cc-46fb-a66a-21e3967849fb" providerId="ADAL" clId="{04B4C0F4-E89D-445E-9437-A8B8CF8C9CDF}" dt="2023-03-15T17:26:02.693" v="2004" actId="207"/>
          <ac:spMkLst>
            <pc:docMk/>
            <pc:sldMk cId="1314988722" sldId="336"/>
            <ac:spMk id="92" creationId="{5B46CAEC-8A49-349F-A499-53113619E1D6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93" creationId="{08B4FAA7-663B-DE41-C525-F946BBE6F911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94" creationId="{43E8825F-E90D-C43F-9165-4F322B923360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03" creationId="{ED72AB4B-C9A8-313F-F93B-F5D38C3F9769}"/>
          </ac:spMkLst>
        </pc:spChg>
        <pc:spChg chg="mod">
          <ac:chgData name="Ben C L FUNG" userId="2bc1a8d8-82cc-46fb-a66a-21e3967849fb" providerId="ADAL" clId="{04B4C0F4-E89D-445E-9437-A8B8CF8C9CDF}" dt="2023-03-15T17:26:21.086" v="2006" actId="207"/>
          <ac:spMkLst>
            <pc:docMk/>
            <pc:sldMk cId="1314988722" sldId="336"/>
            <ac:spMk id="104" creationId="{F6D693CC-9688-6E4C-9A8D-9204A43F917F}"/>
          </ac:spMkLst>
        </pc:spChg>
        <pc:spChg chg="mod">
          <ac:chgData name="Ben C L FUNG" userId="2bc1a8d8-82cc-46fb-a66a-21e3967849fb" providerId="ADAL" clId="{04B4C0F4-E89D-445E-9437-A8B8CF8C9CDF}" dt="2023-03-15T17:26:25.463" v="2007" actId="207"/>
          <ac:spMkLst>
            <pc:docMk/>
            <pc:sldMk cId="1314988722" sldId="336"/>
            <ac:spMk id="105" creationId="{D078E71E-270A-EC65-7942-68ED32A28EA8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06" creationId="{9CBDE0FF-24B1-20C1-6005-28B953CACEFE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07" creationId="{B4F44140-3FEC-DDE0-FFDF-B4B52C83373C}"/>
          </ac:spMkLst>
        </pc:spChg>
        <pc:spChg chg="mod">
          <ac:chgData name="Ben C L FUNG" userId="2bc1a8d8-82cc-46fb-a66a-21e3967849fb" providerId="ADAL" clId="{04B4C0F4-E89D-445E-9437-A8B8CF8C9CDF}" dt="2023-03-15T17:26:29.167" v="2008" actId="207"/>
          <ac:spMkLst>
            <pc:docMk/>
            <pc:sldMk cId="1314988722" sldId="336"/>
            <ac:spMk id="108" creationId="{C0107915-B295-CFBB-DAF0-FB4C84369E9D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09" creationId="{09F38B74-CFBF-3220-6F52-48FE9DEAC85C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10" creationId="{796C5B33-7700-4C25-6763-13880036C354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11" creationId="{40B12C86-8B99-9DA7-3CD6-326AC9F365BC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12" creationId="{0EBFAE24-656D-1523-089C-6BC1A47648EC}"/>
          </ac:spMkLst>
        </pc:spChg>
        <pc:spChg chg="mod">
          <ac:chgData name="Ben C L FUNG" userId="2bc1a8d8-82cc-46fb-a66a-21e3967849fb" providerId="ADAL" clId="{04B4C0F4-E89D-445E-9437-A8B8CF8C9CDF}" dt="2023-03-15T17:22:36.405" v="1977"/>
          <ac:spMkLst>
            <pc:docMk/>
            <pc:sldMk cId="1314988722" sldId="336"/>
            <ac:spMk id="113" creationId="{D11A0ACA-3730-22FC-46DC-F92C3BB5CB27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16" creationId="{FBFEAD31-C636-26FA-E469-FBAEA13D5769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17" creationId="{A776BA06-3273-482C-2862-A9E9D5FAAD20}"/>
          </ac:spMkLst>
        </pc:spChg>
        <pc:spChg chg="mod">
          <ac:chgData name="Ben C L FUNG" userId="2bc1a8d8-82cc-46fb-a66a-21e3967849fb" providerId="ADAL" clId="{04B4C0F4-E89D-445E-9437-A8B8CF8C9CDF}" dt="2023-03-15T17:24:53.150" v="1991" actId="207"/>
          <ac:spMkLst>
            <pc:docMk/>
            <pc:sldMk cId="1314988722" sldId="336"/>
            <ac:spMk id="118" creationId="{01E86774-2C86-998F-4D98-361031E79760}"/>
          </ac:spMkLst>
        </pc:spChg>
        <pc:spChg chg="mod">
          <ac:chgData name="Ben C L FUNG" userId="2bc1a8d8-82cc-46fb-a66a-21e3967849fb" providerId="ADAL" clId="{04B4C0F4-E89D-445E-9437-A8B8CF8C9CDF}" dt="2023-03-15T17:24:33.230" v="1990" actId="207"/>
          <ac:spMkLst>
            <pc:docMk/>
            <pc:sldMk cId="1314988722" sldId="336"/>
            <ac:spMk id="119" creationId="{CBE1A254-CD8E-7ADE-EB28-629D6ECF4752}"/>
          </ac:spMkLst>
        </pc:spChg>
        <pc:spChg chg="mod">
          <ac:chgData name="Ben C L FUNG" userId="2bc1a8d8-82cc-46fb-a66a-21e3967849fb" providerId="ADAL" clId="{04B4C0F4-E89D-445E-9437-A8B8CF8C9CDF}" dt="2023-03-15T17:25:19.694" v="1996" actId="207"/>
          <ac:spMkLst>
            <pc:docMk/>
            <pc:sldMk cId="1314988722" sldId="336"/>
            <ac:spMk id="120" creationId="{56164641-5CE2-72AB-D5EE-25B00A55394C}"/>
          </ac:spMkLst>
        </pc:spChg>
        <pc:spChg chg="mod">
          <ac:chgData name="Ben C L FUNG" userId="2bc1a8d8-82cc-46fb-a66a-21e3967849fb" providerId="ADAL" clId="{04B4C0F4-E89D-445E-9437-A8B8CF8C9CDF}" dt="2023-03-15T17:25:15.366" v="1995" actId="207"/>
          <ac:spMkLst>
            <pc:docMk/>
            <pc:sldMk cId="1314988722" sldId="336"/>
            <ac:spMk id="121" creationId="{A2C77022-4EFA-DF9D-35A4-209E3DD190A7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30" creationId="{01CDF3C7-44A0-B8E7-95E4-1414054DCFDC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31" creationId="{20B933A6-CA21-33C3-E92D-2F6A0F7AE36E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32" creationId="{9642CAB2-4A86-1CA5-E33F-8F982357A121}"/>
          </ac:spMkLst>
        </pc:spChg>
        <pc:spChg chg="mod">
          <ac:chgData name="Ben C L FUNG" userId="2bc1a8d8-82cc-46fb-a66a-21e3967849fb" providerId="ADAL" clId="{04B4C0F4-E89D-445E-9437-A8B8CF8C9CDF}" dt="2023-03-15T17:26:37.952" v="2009" actId="207"/>
          <ac:spMkLst>
            <pc:docMk/>
            <pc:sldMk cId="1314988722" sldId="336"/>
            <ac:spMk id="133" creationId="{C9C4694C-383C-B9A7-6F24-96350449C7DE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34" creationId="{F9A553B3-758B-08A4-C8BC-F83C76B0B886}"/>
          </ac:spMkLst>
        </pc:spChg>
        <pc:spChg chg="mod">
          <ac:chgData name="Ben C L FUNG" userId="2bc1a8d8-82cc-46fb-a66a-21e3967849fb" providerId="ADAL" clId="{04B4C0F4-E89D-445E-9437-A8B8CF8C9CDF}" dt="2023-03-15T17:23:06.215" v="1985"/>
          <ac:spMkLst>
            <pc:docMk/>
            <pc:sldMk cId="1314988722" sldId="336"/>
            <ac:spMk id="135" creationId="{86A9562E-D063-0E70-AE17-931BCC8BF455}"/>
          </ac:spMkLst>
        </pc:spChg>
        <pc:spChg chg="mod">
          <ac:chgData name="Ben C L FUNG" userId="2bc1a8d8-82cc-46fb-a66a-21e3967849fb" providerId="ADAL" clId="{04B4C0F4-E89D-445E-9437-A8B8CF8C9CDF}" dt="2023-03-15T17:26:45.896" v="2011" actId="207"/>
          <ac:spMkLst>
            <pc:docMk/>
            <pc:sldMk cId="1314988722" sldId="336"/>
            <ac:spMk id="136" creationId="{54BE26EB-D147-CC7E-30F0-6ED4B6405432}"/>
          </ac:spMkLst>
        </pc:spChg>
        <pc:spChg chg="mod">
          <ac:chgData name="Ben C L FUNG" userId="2bc1a8d8-82cc-46fb-a66a-21e3967849fb" providerId="ADAL" clId="{04B4C0F4-E89D-445E-9437-A8B8CF8C9CDF}" dt="2023-03-15T17:27:24.695" v="2014" actId="207"/>
          <ac:spMkLst>
            <pc:docMk/>
            <pc:sldMk cId="1314988722" sldId="336"/>
            <ac:spMk id="137" creationId="{216ECBC0-F05B-1406-2FBF-CDE6B6E5C59E}"/>
          </ac:spMkLst>
        </pc:spChg>
        <pc:spChg chg="mod">
          <ac:chgData name="Ben C L FUNG" userId="2bc1a8d8-82cc-46fb-a66a-21e3967849fb" providerId="ADAL" clId="{04B4C0F4-E89D-445E-9437-A8B8CF8C9CDF}" dt="2023-03-15T17:26:56.935" v="2012" actId="207"/>
          <ac:spMkLst>
            <pc:docMk/>
            <pc:sldMk cId="1314988722" sldId="336"/>
            <ac:spMk id="138" creationId="{36B46639-2F6E-3B67-81E6-42B47F7F2624}"/>
          </ac:spMkLst>
        </pc:spChg>
        <pc:spChg chg="mod">
          <ac:chgData name="Ben C L FUNG" userId="2bc1a8d8-82cc-46fb-a66a-21e3967849fb" providerId="ADAL" clId="{04B4C0F4-E89D-445E-9437-A8B8CF8C9CDF}" dt="2023-03-15T17:27:03.288" v="2013" actId="207"/>
          <ac:spMkLst>
            <pc:docMk/>
            <pc:sldMk cId="1314988722" sldId="336"/>
            <ac:spMk id="139" creationId="{694690D1-B14A-6EB5-6E5F-4442027ED57B}"/>
          </ac:spMkLst>
        </pc:spChg>
        <pc:spChg chg="mod">
          <ac:chgData name="Ben C L FUNG" userId="2bc1a8d8-82cc-46fb-a66a-21e3967849fb" providerId="ADAL" clId="{04B4C0F4-E89D-445E-9437-A8B8CF8C9CDF}" dt="2023-03-15T17:26:42.759" v="2010" actId="207"/>
          <ac:spMkLst>
            <pc:docMk/>
            <pc:sldMk cId="1314988722" sldId="336"/>
            <ac:spMk id="140" creationId="{809FFCCA-6B94-DDFE-4040-473CA6ABCF27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43" creationId="{5BCFE259-F9A9-34A6-E6BA-0C2000021489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44" creationId="{30A651F2-F2C4-A3C8-BFB1-183202F3A179}"/>
          </ac:spMkLst>
        </pc:spChg>
        <pc:spChg chg="mod">
          <ac:chgData name="Ben C L FUNG" userId="2bc1a8d8-82cc-46fb-a66a-21e3967849fb" providerId="ADAL" clId="{04B4C0F4-E89D-445E-9437-A8B8CF8C9CDF}" dt="2023-03-15T17:25:40.750" v="2000" actId="20577"/>
          <ac:spMkLst>
            <pc:docMk/>
            <pc:sldMk cId="1314988722" sldId="336"/>
            <ac:spMk id="145" creationId="{693A5B2D-1174-4A87-F2F9-7638A307FE02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46" creationId="{46BBC7BE-3730-1E47-A57C-C93BA0F4D20D}"/>
          </ac:spMkLst>
        </pc:spChg>
        <pc:spChg chg="mod">
          <ac:chgData name="Ben C L FUNG" userId="2bc1a8d8-82cc-46fb-a66a-21e3967849fb" providerId="ADAL" clId="{04B4C0F4-E89D-445E-9437-A8B8CF8C9CDF}" dt="2023-03-15T17:25:50.877" v="2002" actId="207"/>
          <ac:spMkLst>
            <pc:docMk/>
            <pc:sldMk cId="1314988722" sldId="336"/>
            <ac:spMk id="147" creationId="{67CF42DC-6261-015C-5C5D-0A8E4768A4DE}"/>
          </ac:spMkLst>
        </pc:spChg>
        <pc:spChg chg="mod">
          <ac:chgData name="Ben C L FUNG" userId="2bc1a8d8-82cc-46fb-a66a-21e3967849fb" providerId="ADAL" clId="{04B4C0F4-E89D-445E-9437-A8B8CF8C9CDF}" dt="2023-03-15T17:25:44.637" v="2001" actId="20577"/>
          <ac:spMkLst>
            <pc:docMk/>
            <pc:sldMk cId="1314988722" sldId="336"/>
            <ac:spMk id="148" creationId="{84451C37-C902-0D80-1817-3C98BACB70F8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57" creationId="{5929DD76-CAFC-2B79-742F-2C0BFD46F2BA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58" creationId="{3A445F32-4704-9A08-8CB7-1851E349D8AA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59" creationId="{9A47B242-8650-C057-0A22-99656F106EFB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0" creationId="{08082E3B-D69E-1815-15A2-12E3175A1023}"/>
          </ac:spMkLst>
        </pc:spChg>
        <pc:spChg chg="mod">
          <ac:chgData name="Ben C L FUNG" userId="2bc1a8d8-82cc-46fb-a66a-21e3967849fb" providerId="ADAL" clId="{04B4C0F4-E89D-445E-9437-A8B8CF8C9CDF}" dt="2023-03-15T17:27:58.297" v="2015" actId="207"/>
          <ac:spMkLst>
            <pc:docMk/>
            <pc:sldMk cId="1314988722" sldId="336"/>
            <ac:spMk id="161" creationId="{DE36CEC4-CE8E-A53F-9F29-253E451E31BE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2" creationId="{1E080589-5F36-4D66-F60E-367AA0A0C7FE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3" creationId="{34D08BFB-96C8-80B4-398D-ABD8C258FE25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4" creationId="{596A734E-556D-3D38-1604-220F71DE3D8B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5" creationId="{648D00DB-CB4D-8F31-CA3F-CE26E4EC7B29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6" creationId="{B8675E71-E5BC-B6D5-10B8-5428016268D5}"/>
          </ac:spMkLst>
        </pc:spChg>
        <pc:spChg chg="mod">
          <ac:chgData name="Ben C L FUNG" userId="2bc1a8d8-82cc-46fb-a66a-21e3967849fb" providerId="ADAL" clId="{04B4C0F4-E89D-445E-9437-A8B8CF8C9CDF}" dt="2023-03-15T17:25:27.637" v="1997"/>
          <ac:spMkLst>
            <pc:docMk/>
            <pc:sldMk cId="1314988722" sldId="336"/>
            <ac:spMk id="167" creationId="{4B180626-B93D-8D9C-A549-B2AF89EB6541}"/>
          </ac:spMkLst>
        </pc:spChg>
        <pc:grpChg chg="add mod">
          <ac:chgData name="Ben C L FUNG" userId="2bc1a8d8-82cc-46fb-a66a-21e3967849fb" providerId="ADAL" clId="{04B4C0F4-E89D-445E-9437-A8B8CF8C9CDF}" dt="2023-03-15T17:21:46.391" v="1955" actId="14100"/>
          <ac:grpSpMkLst>
            <pc:docMk/>
            <pc:sldMk cId="1314988722" sldId="336"/>
            <ac:grpSpMk id="7" creationId="{39EF90EE-E2B4-B665-9AC6-C683B7020834}"/>
          </ac:grpSpMkLst>
        </pc:grpChg>
        <pc:grpChg chg="add del mod">
          <ac:chgData name="Ben C L FUNG" userId="2bc1a8d8-82cc-46fb-a66a-21e3967849fb" providerId="ADAL" clId="{04B4C0F4-E89D-445E-9437-A8B8CF8C9CDF}" dt="2023-03-15T17:22:33.110" v="1976" actId="478"/>
          <ac:grpSpMkLst>
            <pc:docMk/>
            <pc:sldMk cId="1314988722" sldId="336"/>
            <ac:grpSpMk id="34" creationId="{002ED0C9-08D7-D1D4-A531-F8B08A3D22FC}"/>
          </ac:grpSpMkLst>
        </pc:grpChg>
        <pc:grpChg chg="add del mod">
          <ac:chgData name="Ben C L FUNG" userId="2bc1a8d8-82cc-46fb-a66a-21e3967849fb" providerId="ADAL" clId="{04B4C0F4-E89D-445E-9437-A8B8CF8C9CDF}" dt="2023-03-15T17:21:58.137" v="1959" actId="478"/>
          <ac:grpSpMkLst>
            <pc:docMk/>
            <pc:sldMk cId="1314988722" sldId="336"/>
            <ac:grpSpMk id="61" creationId="{6D012A8A-9E6C-BDBD-0599-B7E7591DC4BC}"/>
          </ac:grpSpMkLst>
        </pc:grpChg>
        <pc:grpChg chg="add mod">
          <ac:chgData name="Ben C L FUNG" userId="2bc1a8d8-82cc-46fb-a66a-21e3967849fb" providerId="ADAL" clId="{04B4C0F4-E89D-445E-9437-A8B8CF8C9CDF}" dt="2023-03-15T17:22:43.608" v="1978" actId="1076"/>
          <ac:grpSpMkLst>
            <pc:docMk/>
            <pc:sldMk cId="1314988722" sldId="336"/>
            <ac:grpSpMk id="88" creationId="{E8DBB477-141D-5CF4-CCBA-7016615A9486}"/>
          </ac:grpSpMkLst>
        </pc:grpChg>
        <pc:grpChg chg="add mod">
          <ac:chgData name="Ben C L FUNG" userId="2bc1a8d8-82cc-46fb-a66a-21e3967849fb" providerId="ADAL" clId="{04B4C0F4-E89D-445E-9437-A8B8CF8C9CDF}" dt="2023-03-15T17:23:13.464" v="1986" actId="1076"/>
          <ac:grpSpMkLst>
            <pc:docMk/>
            <pc:sldMk cId="1314988722" sldId="336"/>
            <ac:grpSpMk id="115" creationId="{86A51B9C-15F2-B0AE-5A09-7AA62F0FB78E}"/>
          </ac:grpSpMkLst>
        </pc:grpChg>
        <pc:grpChg chg="add mod">
          <ac:chgData name="Ben C L FUNG" userId="2bc1a8d8-82cc-46fb-a66a-21e3967849fb" providerId="ADAL" clId="{04B4C0F4-E89D-445E-9437-A8B8CF8C9CDF}" dt="2023-03-15T17:25:35.463" v="1999" actId="1076"/>
          <ac:grpSpMkLst>
            <pc:docMk/>
            <pc:sldMk cId="1314988722" sldId="336"/>
            <ac:grpSpMk id="142" creationId="{DA2486A4-CE48-55ED-DA0E-4D17CD721301}"/>
          </ac:grpSpMkLst>
        </pc:grp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4" creationId="{660E1D46-0F9C-63CA-169B-1C0544267F3E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5" creationId="{717D2763-E1C1-77BF-CCC0-94863FB19EE5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6" creationId="{B998BB85-F566-9D9E-04B4-25A117EB35A5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7" creationId="{E70BDC75-55AC-C7F1-C90E-DEB4E5B8C27E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8" creationId="{496448F7-43FE-8516-4CC4-A35B978D3A09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19" creationId="{1BC24B53-EF88-6382-3F03-08F3E26257CF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20" creationId="{0F441B8C-414D-222E-7798-01A62B50956D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21" creationId="{6F6B1540-E7AE-6B69-430B-2D2EE22C251F}"/>
          </ac:cxnSpMkLst>
        </pc:cxnChg>
        <pc:cxnChg chg="mod">
          <ac:chgData name="Ben C L FUNG" userId="2bc1a8d8-82cc-46fb-a66a-21e3967849fb" providerId="ADAL" clId="{04B4C0F4-E89D-445E-9437-A8B8CF8C9CDF}" dt="2023-03-15T17:21:37.119" v="1953"/>
          <ac:cxnSpMkLst>
            <pc:docMk/>
            <pc:sldMk cId="1314988722" sldId="336"/>
            <ac:cxnSpMk id="33" creationId="{56BFE059-070A-1DAB-9E61-6AAE386ABC05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1" creationId="{18AEE920-213B-C24F-AAA9-B89A2B9A3C1A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2" creationId="{ED09B27F-0040-2124-0A60-F7E2BD0DD774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3" creationId="{05EA628D-5018-5556-7D51-BE0088553BCB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4" creationId="{943E7E8A-93EC-5872-1783-9BD1E67044A8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5" creationId="{676E9059-6BAA-88FE-7ED3-0BFAC23B9ADE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6" creationId="{6C906033-F034-CAFA-07C4-AB57ED16A0DE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7" creationId="{546AE6D1-7E8B-4F22-408B-EC81293527B2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48" creationId="{439BD4F1-83D2-AB98-404A-448A7C92EE9E}"/>
          </ac:cxnSpMkLst>
        </pc:cxnChg>
        <pc:cxnChg chg="mod">
          <ac:chgData name="Ben C L FUNG" userId="2bc1a8d8-82cc-46fb-a66a-21e3967849fb" providerId="ADAL" clId="{04B4C0F4-E89D-445E-9437-A8B8CF8C9CDF}" dt="2023-03-15T17:22:33.110" v="1976" actId="478"/>
          <ac:cxnSpMkLst>
            <pc:docMk/>
            <pc:sldMk cId="1314988722" sldId="336"/>
            <ac:cxnSpMk id="60" creationId="{52E8CB07-6367-CB11-B64C-04F2850A7A9C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68" creationId="{0E8758F9-096E-2677-0C7C-314EBBFB0D38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69" creationId="{FBF5EE47-5B47-197E-BDAD-06526DB6FD94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0" creationId="{DE754D52-1673-3EF0-B704-B45210080910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1" creationId="{6FC45985-FECD-4784-2C17-D34683BAE021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2" creationId="{D7D9BEF0-2118-1BDE-4F13-7B5595964E5D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3" creationId="{DF8CA989-E76F-E66C-4DC3-19A9B789BE75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4" creationId="{4E64C8F8-F2B5-F6A2-D0AC-8B4E8A86B0E8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75" creationId="{E14E081A-C524-A6FF-0642-F61799B109F7}"/>
          </ac:cxnSpMkLst>
        </pc:cxnChg>
        <pc:cxnChg chg="mod">
          <ac:chgData name="Ben C L FUNG" userId="2bc1a8d8-82cc-46fb-a66a-21e3967849fb" providerId="ADAL" clId="{04B4C0F4-E89D-445E-9437-A8B8CF8C9CDF}" dt="2023-03-15T17:21:58.137" v="1959" actId="478"/>
          <ac:cxnSpMkLst>
            <pc:docMk/>
            <pc:sldMk cId="1314988722" sldId="336"/>
            <ac:cxnSpMk id="87" creationId="{BC55C0BC-8CE5-8104-1DC3-995F13E75418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95" creationId="{2A50AFFB-C439-90CD-7FBD-5525D4C4799F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96" creationId="{AB387417-7209-299B-EE6B-1BAE15F986A9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97" creationId="{2B889771-454F-FCF9-2CC8-B7CF63703EE9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98" creationId="{9761E9FC-6D3E-8525-D6EE-B162B7E3A53E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99" creationId="{DCC8CC3B-DB32-66AB-8BF6-90B9BF0AE3C9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100" creationId="{17F6948F-1254-9124-9E55-79A3B839D7FA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101" creationId="{034ACB86-5C55-9EB6-AD6C-92E27A3D56A8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102" creationId="{B554C128-4110-EE8B-D24E-401D3FA3697C}"/>
          </ac:cxnSpMkLst>
        </pc:cxnChg>
        <pc:cxnChg chg="mod">
          <ac:chgData name="Ben C L FUNG" userId="2bc1a8d8-82cc-46fb-a66a-21e3967849fb" providerId="ADAL" clId="{04B4C0F4-E89D-445E-9437-A8B8CF8C9CDF}" dt="2023-03-15T17:22:36.405" v="1977"/>
          <ac:cxnSpMkLst>
            <pc:docMk/>
            <pc:sldMk cId="1314988722" sldId="336"/>
            <ac:cxnSpMk id="114" creationId="{2AB78519-42CF-D104-A8FE-A011955299D4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2" creationId="{BC75D05E-8022-5B60-C756-F6E4187A6652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3" creationId="{BC6A2A6C-930A-B010-3A1B-1B6C995D88A5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4" creationId="{3919D987-154C-2760-9B84-54AD4E402D0F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5" creationId="{B6FC89D7-78C8-3CBB-EB7A-9A68EB6172BB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6" creationId="{75B2BD85-2D4B-D341-21A3-1901ED63DB7A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7" creationId="{E442504C-F8C7-64D8-7ED2-3D4BC0A34E8A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8" creationId="{01729D20-6804-44A2-BBCF-C85E5FF29455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29" creationId="{83F9B228-F8A5-2D4F-DC03-5118FD0307E3}"/>
          </ac:cxnSpMkLst>
        </pc:cxnChg>
        <pc:cxnChg chg="mod">
          <ac:chgData name="Ben C L FUNG" userId="2bc1a8d8-82cc-46fb-a66a-21e3967849fb" providerId="ADAL" clId="{04B4C0F4-E89D-445E-9437-A8B8CF8C9CDF}" dt="2023-03-15T17:23:06.215" v="1985"/>
          <ac:cxnSpMkLst>
            <pc:docMk/>
            <pc:sldMk cId="1314988722" sldId="336"/>
            <ac:cxnSpMk id="141" creationId="{C886985D-F667-CA47-3B77-DC21495C52DC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49" creationId="{DE310C59-6BF3-E3DB-A078-3E96F3FE5B2F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0" creationId="{DA51DEAB-03A9-FD8F-EEEC-20AE28CC91F4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1" creationId="{99013A0B-79DC-8949-DA7C-510D2C96A27F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2" creationId="{EA61C503-79FB-E33C-475D-A43CC1A9ABCB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3" creationId="{6181A705-EA60-8C1F-20D2-AC59937CEA29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4" creationId="{6ED571AA-BF24-D24E-E4C0-A8CA43D7C725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5" creationId="{B73F8806-B560-F72C-B656-994D426E7DB8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56" creationId="{3EA15E84-AAED-BBDF-650C-198D39F3D5BB}"/>
          </ac:cxnSpMkLst>
        </pc:cxnChg>
        <pc:cxnChg chg="mod">
          <ac:chgData name="Ben C L FUNG" userId="2bc1a8d8-82cc-46fb-a66a-21e3967849fb" providerId="ADAL" clId="{04B4C0F4-E89D-445E-9437-A8B8CF8C9CDF}" dt="2023-03-15T17:25:27.637" v="1997"/>
          <ac:cxnSpMkLst>
            <pc:docMk/>
            <pc:sldMk cId="1314988722" sldId="336"/>
            <ac:cxnSpMk id="168" creationId="{691CAC37-F0F8-4BE7-24D1-53C09DF674EF}"/>
          </ac:cxnSpMkLst>
        </pc:cxnChg>
      </pc:sldChg>
      <pc:sldChg chg="addSp delSp modSp new mod modClrScheme chgLayout">
        <pc:chgData name="Ben C L FUNG" userId="2bc1a8d8-82cc-46fb-a66a-21e3967849fb" providerId="ADAL" clId="{04B4C0F4-E89D-445E-9437-A8B8CF8C9CDF}" dt="2023-03-15T17:31:19.405" v="2108" actId="20577"/>
        <pc:sldMkLst>
          <pc:docMk/>
          <pc:sldMk cId="2699283521" sldId="337"/>
        </pc:sldMkLst>
        <pc:spChg chg="del mod ord">
          <ac:chgData name="Ben C L FUNG" userId="2bc1a8d8-82cc-46fb-a66a-21e3967849fb" providerId="ADAL" clId="{04B4C0F4-E89D-445E-9437-A8B8CF8C9CDF}" dt="2023-03-15T17:30:00.374" v="2050" actId="700"/>
          <ac:spMkLst>
            <pc:docMk/>
            <pc:sldMk cId="2699283521" sldId="337"/>
            <ac:spMk id="2" creationId="{2D2E432A-756C-A87B-A6A9-7DDEBF49C12E}"/>
          </ac:spMkLst>
        </pc:spChg>
        <pc:spChg chg="mod ord">
          <ac:chgData name="Ben C L FUNG" userId="2bc1a8d8-82cc-46fb-a66a-21e3967849fb" providerId="ADAL" clId="{04B4C0F4-E89D-445E-9437-A8B8CF8C9CDF}" dt="2023-03-15T17:30:00.374" v="2050" actId="700"/>
          <ac:spMkLst>
            <pc:docMk/>
            <pc:sldMk cId="2699283521" sldId="337"/>
            <ac:spMk id="3" creationId="{A4F2E74E-4F77-BDF1-F50A-D9B2040881FB}"/>
          </ac:spMkLst>
        </pc:spChg>
        <pc:spChg chg="add mod ord">
          <ac:chgData name="Ben C L FUNG" userId="2bc1a8d8-82cc-46fb-a66a-21e3967849fb" providerId="ADAL" clId="{04B4C0F4-E89D-445E-9437-A8B8CF8C9CDF}" dt="2023-03-15T17:31:19.405" v="2108" actId="20577"/>
          <ac:spMkLst>
            <pc:docMk/>
            <pc:sldMk cId="2699283521" sldId="337"/>
            <ac:spMk id="4" creationId="{5175D655-F3BE-02EC-6A12-8619668A4156}"/>
          </ac:spMkLst>
        </pc:spChg>
        <pc:spChg chg="add mod ord">
          <ac:chgData name="Ben C L FUNG" userId="2bc1a8d8-82cc-46fb-a66a-21e3967849fb" providerId="ADAL" clId="{04B4C0F4-E89D-445E-9437-A8B8CF8C9CDF}" dt="2023-03-15T17:30:06.590" v="2053" actId="6549"/>
          <ac:spMkLst>
            <pc:docMk/>
            <pc:sldMk cId="2699283521" sldId="337"/>
            <ac:spMk id="5" creationId="{2D91021E-B800-E410-0A4F-79C543077542}"/>
          </ac:spMkLst>
        </pc:spChg>
      </pc:sldChg>
      <pc:sldChg chg="addSp delSp modSp new mod">
        <pc:chgData name="Ben C L FUNG" userId="2bc1a8d8-82cc-46fb-a66a-21e3967849fb" providerId="ADAL" clId="{04B4C0F4-E89D-445E-9437-A8B8CF8C9CDF}" dt="2023-03-15T17:31:07.830" v="2088" actId="20577"/>
        <pc:sldMkLst>
          <pc:docMk/>
          <pc:sldMk cId="3381135902" sldId="338"/>
        </pc:sldMkLst>
        <pc:spChg chg="del">
          <ac:chgData name="Ben C L FUNG" userId="2bc1a8d8-82cc-46fb-a66a-21e3967849fb" providerId="ADAL" clId="{04B4C0F4-E89D-445E-9437-A8B8CF8C9CDF}" dt="2023-03-15T17:31:01.295" v="2070"/>
          <ac:spMkLst>
            <pc:docMk/>
            <pc:sldMk cId="3381135902" sldId="338"/>
            <ac:spMk id="2" creationId="{1508EC5C-302A-EADD-1A42-EF84828F0A03}"/>
          </ac:spMkLst>
        </pc:spChg>
        <pc:spChg chg="mod">
          <ac:chgData name="Ben C L FUNG" userId="2bc1a8d8-82cc-46fb-a66a-21e3967849fb" providerId="ADAL" clId="{04B4C0F4-E89D-445E-9437-A8B8CF8C9CDF}" dt="2023-03-15T17:31:01.367" v="2071" actId="27636"/>
          <ac:spMkLst>
            <pc:docMk/>
            <pc:sldMk cId="3381135902" sldId="338"/>
            <ac:spMk id="3" creationId="{C2150BEC-870C-A553-D19F-470FF2FF7654}"/>
          </ac:spMkLst>
        </pc:spChg>
        <pc:spChg chg="mod">
          <ac:chgData name="Ben C L FUNG" userId="2bc1a8d8-82cc-46fb-a66a-21e3967849fb" providerId="ADAL" clId="{04B4C0F4-E89D-445E-9437-A8B8CF8C9CDF}" dt="2023-03-15T17:31:01.295" v="2070"/>
          <ac:spMkLst>
            <pc:docMk/>
            <pc:sldMk cId="3381135902" sldId="338"/>
            <ac:spMk id="4" creationId="{4F77FA5F-35BB-9B9B-EB5D-AEC546787841}"/>
          </ac:spMkLst>
        </pc:spChg>
        <pc:spChg chg="add del mod">
          <ac:chgData name="Ben C L FUNG" userId="2bc1a8d8-82cc-46fb-a66a-21e3967849fb" providerId="ADAL" clId="{04B4C0F4-E89D-445E-9437-A8B8CF8C9CDF}" dt="2023-03-15T17:31:01.295" v="2070"/>
          <ac:spMkLst>
            <pc:docMk/>
            <pc:sldMk cId="3381135902" sldId="338"/>
            <ac:spMk id="5" creationId="{BED10A4B-2127-351C-72D2-5F31EE5668F3}"/>
          </ac:spMkLst>
        </pc:spChg>
        <pc:spChg chg="add del mod">
          <ac:chgData name="Ben C L FUNG" userId="2bc1a8d8-82cc-46fb-a66a-21e3967849fb" providerId="ADAL" clId="{04B4C0F4-E89D-445E-9437-A8B8CF8C9CDF}" dt="2023-03-15T17:31:01.295" v="2070"/>
          <ac:spMkLst>
            <pc:docMk/>
            <pc:sldMk cId="3381135902" sldId="338"/>
            <ac:spMk id="6" creationId="{5EF84B1E-2147-72BB-6DCA-810A4B3EF792}"/>
          </ac:spMkLst>
        </pc:spChg>
        <pc:spChg chg="add mod">
          <ac:chgData name="Ben C L FUNG" userId="2bc1a8d8-82cc-46fb-a66a-21e3967849fb" providerId="ADAL" clId="{04B4C0F4-E89D-445E-9437-A8B8CF8C9CDF}" dt="2023-03-15T17:31:07.830" v="2088" actId="20577"/>
          <ac:spMkLst>
            <pc:docMk/>
            <pc:sldMk cId="3381135902" sldId="338"/>
            <ac:spMk id="7" creationId="{B3E27E11-ED01-8908-54CD-7CCEA77C8D57}"/>
          </ac:spMkLst>
        </pc:spChg>
      </pc:sldChg>
      <pc:sldChg chg="modSp new mod">
        <pc:chgData name="Ben C L FUNG" userId="2bc1a8d8-82cc-46fb-a66a-21e3967849fb" providerId="ADAL" clId="{04B4C0F4-E89D-445E-9437-A8B8CF8C9CDF}" dt="2023-03-15T17:32:12.328" v="2145"/>
        <pc:sldMkLst>
          <pc:docMk/>
          <pc:sldMk cId="1986832198" sldId="339"/>
        </pc:sldMkLst>
        <pc:spChg chg="mod">
          <ac:chgData name="Ben C L FUNG" userId="2bc1a8d8-82cc-46fb-a66a-21e3967849fb" providerId="ADAL" clId="{04B4C0F4-E89D-445E-9437-A8B8CF8C9CDF}" dt="2023-03-15T17:32:12.328" v="2145"/>
          <ac:spMkLst>
            <pc:docMk/>
            <pc:sldMk cId="1986832198" sldId="339"/>
            <ac:spMk id="2" creationId="{6833D60A-4838-002E-7CCA-705C551427B6}"/>
          </ac:spMkLst>
        </pc:spChg>
        <pc:spChg chg="mod">
          <ac:chgData name="Ben C L FUNG" userId="2bc1a8d8-82cc-46fb-a66a-21e3967849fb" providerId="ADAL" clId="{04B4C0F4-E89D-445E-9437-A8B8CF8C9CDF}" dt="2023-03-15T17:32:04.934" v="2142" actId="6549"/>
          <ac:spMkLst>
            <pc:docMk/>
            <pc:sldMk cId="1986832198" sldId="339"/>
            <ac:spMk id="3" creationId="{8A603417-62E7-1EFE-FF70-86EBE6EF48D4}"/>
          </ac:spMkLst>
        </pc:spChg>
      </pc:sldChg>
      <pc:sldChg chg="new del">
        <pc:chgData name="Ben C L FUNG" userId="2bc1a8d8-82cc-46fb-a66a-21e3967849fb" providerId="ADAL" clId="{04B4C0F4-E89D-445E-9437-A8B8CF8C9CDF}" dt="2023-03-15T17:33:06.015" v="2147" actId="47"/>
        <pc:sldMkLst>
          <pc:docMk/>
          <pc:sldMk cId="2326501746" sldId="340"/>
        </pc:sldMkLst>
      </pc:sldChg>
      <pc:sldChg chg="new del">
        <pc:chgData name="Ben C L FUNG" userId="2bc1a8d8-82cc-46fb-a66a-21e3967849fb" providerId="ADAL" clId="{04B4C0F4-E89D-445E-9437-A8B8CF8C9CDF}" dt="2023-03-15T17:33:25.596" v="2149" actId="47"/>
        <pc:sldMkLst>
          <pc:docMk/>
          <pc:sldMk cId="3867941661" sldId="340"/>
        </pc:sldMkLst>
      </pc:sldChg>
    </pc:docChg>
  </pc:docChgLst>
  <pc:docChgLst>
    <pc:chgData name="Ben C L FUNG" userId="2bc1a8d8-82cc-46fb-a66a-21e3967849fb" providerId="ADAL" clId="{88FA2EE2-369B-4D90-ACF2-C19C4442C96E}"/>
    <pc:docChg chg="custSel modSld">
      <pc:chgData name="Ben C L FUNG" userId="2bc1a8d8-82cc-46fb-a66a-21e3967849fb" providerId="ADAL" clId="{88FA2EE2-369B-4D90-ACF2-C19C4442C96E}" dt="2024-03-07T06:03:11.047" v="0" actId="6264"/>
      <pc:docMkLst>
        <pc:docMk/>
      </pc:docMkLst>
      <pc:sldChg chg="addSp delSp modSp mod chgLayout">
        <pc:chgData name="Ben C L FUNG" userId="2bc1a8d8-82cc-46fb-a66a-21e3967849fb" providerId="ADAL" clId="{88FA2EE2-369B-4D90-ACF2-C19C4442C96E}" dt="2024-03-07T06:03:11.047" v="0" actId="6264"/>
        <pc:sldMkLst>
          <pc:docMk/>
          <pc:sldMk cId="3047370917" sldId="348"/>
        </pc:sldMkLst>
        <pc:spChg chg="mod or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2" creationId="{00000000-0000-0000-0000-000000000000}"/>
          </ac:spMkLst>
        </pc:spChg>
        <pc:spChg chg="mod or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3" creationId="{00000000-0000-0000-0000-000000000000}"/>
          </ac:spMkLst>
        </pc:spChg>
        <pc:spChg chg="mod or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5" creationId="{66A8AA26-42E3-3049-6B40-93F29442EB6F}"/>
          </ac:spMkLst>
        </pc:spChg>
        <pc:spChg chg="add del mo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6" creationId="{D2E271F7-EE8E-6012-7A5C-235066C8AAAA}"/>
          </ac:spMkLst>
        </pc:spChg>
        <pc:spChg chg="add del mod">
          <ac:chgData name="Ben C L FUNG" userId="2bc1a8d8-82cc-46fb-a66a-21e3967849fb" providerId="ADAL" clId="{88FA2EE2-369B-4D90-ACF2-C19C4442C96E}" dt="2024-03-07T06:03:11.047" v="0" actId="6264"/>
          <ac:spMkLst>
            <pc:docMk/>
            <pc:sldMk cId="3047370917" sldId="348"/>
            <ac:spMk id="7" creationId="{5FA954D3-0B09-818B-2233-DC631478F02E}"/>
          </ac:spMkLst>
        </pc:spChg>
      </pc:sldChg>
    </pc:docChg>
  </pc:docChgLst>
  <pc:docChgLst>
    <pc:chgData name="Ben C L FUNG" userId="2bc1a8d8-82cc-46fb-a66a-21e3967849fb" providerId="ADAL" clId="{8B799C89-C87E-4820-A850-4650139C5FD2}"/>
    <pc:docChg chg="undo custSel delSld modSld modMainMaster">
      <pc:chgData name="Ben C L FUNG" userId="2bc1a8d8-82cc-46fb-a66a-21e3967849fb" providerId="ADAL" clId="{8B799C89-C87E-4820-A850-4650139C5FD2}" dt="2023-02-22T13:53:46.996" v="14" actId="6549"/>
      <pc:docMkLst>
        <pc:docMk/>
      </pc:docMkLst>
      <pc:sldChg chg="modSp mod">
        <pc:chgData name="Ben C L FUNG" userId="2bc1a8d8-82cc-46fb-a66a-21e3967849fb" providerId="ADAL" clId="{8B799C89-C87E-4820-A850-4650139C5FD2}" dt="2023-02-22T13:53:46.996" v="14" actId="6549"/>
        <pc:sldMkLst>
          <pc:docMk/>
          <pc:sldMk cId="1613474009" sldId="257"/>
        </pc:sldMkLst>
        <pc:spChg chg="mod">
          <ac:chgData name="Ben C L FUNG" userId="2bc1a8d8-82cc-46fb-a66a-21e3967849fb" providerId="ADAL" clId="{8B799C89-C87E-4820-A850-4650139C5FD2}" dt="2023-02-22T13:53:46.996" v="14" actId="6549"/>
          <ac:spMkLst>
            <pc:docMk/>
            <pc:sldMk cId="1613474009" sldId="257"/>
            <ac:spMk id="2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78321362" sldId="33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213638072" sldId="33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559719923" sldId="33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1314988722" sldId="33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2699283521" sldId="33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1986832198" sldId="33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957866047" sldId="34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1672911594" sldId="34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937853958" sldId="34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1250378214" sldId="34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756824477" sldId="34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98213225" sldId="34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3047370917" sldId="348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3"/>
        </pc:sldMkLst>
      </pc:sldChg>
      <pc:sldMasterChg chg="modSldLayout">
        <pc:chgData name="Ben C L FUNG" userId="2bc1a8d8-82cc-46fb-a66a-21e3967849fb" providerId="ADAL" clId="{8B799C89-C87E-4820-A850-4650139C5FD2}" dt="2023-02-22T13:53:08.251" v="13" actId="1076"/>
        <pc:sldMasterMkLst>
          <pc:docMk/>
          <pc:sldMasterMk cId="1159863621" sldId="2147483922"/>
        </pc:sldMasterMkLst>
        <pc:sldLayoutChg chg="delSp modSp mod">
          <pc:chgData name="Ben C L FUNG" userId="2bc1a8d8-82cc-46fb-a66a-21e3967849fb" providerId="ADAL" clId="{8B799C89-C87E-4820-A850-4650139C5FD2}" dt="2023-02-22T13:52:12.845" v="3" actId="1076"/>
          <pc:sldLayoutMkLst>
            <pc:docMk/>
            <pc:sldMasterMk cId="1159863621" sldId="2147483922"/>
            <pc:sldLayoutMk cId="1378745871" sldId="2147483923"/>
          </pc:sldLayoutMkLst>
          <pc:spChg chg="del mod">
            <ac:chgData name="Ben C L FUNG" userId="2bc1a8d8-82cc-46fb-a66a-21e3967849fb" providerId="ADAL" clId="{8B799C89-C87E-4820-A850-4650139C5FD2}" dt="2023-02-22T13:52:08.064" v="2" actId="478"/>
            <ac:spMkLst>
              <pc:docMk/>
              <pc:sldMasterMk cId="1159863621" sldId="2147483922"/>
              <pc:sldLayoutMk cId="1378745871" sldId="2147483923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12.845" v="3" actId="1076"/>
            <ac:spMkLst>
              <pc:docMk/>
              <pc:sldMasterMk cId="1159863621" sldId="2147483922"/>
              <pc:sldLayoutMk cId="1378745871" sldId="2147483923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28.099" v="5" actId="1076"/>
          <pc:sldLayoutMkLst>
            <pc:docMk/>
            <pc:sldMasterMk cId="1159863621" sldId="2147483922"/>
            <pc:sldLayoutMk cId="2412465725" sldId="2147483925"/>
          </pc:sldLayoutMkLst>
          <pc:spChg chg="del">
            <ac:chgData name="Ben C L FUNG" userId="2bc1a8d8-82cc-46fb-a66a-21e3967849fb" providerId="ADAL" clId="{8B799C89-C87E-4820-A850-4650139C5FD2}" dt="2023-02-22T13:52:18.932" v="4" actId="478"/>
            <ac:spMkLst>
              <pc:docMk/>
              <pc:sldMasterMk cId="1159863621" sldId="2147483922"/>
              <pc:sldLayoutMk cId="2412465725" sldId="2147483925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28.099" v="5" actId="1076"/>
            <ac:spMkLst>
              <pc:docMk/>
              <pc:sldMasterMk cId="1159863621" sldId="2147483922"/>
              <pc:sldLayoutMk cId="2412465725" sldId="2147483925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3:08.251" v="13" actId="1076"/>
          <pc:sldLayoutMkLst>
            <pc:docMk/>
            <pc:sldMasterMk cId="1159863621" sldId="2147483922"/>
            <pc:sldLayoutMk cId="373592849" sldId="2147483926"/>
          </pc:sldLayoutMkLst>
          <pc:spChg chg="del">
            <ac:chgData name="Ben C L FUNG" userId="2bc1a8d8-82cc-46fb-a66a-21e3967849fb" providerId="ADAL" clId="{8B799C89-C87E-4820-A850-4650139C5FD2}" dt="2023-02-22T13:52:56.581" v="10" actId="478"/>
            <ac:spMkLst>
              <pc:docMk/>
              <pc:sldMasterMk cId="1159863621" sldId="2147483922"/>
              <pc:sldLayoutMk cId="373592849" sldId="2147483926"/>
              <ac:spMk id="5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2.297" v="12" actId="1076"/>
            <ac:spMkLst>
              <pc:docMk/>
              <pc:sldMasterMk cId="1159863621" sldId="2147483922"/>
              <pc:sldLayoutMk cId="373592849" sldId="2147483926"/>
              <ac:spMk id="10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8.251" v="13" actId="1076"/>
            <ac:spMkLst>
              <pc:docMk/>
              <pc:sldMasterMk cId="1159863621" sldId="2147483922"/>
              <pc:sldLayoutMk cId="373592849" sldId="2147483926"/>
              <ac:spMk id="11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51.900" v="9" actId="1076"/>
          <pc:sldLayoutMkLst>
            <pc:docMk/>
            <pc:sldMasterMk cId="1159863621" sldId="2147483922"/>
            <pc:sldLayoutMk cId="3671377588" sldId="2147483927"/>
          </pc:sldLayoutMkLst>
          <pc:spChg chg="del">
            <ac:chgData name="Ben C L FUNG" userId="2bc1a8d8-82cc-46fb-a66a-21e3967849fb" providerId="ADAL" clId="{8B799C89-C87E-4820-A850-4650139C5FD2}" dt="2023-02-22T13:52:47.499" v="8" actId="478"/>
            <ac:spMkLst>
              <pc:docMk/>
              <pc:sldMasterMk cId="1159863621" sldId="2147483922"/>
              <pc:sldLayoutMk cId="3671377588" sldId="2147483927"/>
              <ac:spMk id="7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51.900" v="9" actId="1076"/>
            <ac:spMkLst>
              <pc:docMk/>
              <pc:sldMasterMk cId="1159863621" sldId="2147483922"/>
              <pc:sldLayoutMk cId="3671377588" sldId="2147483927"/>
              <ac:spMk id="13" creationId="{00000000-0000-0000-0000-000000000000}"/>
            </ac:spMkLst>
          </pc:spChg>
        </pc:sldLayoutChg>
        <pc:sldLayoutChg chg="delSp mod">
          <pc:chgData name="Ben C L FUNG" userId="2bc1a8d8-82cc-46fb-a66a-21e3967849fb" providerId="ADAL" clId="{8B799C89-C87E-4820-A850-4650139C5FD2}" dt="2023-02-22T13:52:37.980" v="6" actId="478"/>
          <pc:sldLayoutMkLst>
            <pc:docMk/>
            <pc:sldMasterMk cId="1159863621" sldId="2147483922"/>
            <pc:sldLayoutMk cId="3321136998" sldId="2147483928"/>
          </pc:sldLayoutMkLst>
          <pc:spChg chg="del">
            <ac:chgData name="Ben C L FUNG" userId="2bc1a8d8-82cc-46fb-a66a-21e3967849fb" providerId="ADAL" clId="{8B799C89-C87E-4820-A850-4650139C5FD2}" dt="2023-02-22T13:52:37.980" v="6" actId="478"/>
            <ac:spMkLst>
              <pc:docMk/>
              <pc:sldMasterMk cId="1159863621" sldId="2147483922"/>
              <pc:sldLayoutMk cId="3321136998" sldId="2147483928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Ibmua</a:t>
            </a:r>
            <a:r>
              <a:rPr lang="en-US" dirty="0"/>
              <a:t> - Work by uploader., Public Domain, https://commons.wikimedia.org/w/index.php?curid=6282617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6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13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0C4B-6720-417A-8108-7A460525C82B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4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16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4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0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8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C7D9-FE96-44DF-B9C9-B45B37EAD493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7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6D92-A6D4-4675-91D1-03013160177B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78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73E-F1D7-4589-86B9-DDB7CC99E7ED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3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F913-9D25-48AA-AD03-06CE6A01B4A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19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757AC-48C4-491C-9BEA-42C6237AC0E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379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B5324542-3DDA-4F1D-927E-A4C5A6393DA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1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29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Internet_Protocol#/media/File:UDP_encapsulation.sv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jkstra%27s_algorith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/index.php?curid=6282617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5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7b - IP</a:t>
            </a:r>
            <a:r>
              <a:rPr lang="en-US"/>
              <a:t>, Routing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1024128" y="2063396"/>
            <a:ext cx="10056379" cy="3311189"/>
          </a:xfrm>
        </p:spPr>
        <p:txBody>
          <a:bodyPr>
            <a:normAutofit/>
          </a:bodyPr>
          <a:lstStyle/>
          <a:p>
            <a:r>
              <a:rPr lang="en-US" altLang="en-US" dirty="0"/>
              <a:t>Explain the Internet Protocol</a:t>
            </a:r>
          </a:p>
          <a:p>
            <a:r>
              <a:rPr lang="en-US" altLang="en-US" dirty="0"/>
              <a:t>Explain the principles of Routing</a:t>
            </a:r>
          </a:p>
          <a:p>
            <a:r>
              <a:rPr lang="en-US" altLang="en-US" dirty="0"/>
              <a:t>Apply TCP/IP knowledge for simulation in Cisco Packet tracer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1127-E2F0-EDAF-CE85-FF10C42B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(OSI)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A66C1-5562-B519-9022-2B9AEF318A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4128" y="2063396"/>
            <a:ext cx="10056379" cy="3311189"/>
          </a:xfrm>
        </p:spPr>
        <p:txBody>
          <a:bodyPr/>
          <a:lstStyle/>
          <a:p>
            <a:r>
              <a:rPr lang="en-US" dirty="0"/>
              <a:t>Provides</a:t>
            </a:r>
          </a:p>
          <a:p>
            <a:pPr lvl="1"/>
            <a:r>
              <a:rPr lang="en-US" dirty="0"/>
              <a:t>Inter-networking function (IP)</a:t>
            </a:r>
          </a:p>
          <a:p>
            <a:pPr lvl="2"/>
            <a:r>
              <a:rPr lang="en-US" dirty="0"/>
              <a:t>Packet Forward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Congestion Control function: TCP Layer</a:t>
            </a:r>
          </a:p>
          <a:p>
            <a:pPr lvl="1"/>
            <a:r>
              <a:rPr lang="en-US" dirty="0"/>
              <a:t>Routing function (IP)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F394A-07DD-2872-3ECF-1CC2BC4C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4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Internet Protocol (IP)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24128" y="2063396"/>
            <a:ext cx="10056379" cy="3311189"/>
          </a:xfrm>
        </p:spPr>
        <p:txBody>
          <a:bodyPr>
            <a:normAutofit/>
          </a:bodyPr>
          <a:lstStyle/>
          <a:p>
            <a:r>
              <a:rPr lang="en-HK" dirty="0"/>
              <a:t>Network layer communication protocol</a:t>
            </a:r>
          </a:p>
          <a:p>
            <a:pPr lvl="1"/>
            <a:r>
              <a:rPr lang="en-HK" dirty="0"/>
              <a:t>Relaying datagram across network boundaries</a:t>
            </a:r>
          </a:p>
          <a:p>
            <a:r>
              <a:rPr lang="en-HK" dirty="0"/>
              <a:t>Routing function</a:t>
            </a:r>
          </a:p>
          <a:p>
            <a:pPr lvl="1"/>
            <a:r>
              <a:rPr lang="en-HK" dirty="0"/>
              <a:t>Inter-networking</a:t>
            </a:r>
          </a:p>
          <a:p>
            <a:r>
              <a:rPr lang="en-HK" dirty="0"/>
              <a:t>TCP/IP</a:t>
            </a:r>
          </a:p>
          <a:p>
            <a:pPr lvl="1"/>
            <a:r>
              <a:rPr lang="en-HK" dirty="0"/>
              <a:t>Connectionless datagram service to TCP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70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2FA-3CB1-9C1B-30D8-52304090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Encapsulation of application data</a:t>
            </a:r>
            <a:br>
              <a:rPr lang="en-US" dirty="0"/>
            </a:br>
            <a:r>
              <a:rPr lang="en-US" dirty="0"/>
              <a:t>(Recall from Topic 5)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8CFB9-ADAE-44B2-BB80-B6123F3806C5}"/>
              </a:ext>
            </a:extLst>
          </p:cNvPr>
          <p:cNvSpPr txBox="1"/>
          <p:nvPr/>
        </p:nvSpPr>
        <p:spPr>
          <a:xfrm>
            <a:off x="1778151" y="6294996"/>
            <a:ext cx="882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https://en.wikipedia.org/wiki/Internet_Protocol#/media/File:UDP_encapsulation.svg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9C75FE-01EA-9A0A-3F9D-CC734DAB96AC}"/>
              </a:ext>
            </a:extLst>
          </p:cNvPr>
          <p:cNvGrpSpPr/>
          <p:nvPr/>
        </p:nvGrpSpPr>
        <p:grpSpPr>
          <a:xfrm>
            <a:off x="2414434" y="2010087"/>
            <a:ext cx="8119861" cy="4152921"/>
            <a:chOff x="2773663" y="1716173"/>
            <a:chExt cx="8119861" cy="4152921"/>
          </a:xfrm>
        </p:grpSpPr>
        <p:pic>
          <p:nvPicPr>
            <p:cNvPr id="5" name="Picture 4" descr="Diagram, timeline&#10;&#10;Description automatically generated with medium confidence">
              <a:extLst>
                <a:ext uri="{FF2B5EF4-FFF2-40B4-BE49-F238E27FC236}">
                  <a16:creationId xmlns:a16="http://schemas.microsoft.com/office/drawing/2014/main" id="{68ACD3DD-956C-018C-EA30-86474974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3663" y="1716173"/>
              <a:ext cx="6644673" cy="4152921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8543380" y="2107572"/>
              <a:ext cx="2350144" cy="3381269"/>
              <a:chOff x="8543380" y="2107572"/>
              <a:chExt cx="2350144" cy="3381269"/>
            </a:xfrm>
          </p:grpSpPr>
          <p:sp>
            <p:nvSpPr>
              <p:cNvPr id="11" name="Arrow: Curved Right 10">
                <a:extLst>
                  <a:ext uri="{FF2B5EF4-FFF2-40B4-BE49-F238E27FC236}">
                    <a16:creationId xmlns:a16="http://schemas.microsoft.com/office/drawing/2014/main" id="{9E7EF81D-B399-F1CC-0C88-760B2239D021}"/>
                  </a:ext>
                </a:extLst>
              </p:cNvPr>
              <p:cNvSpPr/>
              <p:nvPr/>
            </p:nvSpPr>
            <p:spPr>
              <a:xfrm flipH="1">
                <a:off x="8543380" y="3244998"/>
                <a:ext cx="549605" cy="1095270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DEE165-51EF-9BDC-9149-4B22C8D4E555}"/>
                  </a:ext>
                </a:extLst>
              </p:cNvPr>
              <p:cNvSpPr txBox="1"/>
              <p:nvPr/>
            </p:nvSpPr>
            <p:spPr>
              <a:xfrm>
                <a:off x="9489732" y="4155602"/>
                <a:ext cx="971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Packet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AEFAC0-BEAD-E1C8-1F32-6AE0A05B61BD}"/>
                  </a:ext>
                </a:extLst>
              </p:cNvPr>
              <p:cNvSpPr txBox="1"/>
              <p:nvPr/>
            </p:nvSpPr>
            <p:spPr>
              <a:xfrm>
                <a:off x="9489732" y="5119509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Frame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EE165-51EF-9BDC-9149-4B22C8D4E555}"/>
                  </a:ext>
                </a:extLst>
              </p:cNvPr>
              <p:cNvSpPr txBox="1"/>
              <p:nvPr/>
            </p:nvSpPr>
            <p:spPr>
              <a:xfrm>
                <a:off x="9381572" y="2997063"/>
                <a:ext cx="15119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Datagram /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Segment</a:t>
                </a:r>
              </a:p>
            </p:txBody>
          </p:sp>
          <p:sp>
            <p:nvSpPr>
              <p:cNvPr id="10" name="Arrow: Curved Right 10">
                <a:extLst>
                  <a:ext uri="{FF2B5EF4-FFF2-40B4-BE49-F238E27FC236}">
                    <a16:creationId xmlns:a16="http://schemas.microsoft.com/office/drawing/2014/main" id="{9E7EF81D-B399-F1CC-0C88-760B2239D021}"/>
                  </a:ext>
                </a:extLst>
              </p:cNvPr>
              <p:cNvSpPr/>
              <p:nvPr/>
            </p:nvSpPr>
            <p:spPr>
              <a:xfrm flipH="1">
                <a:off x="8543380" y="4363747"/>
                <a:ext cx="549605" cy="1095270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Arrow: Curved Right 10">
                <a:extLst>
                  <a:ext uri="{FF2B5EF4-FFF2-40B4-BE49-F238E27FC236}">
                    <a16:creationId xmlns:a16="http://schemas.microsoft.com/office/drawing/2014/main" id="{9E7EF81D-B399-F1CC-0C88-760B2239D021}"/>
                  </a:ext>
                </a:extLst>
              </p:cNvPr>
              <p:cNvSpPr/>
              <p:nvPr/>
            </p:nvSpPr>
            <p:spPr>
              <a:xfrm flipH="1">
                <a:off x="8543380" y="2107572"/>
                <a:ext cx="549605" cy="1095270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23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2186-F5A8-76D8-2ED4-EE40746F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9EB7B-4462-F667-FF77-0BE652C9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0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44133D-DBBB-228F-0B94-601E38D7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9D2BB-8660-E3A8-85FF-369A58CE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Graph abstraction</a:t>
            </a:r>
          </a:p>
          <a:p>
            <a:r>
              <a:rPr lang="en-US"/>
              <a:t>Distance Vector vs Link State</a:t>
            </a:r>
          </a:p>
          <a:p>
            <a:r>
              <a:rPr lang="en-US"/>
              <a:t>Dijkstra's Algorithm</a:t>
            </a:r>
          </a:p>
          <a:p>
            <a:r>
              <a:rPr lang="en-US"/>
              <a:t>Bellman-Ford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31D44-6623-2E1B-B20B-B7C31EFC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8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D562-642E-C0E6-4D07-212ACCE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A18601-9351-3CCD-984F-C39A9ED2F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Graph of no</a:t>
                </a:r>
                <a:r>
                  <a:rPr lang="en-US" dirty="0">
                    <a:solidFill>
                      <a:srgbClr val="FF0000"/>
                    </a:solidFill>
                  </a:rPr>
                  <a:t>d</a:t>
                </a:r>
                <a:r>
                  <a:rPr lang="en-US" dirty="0"/>
                  <a:t>es (N) &amp; edge (E) </a:t>
                </a:r>
              </a:p>
              <a:p>
                <a:r>
                  <a:rPr lang="en-US" dirty="0"/>
                  <a:t>N (in networking) = Routers</a:t>
                </a:r>
              </a:p>
              <a:p>
                <a:r>
                  <a:rPr lang="en-US" dirty="0"/>
                  <a:t>E (in Networking) = Links</a:t>
                </a:r>
              </a:p>
              <a:p>
                <a:r>
                  <a:rPr lang="en-US" dirty="0"/>
                  <a:t>C(s, d): Cost from source (s) to destination (d)</a:t>
                </a:r>
              </a:p>
              <a:p>
                <a:r>
                  <a:rPr lang="en-US" dirty="0"/>
                  <a:t>Cost of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HK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Undirected graph: Symmetric cost</a:t>
                </a:r>
              </a:p>
              <a:p>
                <a:r>
                  <a:rPr lang="en-US" dirty="0"/>
                  <a:t>Goal: Find the least cost path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A18601-9351-3CCD-984F-C39A9ED2F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0DB4E-9412-9079-9027-A54FDB3E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0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1F09-54AB-FE80-7DC8-36298747F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5876-70AC-7A61-B5C3-61FD20E9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86893"/>
            <a:ext cx="7761941" cy="1268367"/>
          </a:xfrm>
        </p:spPr>
        <p:txBody>
          <a:bodyPr>
            <a:normAutofit/>
          </a:bodyPr>
          <a:lstStyle/>
          <a:p>
            <a:r>
              <a:rPr lang="en-US" dirty="0"/>
              <a:t>N = {u, v, w, x, y, z}</a:t>
            </a:r>
          </a:p>
          <a:p>
            <a:r>
              <a:rPr lang="en-US" dirty="0"/>
              <a:t>E = {(</a:t>
            </a:r>
            <a:r>
              <a:rPr lang="en-US" dirty="0" err="1"/>
              <a:t>u,v</a:t>
            </a:r>
            <a:r>
              <a:rPr lang="en-US" dirty="0"/>
              <a:t>), (u, x), (u, w), (v, x), (v, w), (x, w), (</a:t>
            </a:r>
            <a:r>
              <a:rPr lang="en-US" dirty="0" err="1"/>
              <a:t>x,y</a:t>
            </a:r>
            <a:r>
              <a:rPr lang="en-US" dirty="0"/>
              <a:t>), (</a:t>
            </a:r>
            <a:r>
              <a:rPr lang="en-US" dirty="0" err="1"/>
              <a:t>w,y</a:t>
            </a:r>
            <a:r>
              <a:rPr lang="en-US" dirty="0"/>
              <a:t>), (</a:t>
            </a:r>
            <a:r>
              <a:rPr lang="en-US" dirty="0" err="1"/>
              <a:t>w,z</a:t>
            </a:r>
            <a:r>
              <a:rPr lang="en-US" dirty="0"/>
              <a:t>), (</a:t>
            </a:r>
            <a:r>
              <a:rPr lang="en-US" dirty="0" err="1"/>
              <a:t>y,z</a:t>
            </a:r>
            <a:r>
              <a:rPr lang="en-US" dirty="0"/>
              <a:t>)}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E6FF5-D0AE-E50B-7ADA-6CDB71AD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6E9539-166F-64B9-075C-731FD7385B91}"/>
              </a:ext>
            </a:extLst>
          </p:cNvPr>
          <p:cNvGrpSpPr/>
          <p:nvPr/>
        </p:nvGrpSpPr>
        <p:grpSpPr>
          <a:xfrm>
            <a:off x="3193025" y="3055260"/>
            <a:ext cx="5961753" cy="3699566"/>
            <a:chOff x="2592925" y="3766820"/>
            <a:chExt cx="4249835" cy="26372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CD5EED-63FA-FAC7-98A1-F899275579A1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0C9189-8DD0-27DD-3134-A395B15A251C}"/>
                </a:ext>
              </a:extLst>
            </p:cNvPr>
            <p:cNvSpPr/>
            <p:nvPr/>
          </p:nvSpPr>
          <p:spPr>
            <a:xfrm>
              <a:off x="358860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3448B8A-41F7-CC95-237C-61B8A79E83EF}"/>
                </a:ext>
              </a:extLst>
            </p:cNvPr>
            <p:cNvSpPr/>
            <p:nvPr/>
          </p:nvSpPr>
          <p:spPr>
            <a:xfrm>
              <a:off x="518372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B7E6A18-FD77-EBFC-704C-AEEBF9179452}"/>
                </a:ext>
              </a:extLst>
            </p:cNvPr>
            <p:cNvSpPr/>
            <p:nvPr/>
          </p:nvSpPr>
          <p:spPr>
            <a:xfrm>
              <a:off x="3645362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C20342F-E837-CBAB-4EB0-EC2C225A96EC}"/>
                </a:ext>
              </a:extLst>
            </p:cNvPr>
            <p:cNvSpPr/>
            <p:nvPr/>
          </p:nvSpPr>
          <p:spPr>
            <a:xfrm>
              <a:off x="5183725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73E1C5C-A0D5-D791-1109-48B00D830D26}"/>
                </a:ext>
              </a:extLst>
            </p:cNvPr>
            <p:cNvSpPr/>
            <p:nvPr/>
          </p:nvSpPr>
          <p:spPr>
            <a:xfrm>
              <a:off x="62505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A96B89-F61A-F092-DE1C-AAB8191B2D4E}"/>
                </a:ext>
              </a:extLst>
            </p:cNvPr>
            <p:cNvCxnSpPr>
              <a:cxnSpLocks/>
              <a:stCxn id="6" idx="7"/>
              <a:endCxn id="7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7ACAA1-ADB1-0D42-CFFD-CAF8F670A6BB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0DDA48-F0B5-E98A-32E9-194B54982195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B8A498-1CDE-8F11-552C-1AFDB6720466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87C478-C36C-892B-A3B6-F7B7040A3694}"/>
                </a:ext>
              </a:extLst>
            </p:cNvPr>
            <p:cNvCxnSpPr>
              <a:cxnSpLocks/>
              <a:stCxn id="10" idx="6"/>
              <a:endCxn id="11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E5FF0BE-889F-C3E5-126E-67920E6B7037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84D0FF-668B-1375-20B9-C6E6094168BA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EBFECB4-68CB-DA2D-4F4F-A706E55E807F}"/>
                </a:ext>
              </a:extLst>
            </p:cNvPr>
            <p:cNvCxnSpPr>
              <a:stCxn id="9" idx="7"/>
              <a:endCxn id="8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03034E9F-FD16-1059-3DDA-B294CE0EF0B3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4389D7-9405-B364-6D71-B922ACCF1556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8BE26F-A4E7-5DB4-A0B1-746FAAA1FC05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9301066-E7E6-C74F-637A-1666AFB5D10A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EBB07ED-3D24-046F-0CB9-4A11AA0F68DF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3FA8B32-69D2-7210-DF24-B872F87B2FA8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140CE8-F9BB-4BDC-A356-55886FE04081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EA44375-1641-CC1F-E092-0FD2DA42F78E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54EA27F-09B4-F012-0E3E-5D48737CEB0D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DC13D4A-14B4-2B9D-242B-36065CE9CC86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590740-9414-C4AA-7239-508C9B54AA37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9C64D42-8D8B-E3A9-7234-468BD8A9869D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810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05A2-D125-4FF4-D106-0DCC6EA3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0101-A14C-75C6-EFB2-29352905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919" y="1823881"/>
            <a:ext cx="4460901" cy="4679466"/>
          </a:xfrm>
        </p:spPr>
        <p:txBody>
          <a:bodyPr>
            <a:normAutofit/>
          </a:bodyPr>
          <a:lstStyle/>
          <a:p>
            <a:r>
              <a:rPr lang="en-US" dirty="0"/>
              <a:t>Distance Vector</a:t>
            </a:r>
          </a:p>
          <a:p>
            <a:pPr lvl="1"/>
            <a:r>
              <a:rPr lang="en-US" dirty="0"/>
              <a:t>Vector of distances to all nodes, </a:t>
            </a:r>
          </a:p>
          <a:p>
            <a:pPr lvl="2"/>
            <a:r>
              <a:rPr lang="en-US" dirty="0"/>
              <a:t>e.g.: u: {u:0, v:2, w:5, x:1, y:2, z:4}</a:t>
            </a:r>
          </a:p>
          <a:p>
            <a:pPr lvl="1"/>
            <a:r>
              <a:rPr lang="en-US" dirty="0"/>
              <a:t>Sent to neighbors, </a:t>
            </a:r>
          </a:p>
          <a:p>
            <a:pPr lvl="2"/>
            <a:r>
              <a:rPr lang="en-US" dirty="0"/>
              <a:t>e.g.: u will send to v, w, x</a:t>
            </a:r>
          </a:p>
          <a:p>
            <a:pPr lvl="1"/>
            <a:r>
              <a:rPr lang="en-US" dirty="0"/>
              <a:t>Large vectors to small # of nodes</a:t>
            </a:r>
          </a:p>
          <a:p>
            <a:pPr lvl="2"/>
            <a:r>
              <a:rPr lang="en-US" dirty="0"/>
              <a:t>Tell about the world to neighbors</a:t>
            </a:r>
          </a:p>
          <a:p>
            <a:pPr lvl="1"/>
            <a:r>
              <a:rPr lang="en-US" dirty="0"/>
              <a:t>Older method. Used in Routing Information Protocol (RIP).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70FF-54F0-1CBB-83F9-677C76CE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0F7422-100B-BB3E-8D57-118B61AD07ED}"/>
              </a:ext>
            </a:extLst>
          </p:cNvPr>
          <p:cNvGrpSpPr/>
          <p:nvPr/>
        </p:nvGrpSpPr>
        <p:grpSpPr>
          <a:xfrm>
            <a:off x="5674970" y="1654966"/>
            <a:ext cx="6201090" cy="3987079"/>
            <a:chOff x="2592925" y="3766820"/>
            <a:chExt cx="4249835" cy="26372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7063B9-24F7-F64A-E4DC-62CEC95EB4B3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C9C7438-93C6-19B3-52EE-93311B8CF7A3}"/>
                </a:ext>
              </a:extLst>
            </p:cNvPr>
            <p:cNvSpPr/>
            <p:nvPr/>
          </p:nvSpPr>
          <p:spPr>
            <a:xfrm>
              <a:off x="358860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1A9C98-8334-F30E-21A0-6E9D5A8FA35C}"/>
                </a:ext>
              </a:extLst>
            </p:cNvPr>
            <p:cNvSpPr/>
            <p:nvPr/>
          </p:nvSpPr>
          <p:spPr>
            <a:xfrm>
              <a:off x="518372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91B272-C014-0BF4-A033-364C78CCB626}"/>
                </a:ext>
              </a:extLst>
            </p:cNvPr>
            <p:cNvSpPr/>
            <p:nvPr/>
          </p:nvSpPr>
          <p:spPr>
            <a:xfrm>
              <a:off x="3645362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CD6055-99F6-0267-0D41-9B4527A1DBDF}"/>
                </a:ext>
              </a:extLst>
            </p:cNvPr>
            <p:cNvSpPr/>
            <p:nvPr/>
          </p:nvSpPr>
          <p:spPr>
            <a:xfrm>
              <a:off x="5183725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7B8951-8639-D213-BA03-D66D3FF22C1F}"/>
                </a:ext>
              </a:extLst>
            </p:cNvPr>
            <p:cNvSpPr/>
            <p:nvPr/>
          </p:nvSpPr>
          <p:spPr>
            <a:xfrm>
              <a:off x="62505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52DF13-D23C-8B99-6474-BFC622E8066A}"/>
                </a:ext>
              </a:extLst>
            </p:cNvPr>
            <p:cNvCxnSpPr>
              <a:cxnSpLocks/>
              <a:stCxn id="6" idx="7"/>
              <a:endCxn id="7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447653-C960-26AF-4934-8B63BBA4D579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0D83B6-A62C-F9DB-30C1-1B4C93327BF7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B0B9AC5-1443-D1C2-CEF4-454357F6E98E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F6CBDD-9EC7-55A7-A979-4BF15DDD8301}"/>
                </a:ext>
              </a:extLst>
            </p:cNvPr>
            <p:cNvCxnSpPr>
              <a:cxnSpLocks/>
              <a:stCxn id="10" idx="6"/>
              <a:endCxn id="11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4E759D4-0163-129B-E9D6-9F93CAD1BE73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834C91-E554-FFAF-EC10-2BB20E12A7B3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61C780-2B1B-8AED-45C2-3FEAC0FC369A}"/>
                </a:ext>
              </a:extLst>
            </p:cNvPr>
            <p:cNvCxnSpPr>
              <a:stCxn id="9" idx="7"/>
              <a:endCxn id="8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4E843EA5-2EDA-8187-AC70-251A747D8A8B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BD6AD5-3093-9061-A7EB-1394D737725C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4846F2-257B-6A78-081B-8F9A21A0D3D4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933975-1B7A-D3AE-2743-D4222CF7F2E3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C41C0B-3C3F-45B0-1FD3-A741C135E23A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A778CF-0337-1B04-ED98-2F8653AA57B4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28C206-4CD0-97EC-5276-968811410B8B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E3BCEF-C04C-40CC-BCD9-6A0C8E09496C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13527C-D3EE-7C35-789E-59C5AE953E9C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149C43-EA18-BC9A-1DBF-ED8E5F9CE485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60D41F-E462-5C05-9BA5-35C1DAF55D7E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7EA712-2054-4A71-508B-3C7ACED2928A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940C-8D46-66B5-056F-704A9283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45ACB-FE0C-ACD2-860C-5E92BAB3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01788"/>
            <a:ext cx="4541633" cy="3309954"/>
          </a:xfrm>
        </p:spPr>
        <p:txBody>
          <a:bodyPr>
            <a:normAutofit/>
          </a:bodyPr>
          <a:lstStyle/>
          <a:p>
            <a:r>
              <a:rPr lang="en-US" dirty="0"/>
              <a:t>Vector of link cost to neighbors</a:t>
            </a:r>
          </a:p>
          <a:p>
            <a:pPr lvl="1"/>
            <a:r>
              <a:rPr lang="en-US" dirty="0"/>
              <a:t>Example: u: {v:2, w:5, x:1}</a:t>
            </a:r>
          </a:p>
          <a:p>
            <a:r>
              <a:rPr lang="en-US" dirty="0"/>
              <a:t>Sent to all nodes, </a:t>
            </a:r>
          </a:p>
          <a:p>
            <a:pPr lvl="1"/>
            <a:r>
              <a:rPr lang="en-US" dirty="0"/>
              <a:t>Example u will send to v, w, x, y, z</a:t>
            </a:r>
          </a:p>
          <a:p>
            <a:r>
              <a:rPr lang="en-US" dirty="0"/>
              <a:t>Small vectors to large # of nodes</a:t>
            </a:r>
          </a:p>
          <a:p>
            <a:pPr lvl="1"/>
            <a:r>
              <a:rPr lang="en-US" dirty="0"/>
              <a:t>Tell about the neighbors to the world</a:t>
            </a:r>
          </a:p>
          <a:p>
            <a:r>
              <a:rPr lang="en-US" dirty="0"/>
              <a:t>Newer method. Used in </a:t>
            </a:r>
            <a:r>
              <a:rPr lang="en-HK" dirty="0"/>
              <a:t>Open Shortest Path First </a:t>
            </a:r>
            <a:r>
              <a:rPr lang="en-US" dirty="0"/>
              <a:t>(OSPF).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02B40-AABC-97C6-B14B-18F4543D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141CBD-B04C-D38F-F906-C80746A2C3EA}"/>
              </a:ext>
            </a:extLst>
          </p:cNvPr>
          <p:cNvGrpSpPr/>
          <p:nvPr/>
        </p:nvGrpSpPr>
        <p:grpSpPr>
          <a:xfrm>
            <a:off x="5204426" y="1546258"/>
            <a:ext cx="6497444" cy="3615677"/>
            <a:chOff x="2592925" y="3766820"/>
            <a:chExt cx="4249835" cy="26372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72C391-6299-7552-A565-919876431018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933B0-E5B0-F9B6-9C67-401E1AA08446}"/>
                </a:ext>
              </a:extLst>
            </p:cNvPr>
            <p:cNvSpPr/>
            <p:nvPr/>
          </p:nvSpPr>
          <p:spPr>
            <a:xfrm>
              <a:off x="358860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3762AD-2C48-4C1D-F837-10E5613C6CB2}"/>
                </a:ext>
              </a:extLst>
            </p:cNvPr>
            <p:cNvSpPr/>
            <p:nvPr/>
          </p:nvSpPr>
          <p:spPr>
            <a:xfrm>
              <a:off x="518372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DD02C2-041C-21BA-D7B1-409E374DB98E}"/>
                </a:ext>
              </a:extLst>
            </p:cNvPr>
            <p:cNvSpPr/>
            <p:nvPr/>
          </p:nvSpPr>
          <p:spPr>
            <a:xfrm>
              <a:off x="3645362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2C7108-0229-C6D7-D540-8D0D615CFE99}"/>
                </a:ext>
              </a:extLst>
            </p:cNvPr>
            <p:cNvSpPr/>
            <p:nvPr/>
          </p:nvSpPr>
          <p:spPr>
            <a:xfrm>
              <a:off x="5183725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A25FED-0B1A-9966-B55B-B692705E4116}"/>
                </a:ext>
              </a:extLst>
            </p:cNvPr>
            <p:cNvSpPr/>
            <p:nvPr/>
          </p:nvSpPr>
          <p:spPr>
            <a:xfrm>
              <a:off x="62505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C512811-9B0C-36AD-B63E-07FB8B3A175C}"/>
                </a:ext>
              </a:extLst>
            </p:cNvPr>
            <p:cNvCxnSpPr>
              <a:cxnSpLocks/>
              <a:stCxn id="6" idx="7"/>
              <a:endCxn id="7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F5A312-B891-13A7-6E4C-C5F2CB30BD2A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9054A80-F1E6-5519-EAFE-66CCCA63685A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318D5B-457B-4861-54A3-3AC8EBB9297E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0D3861D-8D24-469A-0676-DC3901556F88}"/>
                </a:ext>
              </a:extLst>
            </p:cNvPr>
            <p:cNvCxnSpPr>
              <a:cxnSpLocks/>
              <a:stCxn id="10" idx="6"/>
              <a:endCxn id="11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C8B46D-2F8A-F901-72AB-5F774E72BF49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0CFCD75-1C89-B1B7-045E-77CD01A1478F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438447-45C3-09D4-2229-9DA37C5E1334}"/>
                </a:ext>
              </a:extLst>
            </p:cNvPr>
            <p:cNvCxnSpPr>
              <a:stCxn id="9" idx="7"/>
              <a:endCxn id="8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095C7B2E-D415-73DB-EFAF-668F75E2991C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76FC74-6D64-26ED-3709-5F1864A62D60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B28CCD-1DEF-22B2-CA9D-E53A2E316600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4E9259-BC85-FACE-AD80-D09B9229D639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661D1C-FEBB-BC26-1198-FA25D14F2D26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DD8CC0-BA83-143A-64DD-28A533F8D905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0E58DE-55DD-E1DE-BD73-77110DA2569B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DEC854-7EB1-4EF3-FCA7-12D6ECF40390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87BB38-DDE9-C6E6-C8B1-1B06C27290FF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ACF20A1-BC87-A3D8-C9EA-6655F701D217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56C498-58A7-60CF-FC13-CAEE0D49528E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BF66700-C6EA-7733-295E-7AEA18668ED1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8124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7386-0289-A690-F774-F0B15DC8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Dijkstra's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B37FA5-4FB1-1509-5478-8A478552F8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1909916"/>
                <a:ext cx="9720073" cy="439944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Goal: Find the least cost paths from a given node to all other nodes in the network</a:t>
                </a:r>
              </a:p>
              <a:p>
                <a:r>
                  <a:rPr lang="en-US" dirty="0"/>
                  <a:t>Notation: </a:t>
                </a:r>
              </a:p>
              <a:p>
                <a:pPr lvl="1"/>
                <a:r>
                  <a:rPr lang="en-US" dirty="0"/>
                  <a:t>c(</a:t>
                </a:r>
                <a:r>
                  <a:rPr lang="en-US" dirty="0" err="1"/>
                  <a:t>i,j</a:t>
                </a:r>
                <a:r>
                  <a:rPr lang="en-US" dirty="0"/>
                  <a:t>) = Link cost from </a:t>
                </a:r>
                <a:r>
                  <a:rPr lang="en-US" dirty="0" err="1"/>
                  <a:t>i</a:t>
                </a:r>
                <a:r>
                  <a:rPr lang="en-US" dirty="0"/>
                  <a:t> to j if </a:t>
                </a:r>
                <a:r>
                  <a:rPr lang="en-US" dirty="0" err="1"/>
                  <a:t>i</a:t>
                </a:r>
                <a:r>
                  <a:rPr lang="en-US" dirty="0"/>
                  <a:t> and j are connected</a:t>
                </a:r>
              </a:p>
              <a:p>
                <a:pPr lvl="1"/>
                <a:r>
                  <a:rPr lang="en-US" dirty="0"/>
                  <a:t>D(k) = Total path cost from s to k</a:t>
                </a:r>
              </a:p>
              <a:p>
                <a:pPr lvl="1"/>
                <a:r>
                  <a:rPr lang="en-US" dirty="0"/>
                  <a:t>N’ = Set of nodes so far for which the least cost path is known</a:t>
                </a:r>
              </a:p>
              <a:p>
                <a:pPr marL="0" indent="0">
                  <a:buNone/>
                </a:pPr>
                <a:r>
                  <a:rPr lang="en-US" dirty="0"/>
                  <a:t>Method:</a:t>
                </a:r>
              </a:p>
              <a:p>
                <a:r>
                  <a:rPr lang="en-US" dirty="0"/>
                  <a:t>Initialize: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D(v) = c(</a:t>
                </a:r>
                <a:r>
                  <a:rPr lang="en-US" dirty="0" err="1"/>
                  <a:t>u,v</a:t>
                </a:r>
                <a:r>
                  <a:rPr lang="en-US" dirty="0"/>
                  <a:t>) for all neighbors of u</a:t>
                </a:r>
              </a:p>
              <a:p>
                <a:r>
                  <a:rPr lang="en-US" dirty="0"/>
                  <a:t>Repeat until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includes all nodes:</a:t>
                </a:r>
              </a:p>
              <a:p>
                <a:pPr lvl="1"/>
                <a:r>
                  <a:rPr lang="en-US" dirty="0"/>
                  <a:t>Find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whose D(w) is minimum</a:t>
                </a:r>
              </a:p>
              <a:p>
                <a:pPr lvl="1"/>
                <a:r>
                  <a:rPr lang="en-US" dirty="0"/>
                  <a:t>Add w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B37FA5-4FB1-1509-5478-8A478552F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1909916"/>
                <a:ext cx="9720073" cy="4399444"/>
              </a:xfrm>
              <a:blipFill>
                <a:blip r:embed="rId2"/>
                <a:stretch>
                  <a:fillRect l="-1254" t="-152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46AE-B544-901A-04D9-67490254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FAE9B-43BB-02F7-9006-B39AB3379C54}"/>
              </a:ext>
            </a:extLst>
          </p:cNvPr>
          <p:cNvSpPr txBox="1"/>
          <p:nvPr/>
        </p:nvSpPr>
        <p:spPr>
          <a:xfrm>
            <a:off x="3517488" y="6147538"/>
            <a:ext cx="5278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https://en.wikipedia.org/wiki/Dijkstra%27s_algorithm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0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4A44-247F-0B80-C8B2-B99F9B09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4">
                <a:extLst>
                  <a:ext uri="{FF2B5EF4-FFF2-40B4-BE49-F238E27FC236}">
                    <a16:creationId xmlns:a16="http://schemas.microsoft.com/office/drawing/2014/main" id="{16FF64F3-7960-3AED-FBA4-87D8587BECB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25926967"/>
                  </p:ext>
                </p:extLst>
              </p:nvPr>
            </p:nvGraphicFramePr>
            <p:xfrm>
              <a:off x="1114755" y="1975364"/>
              <a:ext cx="642847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0251">
                      <a:extLst>
                        <a:ext uri="{9D8B030D-6E8A-4147-A177-3AD203B41FA5}">
                          <a16:colId xmlns:a16="http://schemas.microsoft.com/office/drawing/2014/main" val="2663363093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val="4192596017"/>
                        </a:ext>
                      </a:extLst>
                    </a:gridCol>
                    <a:gridCol w="834013">
                      <a:extLst>
                        <a:ext uri="{9D8B030D-6E8A-4147-A177-3AD203B41FA5}">
                          <a16:colId xmlns:a16="http://schemas.microsoft.com/office/drawing/2014/main" val="2250345721"/>
                        </a:ext>
                      </a:extLst>
                    </a:gridCol>
                    <a:gridCol w="829612">
                      <a:extLst>
                        <a:ext uri="{9D8B030D-6E8A-4147-A177-3AD203B41FA5}">
                          <a16:colId xmlns:a16="http://schemas.microsoft.com/office/drawing/2014/main" val="2159033251"/>
                        </a:ext>
                      </a:extLst>
                    </a:gridCol>
                    <a:gridCol w="789462">
                      <a:extLst>
                        <a:ext uri="{9D8B030D-6E8A-4147-A177-3AD203B41FA5}">
                          <a16:colId xmlns:a16="http://schemas.microsoft.com/office/drawing/2014/main" val="1870602599"/>
                        </a:ext>
                      </a:extLst>
                    </a:gridCol>
                    <a:gridCol w="1071413">
                      <a:extLst>
                        <a:ext uri="{9D8B030D-6E8A-4147-A177-3AD203B41FA5}">
                          <a16:colId xmlns:a16="http://schemas.microsoft.com/office/drawing/2014/main" val="3201845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N'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D(w)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D(x)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D(z)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887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3552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504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458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0264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4135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1285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4">
                <a:extLst>
                  <a:ext uri="{FF2B5EF4-FFF2-40B4-BE49-F238E27FC236}">
                    <a16:creationId xmlns:a16="http://schemas.microsoft.com/office/drawing/2014/main" id="{16FF64F3-7960-3AED-FBA4-87D8587BECB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25926967"/>
                  </p:ext>
                </p:extLst>
              </p:nvPr>
            </p:nvGraphicFramePr>
            <p:xfrm>
              <a:off x="1114755" y="1975364"/>
              <a:ext cx="642847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0251">
                      <a:extLst>
                        <a:ext uri="{9D8B030D-6E8A-4147-A177-3AD203B41FA5}">
                          <a16:colId xmlns:a16="http://schemas.microsoft.com/office/drawing/2014/main" val="2663363093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val="4192596017"/>
                        </a:ext>
                      </a:extLst>
                    </a:gridCol>
                    <a:gridCol w="834013">
                      <a:extLst>
                        <a:ext uri="{9D8B030D-6E8A-4147-A177-3AD203B41FA5}">
                          <a16:colId xmlns:a16="http://schemas.microsoft.com/office/drawing/2014/main" val="2250345721"/>
                        </a:ext>
                      </a:extLst>
                    </a:gridCol>
                    <a:gridCol w="829612">
                      <a:extLst>
                        <a:ext uri="{9D8B030D-6E8A-4147-A177-3AD203B41FA5}">
                          <a16:colId xmlns:a16="http://schemas.microsoft.com/office/drawing/2014/main" val="2159033251"/>
                        </a:ext>
                      </a:extLst>
                    </a:gridCol>
                    <a:gridCol w="789462">
                      <a:extLst>
                        <a:ext uri="{9D8B030D-6E8A-4147-A177-3AD203B41FA5}">
                          <a16:colId xmlns:a16="http://schemas.microsoft.com/office/drawing/2014/main" val="1870602599"/>
                        </a:ext>
                      </a:extLst>
                    </a:gridCol>
                    <a:gridCol w="1071413">
                      <a:extLst>
                        <a:ext uri="{9D8B030D-6E8A-4147-A177-3AD203B41FA5}">
                          <a16:colId xmlns:a16="http://schemas.microsoft.com/office/drawing/2014/main" val="3201845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N'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D(w)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D(x)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D(z)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887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108197" r="-202857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77692" t="-108197" r="-13846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568" t="-108197" r="-2273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552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208197" r="-202857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568" t="-208197" r="-227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1504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313333" r="-202857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458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406557" r="-20285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0264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506557" r="-20285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4135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6" t="-606557" r="-20285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12859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5B62-EF04-461D-4B03-645F216A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C18962-C00F-AF26-AC28-2B92305C8423}"/>
              </a:ext>
            </a:extLst>
          </p:cNvPr>
          <p:cNvGrpSpPr/>
          <p:nvPr/>
        </p:nvGrpSpPr>
        <p:grpSpPr>
          <a:xfrm>
            <a:off x="7728882" y="1914476"/>
            <a:ext cx="4249835" cy="2637235"/>
            <a:chOff x="2592925" y="3766820"/>
            <a:chExt cx="4249835" cy="26372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59F9030-E4F8-63E2-55A3-3252E905664E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B19E58-5C24-6234-05EA-359753F981DD}"/>
                </a:ext>
              </a:extLst>
            </p:cNvPr>
            <p:cNvSpPr/>
            <p:nvPr/>
          </p:nvSpPr>
          <p:spPr>
            <a:xfrm>
              <a:off x="358860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F737A1-7606-6367-6BA5-CFF0E31309CF}"/>
                </a:ext>
              </a:extLst>
            </p:cNvPr>
            <p:cNvSpPr/>
            <p:nvPr/>
          </p:nvSpPr>
          <p:spPr>
            <a:xfrm>
              <a:off x="5183725" y="431927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9607ED-031E-C9A3-B376-49EEE3515C7B}"/>
                </a:ext>
              </a:extLst>
            </p:cNvPr>
            <p:cNvSpPr/>
            <p:nvPr/>
          </p:nvSpPr>
          <p:spPr>
            <a:xfrm>
              <a:off x="3645362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131AE3-FD6E-7ABE-D5FB-B83523B3776E}"/>
                </a:ext>
              </a:extLst>
            </p:cNvPr>
            <p:cNvSpPr/>
            <p:nvPr/>
          </p:nvSpPr>
          <p:spPr>
            <a:xfrm>
              <a:off x="5183725" y="568090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3F4E475-971C-8782-43D6-685680E4F09F}"/>
                </a:ext>
              </a:extLst>
            </p:cNvPr>
            <p:cNvSpPr/>
            <p:nvPr/>
          </p:nvSpPr>
          <p:spPr>
            <a:xfrm>
              <a:off x="62505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D65DBB9-A948-CA9E-FA70-BD43B028A7CE}"/>
                </a:ext>
              </a:extLst>
            </p:cNvPr>
            <p:cNvCxnSpPr>
              <a:cxnSpLocks/>
              <a:stCxn id="6" idx="7"/>
              <a:endCxn id="7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D7DFB1-366C-5C04-728B-3D80A2C25AB9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CE98CA9-B9B2-9664-7611-65A4871BE3FC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88A639-87A3-14C1-0DDF-ACC8F7383573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861157-E683-9BB7-CCFF-30AD7A30696B}"/>
                </a:ext>
              </a:extLst>
            </p:cNvPr>
            <p:cNvCxnSpPr>
              <a:cxnSpLocks/>
              <a:stCxn id="10" idx="6"/>
              <a:endCxn id="11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90020E-C56D-6990-45D3-9F5030322106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CFEC00-9A64-AC92-00E9-39FF5BBCD1AE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D1C753-9CAB-9A94-80D3-482446FCCF0C}"/>
                </a:ext>
              </a:extLst>
            </p:cNvPr>
            <p:cNvCxnSpPr>
              <a:stCxn id="9" idx="7"/>
              <a:endCxn id="8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A0A11A8C-D517-FAF2-1EE3-9F691A8C73D2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D27D99-6E76-18FE-E677-77F1AC00870F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A40AC6-623B-EB27-277A-DE7387EA3937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A028F7-8EAA-4E02-4989-DC298CD5C23D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BC71D6-4FAA-882B-9A9A-0C324ECA2E82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A4F2F8-51CE-C83A-5B47-4D0C0A559B60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D21287-358C-64F3-0238-D449E42D798D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D0DFB5-A089-3103-D443-8781BA5D714D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60AF1D-3A0D-054C-F7E3-9F6149041DE3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C62D3C8-7047-7712-30C5-CC1BD44C46D8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F1EB2A-CB7E-1215-965C-E37B39680CC9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D25E87-4D18-72FD-73BA-8B594F518B27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3638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2CC2-475A-3A61-BE91-1E359250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</a:t>
            </a:r>
          </a:p>
        </p:txBody>
      </p:sp>
      <p:pic>
        <p:nvPicPr>
          <p:cNvPr id="6" name="Content Placeholder 5" descr="Diagram">
            <a:extLst>
              <a:ext uri="{FF2B5EF4-FFF2-40B4-BE49-F238E27FC236}">
                <a16:creationId xmlns:a16="http://schemas.microsoft.com/office/drawing/2014/main" id="{C8311B6C-B08C-ABF1-68E7-C976E2D2F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562" y="1797876"/>
            <a:ext cx="4968876" cy="38978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9B26D-DABB-F775-82B1-E65A0F54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F7E36-7982-7D1E-3DEA-0D52F649A69A}"/>
              </a:ext>
            </a:extLst>
          </p:cNvPr>
          <p:cNvSpPr txBox="1"/>
          <p:nvPr/>
        </p:nvSpPr>
        <p:spPr>
          <a:xfrm>
            <a:off x="1740877" y="5934670"/>
            <a:ext cx="8297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</a:t>
            </a:r>
            <a:r>
              <a:rPr lang="en-US" dirty="0" err="1"/>
              <a:t>Ibmua</a:t>
            </a:r>
            <a:r>
              <a:rPr lang="en-US" dirty="0"/>
              <a:t> - Work by uploader., Public Domain, </a:t>
            </a:r>
            <a:r>
              <a:rPr lang="en-US" dirty="0">
                <a:hlinkClick r:id="rId4"/>
              </a:rPr>
              <a:t>https://commons.wikimedia.org/w/index.php?curid=6282617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44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ED65-531E-7524-6A06-C4A08F2D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5918C-D584-EDAA-0498-667476E3A3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48413" y="2133600"/>
                <a:ext cx="5154663" cy="37776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Notation:</a:t>
                </a:r>
              </a:p>
              <a:p>
                <a:pPr lvl="1"/>
                <a:r>
                  <a:rPr lang="en-US" dirty="0"/>
                  <a:t>u = Source node</a:t>
                </a:r>
              </a:p>
              <a:p>
                <a:pPr lvl="1"/>
                <a:r>
                  <a:rPr lang="en-US" dirty="0"/>
                  <a:t>c(</a:t>
                </a:r>
                <a:r>
                  <a:rPr lang="en-US" dirty="0" err="1"/>
                  <a:t>i,j</a:t>
                </a:r>
                <a:r>
                  <a:rPr lang="en-US" dirty="0"/>
                  <a:t>) = link cost from </a:t>
                </a:r>
                <a:r>
                  <a:rPr lang="en-US" dirty="0" err="1"/>
                  <a:t>i</a:t>
                </a:r>
                <a:r>
                  <a:rPr lang="en-US" dirty="0"/>
                  <a:t> to j</a:t>
                </a:r>
              </a:p>
              <a:p>
                <a:pPr lvl="1"/>
                <a:r>
                  <a:rPr lang="en-US" dirty="0"/>
                  <a:t>h = Number of hops being considered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Cost of h-hop path from u to 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5918C-D584-EDAA-0498-667476E3A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48413" y="2133600"/>
                <a:ext cx="5154663" cy="3777622"/>
              </a:xfrm>
              <a:blipFill>
                <a:blip r:embed="rId2"/>
                <a:stretch>
                  <a:fillRect l="-491" t="-2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F2FB112-1399-48C2-F2B5-F3BB0E240D8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Method:</a:t>
                </a:r>
              </a:p>
              <a:p>
                <a:pPr lvl="1"/>
                <a:r>
                  <a:rPr lang="en-US" dirty="0"/>
                  <a:t>Initialize: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=∞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endParaRPr lang="en-US" dirty="0"/>
              </a:p>
              <a:p>
                <a:pPr lvl="1"/>
                <a:r>
                  <a:rPr lang="fr-FR" dirty="0"/>
                  <a:t>For </a:t>
                </a:r>
                <a:r>
                  <a:rPr lang="fr-FR" dirty="0" err="1"/>
                  <a:t>each</a:t>
                </a:r>
                <a:r>
                  <a:rPr lang="fr-FR" dirty="0"/>
                  <a:t> </a:t>
                </a:r>
                <a:r>
                  <a:rPr lang="fr-FR" dirty="0" err="1"/>
                  <a:t>node</a:t>
                </a:r>
                <a:r>
                  <a:rPr lang="fr-FR" dirty="0"/>
                  <a:t>,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fr-FR" dirty="0"/>
              </a:p>
              <a:p>
                <a:pPr lvl="1"/>
                <a:r>
                  <a:rPr lang="en-US" dirty="0"/>
                  <a:t>If any costs change, </a:t>
                </a:r>
              </a:p>
              <a:p>
                <a:pPr lvl="2"/>
                <a:r>
                  <a:rPr lang="en-US" dirty="0"/>
                  <a:t>repeat step 2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F2FB112-1399-48C2-F2B5-F3BB0E240D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798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5E265-474E-48FA-EDF3-974E3DF3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71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BD4F25-77B0-28B3-815E-7A55D26E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Bellman-Ford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5F85E-1432-975F-2570-FEF65FA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EF90EE-E2B4-B665-9AC6-C683B7020834}"/>
              </a:ext>
            </a:extLst>
          </p:cNvPr>
          <p:cNvGrpSpPr/>
          <p:nvPr/>
        </p:nvGrpSpPr>
        <p:grpSpPr>
          <a:xfrm>
            <a:off x="2481744" y="2231063"/>
            <a:ext cx="3393540" cy="2151752"/>
            <a:chOff x="2592925" y="3766820"/>
            <a:chExt cx="4249835" cy="263723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FFDBCD-72BB-F7A9-1DAA-B56EA824E7AB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537EE234-BD28-BE99-4AE2-13DD285C6BCA}"/>
                    </a:ext>
                  </a:extLst>
                </p:cNvPr>
                <p:cNvSpPr/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537EE234-BD28-BE99-4AE2-13DD285C6B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ED7E815-03CA-F471-7E14-4F030D131624}"/>
                    </a:ext>
                  </a:extLst>
                </p:cNvPr>
                <p:cNvSpPr/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ED7E815-03CA-F471-7E14-4F030D131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6583ADD-2094-6AFD-10E5-89124FD44414}"/>
                    </a:ext>
                  </a:extLst>
                </p:cNvPr>
                <p:cNvSpPr/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6583ADD-2094-6AFD-10E5-89124FD44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EE3DFF37-89A2-E6CA-73F4-8563D44FFA44}"/>
                    </a:ext>
                  </a:extLst>
                </p:cNvPr>
                <p:cNvSpPr/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EE3DFF37-89A2-E6CA-73F4-8563D44FFA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EB446C3-8CA6-CCC9-12F3-6D2420507D02}"/>
                    </a:ext>
                  </a:extLst>
                </p:cNvPr>
                <p:cNvSpPr/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EB446C3-8CA6-CCC9-12F3-6D2420507D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60E1D46-0F9C-63CA-169B-1C0544267F3E}"/>
                </a:ext>
              </a:extLst>
            </p:cNvPr>
            <p:cNvCxnSpPr>
              <a:cxnSpLocks/>
              <a:stCxn id="8" idx="7"/>
              <a:endCxn id="9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7D2763-E1C1-77BF-CCC0-94863FB19EE5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98BB85-F566-9D9E-04B4-25A117EB35A5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0BDC75-55AC-C7F1-C90E-DEB4E5B8C27E}"/>
                </a:ext>
              </a:extLst>
            </p:cNvPr>
            <p:cNvCxnSpPr>
              <a:cxnSpLocks/>
              <a:stCxn id="8" idx="5"/>
              <a:endCxn id="11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6448F7-43FE-8516-4CC4-A35B978D3A09}"/>
                </a:ext>
              </a:extLst>
            </p:cNvPr>
            <p:cNvCxnSpPr>
              <a:cxnSpLocks/>
              <a:stCxn id="12" idx="6"/>
              <a:endCxn id="13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C24B53-EF88-6382-3F03-08F3E26257CF}"/>
                </a:ext>
              </a:extLst>
            </p:cNvPr>
            <p:cNvCxnSpPr>
              <a:cxnSpLocks/>
              <a:stCxn id="10" idx="6"/>
              <a:endCxn id="13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441B8C-414D-222E-7798-01A62B50956D}"/>
                </a:ext>
              </a:extLst>
            </p:cNvPr>
            <p:cNvCxnSpPr>
              <a:stCxn id="9" idx="4"/>
              <a:endCxn id="11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F6B1540-E7AE-6B69-430B-2D2EE22C251F}"/>
                </a:ext>
              </a:extLst>
            </p:cNvPr>
            <p:cNvCxnSpPr>
              <a:stCxn id="11" idx="7"/>
              <a:endCxn id="10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E2C22537-3553-2E28-169F-0791F2A66A19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AE01F5-5D55-F195-A6CA-08048F366B99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5A1C7-717F-B401-6C99-79A8881E5985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AB1DE1-E291-4195-244A-9463B6FF8621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C51903-8305-74DF-3BCA-F5F1BAEA3EFD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D8799B-5F01-850A-9417-48A90F1AC8C5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F82A0A-3BCA-278D-0294-C435184BCDDB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2AED2D-9FAF-E57A-9721-5D45B362B35F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5D6ED2-089D-C72B-50E4-B0D311F23686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6B77B6-5921-7772-AB5A-5DDE35367D06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1EE595-6815-141D-93EA-144920D98999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BFE059-070A-1DAB-9E61-6AAE386ABC05}"/>
                </a:ext>
              </a:extLst>
            </p:cNvPr>
            <p:cNvCxnSpPr>
              <a:stCxn id="10" idx="4"/>
              <a:endCxn id="12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8DBB477-141D-5CF4-CCBA-7016615A9486}"/>
              </a:ext>
            </a:extLst>
          </p:cNvPr>
          <p:cNvGrpSpPr/>
          <p:nvPr/>
        </p:nvGrpSpPr>
        <p:grpSpPr>
          <a:xfrm>
            <a:off x="7125027" y="2189323"/>
            <a:ext cx="3393540" cy="2151752"/>
            <a:chOff x="2592925" y="3766820"/>
            <a:chExt cx="4249835" cy="2637235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380CC29-E511-DDB6-D9FA-EBFB16BE4997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338150D-3FE9-49AF-32ED-2495FA289E23}"/>
                    </a:ext>
                  </a:extLst>
                </p:cNvPr>
                <p:cNvSpPr/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338150D-3FE9-49AF-32ED-2495FA289E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9050AD08-6FAD-CB84-15AB-A991742F704B}"/>
                    </a:ext>
                  </a:extLst>
                </p:cNvPr>
                <p:cNvSpPr/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9050AD08-6FAD-CB84-15AB-A991742F70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5B46CAEC-8A49-349F-A499-53113619E1D6}"/>
                    </a:ext>
                  </a:extLst>
                </p:cNvPr>
                <p:cNvSpPr/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5B46CAEC-8A49-349F-A499-53113619E1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8B4FAA7-663B-DE41-C525-F946BBE6F911}"/>
                    </a:ext>
                  </a:extLst>
                </p:cNvPr>
                <p:cNvSpPr/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8B4FAA7-663B-DE41-C525-F946BBE6F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43E8825F-E90D-C43F-9165-4F322B923360}"/>
                    </a:ext>
                  </a:extLst>
                </p:cNvPr>
                <p:cNvSpPr/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43E8825F-E90D-C43F-9165-4F322B9233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A50AFFB-C439-90CD-7FBD-5525D4C4799F}"/>
                </a:ext>
              </a:extLst>
            </p:cNvPr>
            <p:cNvCxnSpPr>
              <a:cxnSpLocks/>
              <a:stCxn id="89" idx="7"/>
              <a:endCxn id="90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B387417-7209-299B-EE6B-1BAE15F986A9}"/>
                </a:ext>
              </a:extLst>
            </p:cNvPr>
            <p:cNvCxnSpPr>
              <a:stCxn id="90" idx="6"/>
              <a:endCxn id="91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B889771-454F-FCF9-2CC8-B7CF63703EE9}"/>
                </a:ext>
              </a:extLst>
            </p:cNvPr>
            <p:cNvCxnSpPr>
              <a:stCxn id="92" idx="6"/>
              <a:endCxn id="93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761E9FC-6D3E-8525-D6EE-B162B7E3A53E}"/>
                </a:ext>
              </a:extLst>
            </p:cNvPr>
            <p:cNvCxnSpPr>
              <a:cxnSpLocks/>
              <a:stCxn id="89" idx="5"/>
              <a:endCxn id="92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CC8CC3B-DB32-66AB-8BF6-90B9BF0AE3C9}"/>
                </a:ext>
              </a:extLst>
            </p:cNvPr>
            <p:cNvCxnSpPr>
              <a:cxnSpLocks/>
              <a:stCxn id="93" idx="6"/>
              <a:endCxn id="94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7F6948F-1254-9124-9E55-79A3B839D7FA}"/>
                </a:ext>
              </a:extLst>
            </p:cNvPr>
            <p:cNvCxnSpPr>
              <a:cxnSpLocks/>
              <a:stCxn id="91" idx="6"/>
              <a:endCxn id="94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34ACB86-5C55-9EB6-AD6C-92E27A3D56A8}"/>
                </a:ext>
              </a:extLst>
            </p:cNvPr>
            <p:cNvCxnSpPr>
              <a:stCxn id="90" idx="4"/>
              <a:endCxn id="92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554C128-4110-EE8B-D24E-401D3FA3697C}"/>
                </a:ext>
              </a:extLst>
            </p:cNvPr>
            <p:cNvCxnSpPr>
              <a:stCxn id="92" idx="7"/>
              <a:endCxn id="91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ED72AB4B-C9A8-313F-F93B-F5D38C3F9769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6D693CC-9688-6E4C-9A8D-9204A43F917F}"/>
                </a:ext>
              </a:extLst>
            </p:cNvPr>
            <p:cNvSpPr txBox="1"/>
            <p:nvPr/>
          </p:nvSpPr>
          <p:spPr>
            <a:xfrm>
              <a:off x="2662608" y="3766820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078E71E-270A-EC65-7942-68ED32A28EA8}"/>
                </a:ext>
              </a:extLst>
            </p:cNvPr>
            <p:cNvSpPr txBox="1"/>
            <p:nvPr/>
          </p:nvSpPr>
          <p:spPr>
            <a:xfrm>
              <a:off x="3069886" y="4559419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CBDE0FF-24B1-20C1-6005-28B953CACEFE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4F44140-3FEC-DDE0-FFDF-B4B52C83373C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0107915-B295-CFBB-DAF0-FB4C84369E9D}"/>
                </a:ext>
              </a:extLst>
            </p:cNvPr>
            <p:cNvSpPr txBox="1"/>
            <p:nvPr/>
          </p:nvSpPr>
          <p:spPr>
            <a:xfrm>
              <a:off x="3036339" y="5734168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9F38B74-CFBF-3220-6F52-48FE9DEAC85C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96C5B33-7700-4C25-6763-13880036C354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0B12C86-8B99-9DA7-3CD6-326AC9F365BC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EBFAE24-656D-1523-089C-6BC1A47648EC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11A0ACA-3730-22FC-46DC-F92C3BB5CB27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AB78519-42CF-D104-A8FE-A011955299D4}"/>
                </a:ext>
              </a:extLst>
            </p:cNvPr>
            <p:cNvCxnSpPr>
              <a:stCxn id="91" idx="4"/>
              <a:endCxn id="93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6A51B9C-15F2-B0AE-5A09-7AA62F0FB78E}"/>
              </a:ext>
            </a:extLst>
          </p:cNvPr>
          <p:cNvGrpSpPr/>
          <p:nvPr/>
        </p:nvGrpSpPr>
        <p:grpSpPr>
          <a:xfrm>
            <a:off x="2476009" y="4424956"/>
            <a:ext cx="3393540" cy="2219742"/>
            <a:chOff x="2592925" y="3766820"/>
            <a:chExt cx="4249835" cy="2720565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BFEAD31-C636-26FA-E469-FBAEA13D5769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A776BA06-3273-482C-2862-A9E9D5FAAD20}"/>
                    </a:ext>
                  </a:extLst>
                </p:cNvPr>
                <p:cNvSpPr/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A776BA06-3273-482C-2862-A9E9D5FAAD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01E86774-2C86-998F-4D98-361031E79760}"/>
                    </a:ext>
                  </a:extLst>
                </p:cNvPr>
                <p:cNvSpPr/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01E86774-2C86-998F-4D98-361031E797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CBE1A254-CD8E-7ADE-EB28-629D6ECF4752}"/>
                    </a:ext>
                  </a:extLst>
                </p:cNvPr>
                <p:cNvSpPr/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CBE1A254-CD8E-7ADE-EB28-629D6ECF47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56164641-5CE2-72AB-D5EE-25B00A55394C}"/>
                    </a:ext>
                  </a:extLst>
                </p:cNvPr>
                <p:cNvSpPr/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56164641-5CE2-72AB-D5EE-25B00A5539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A2C77022-4EFA-DF9D-35A4-209E3DD190A7}"/>
                    </a:ext>
                  </a:extLst>
                </p:cNvPr>
                <p:cNvSpPr/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A2C77022-4EFA-DF9D-35A4-209E3DD190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C75D05E-8022-5B60-C756-F6E4187A6652}"/>
                </a:ext>
              </a:extLst>
            </p:cNvPr>
            <p:cNvCxnSpPr>
              <a:cxnSpLocks/>
              <a:stCxn id="116" idx="7"/>
              <a:endCxn id="117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C6A2A6C-930A-B010-3A1B-1B6C995D88A5}"/>
                </a:ext>
              </a:extLst>
            </p:cNvPr>
            <p:cNvCxnSpPr>
              <a:stCxn id="117" idx="6"/>
              <a:endCxn id="118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919D987-154C-2760-9B84-54AD4E402D0F}"/>
                </a:ext>
              </a:extLst>
            </p:cNvPr>
            <p:cNvCxnSpPr>
              <a:stCxn id="119" idx="6"/>
              <a:endCxn id="120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FC89D7-78C8-3CBB-EB7A-9A68EB6172BB}"/>
                </a:ext>
              </a:extLst>
            </p:cNvPr>
            <p:cNvCxnSpPr>
              <a:cxnSpLocks/>
              <a:stCxn id="116" idx="5"/>
              <a:endCxn id="119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5B2BD85-2D4B-D341-21A3-1901ED63DB7A}"/>
                </a:ext>
              </a:extLst>
            </p:cNvPr>
            <p:cNvCxnSpPr>
              <a:cxnSpLocks/>
              <a:stCxn id="120" idx="6"/>
              <a:endCxn id="121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442504C-F8C7-64D8-7ED2-3D4BC0A34E8A}"/>
                </a:ext>
              </a:extLst>
            </p:cNvPr>
            <p:cNvCxnSpPr>
              <a:cxnSpLocks/>
              <a:stCxn id="118" idx="6"/>
              <a:endCxn id="121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1729D20-6804-44A2-BBCF-C85E5FF29455}"/>
                </a:ext>
              </a:extLst>
            </p:cNvPr>
            <p:cNvCxnSpPr>
              <a:stCxn id="117" idx="4"/>
              <a:endCxn id="119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3F9B228-F8A5-2D4F-DC03-5118FD0307E3}"/>
                </a:ext>
              </a:extLst>
            </p:cNvPr>
            <p:cNvCxnSpPr>
              <a:stCxn id="119" idx="7"/>
              <a:endCxn id="118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01CDF3C7-44A0-B8E7-95E4-1414054DCFDC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0B933A6-CA21-33C3-E92D-2F6A0F7AE36E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642CAB2-4A86-1CA5-E33F-8F982357A121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9C4694C-383C-B9A7-6F24-96350449C7DE}"/>
                </a:ext>
              </a:extLst>
            </p:cNvPr>
            <p:cNvSpPr txBox="1"/>
            <p:nvPr/>
          </p:nvSpPr>
          <p:spPr>
            <a:xfrm>
              <a:off x="3570591" y="5133649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9A553B3-758B-08A4-C8BC-F83C76B0B886}"/>
                </a:ext>
              </a:extLst>
            </p:cNvPr>
            <p:cNvSpPr txBox="1"/>
            <p:nvPr/>
          </p:nvSpPr>
          <p:spPr>
            <a:xfrm>
              <a:off x="6211742" y="56390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6A9562E-D063-0E70-AE17-931BCC8BF455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4BE26EB-D147-CC7E-30F0-6ED4B6405432}"/>
                </a:ext>
              </a:extLst>
            </p:cNvPr>
            <p:cNvSpPr txBox="1"/>
            <p:nvPr/>
          </p:nvSpPr>
          <p:spPr>
            <a:xfrm>
              <a:off x="4628077" y="6034724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16ECBC0-F05B-1406-2FBF-CDE6B6E5C59E}"/>
                </a:ext>
              </a:extLst>
            </p:cNvPr>
            <p:cNvSpPr txBox="1"/>
            <p:nvPr/>
          </p:nvSpPr>
          <p:spPr>
            <a:xfrm>
              <a:off x="5543884" y="5184577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6B46639-2F6E-3B67-81E6-42B47F7F2624}"/>
                </a:ext>
              </a:extLst>
            </p:cNvPr>
            <p:cNvSpPr txBox="1"/>
            <p:nvPr/>
          </p:nvSpPr>
          <p:spPr>
            <a:xfrm>
              <a:off x="6096000" y="4474924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694690D1-B14A-6EB5-6E5F-4442027ED57B}"/>
                </a:ext>
              </a:extLst>
            </p:cNvPr>
            <p:cNvSpPr txBox="1"/>
            <p:nvPr/>
          </p:nvSpPr>
          <p:spPr>
            <a:xfrm>
              <a:off x="4397755" y="4183579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09FFCCA-6B94-DDFE-4040-473CA6ABCF27}"/>
                </a:ext>
              </a:extLst>
            </p:cNvPr>
            <p:cNvSpPr txBox="1"/>
            <p:nvPr/>
          </p:nvSpPr>
          <p:spPr>
            <a:xfrm>
              <a:off x="4389000" y="4870648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886985D-F667-CA47-3B77-DC21495C52DC}"/>
                </a:ext>
              </a:extLst>
            </p:cNvPr>
            <p:cNvCxnSpPr>
              <a:stCxn id="118" idx="4"/>
              <a:endCxn id="120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A2486A4-CE48-55ED-DA0E-4D17CD721301}"/>
              </a:ext>
            </a:extLst>
          </p:cNvPr>
          <p:cNvGrpSpPr/>
          <p:nvPr/>
        </p:nvGrpSpPr>
        <p:grpSpPr>
          <a:xfrm>
            <a:off x="7201839" y="4513171"/>
            <a:ext cx="3393540" cy="2151752"/>
            <a:chOff x="2592925" y="3766820"/>
            <a:chExt cx="4249835" cy="2637235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BCFE259-F9A9-34A6-E6BA-0C2000021489}"/>
                </a:ext>
              </a:extLst>
            </p:cNvPr>
            <p:cNvSpPr/>
            <p:nvPr/>
          </p:nvSpPr>
          <p:spPr>
            <a:xfrm>
              <a:off x="2592925" y="5034280"/>
              <a:ext cx="592235" cy="51816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30A651F2-F2C4-A3C8-BFB1-183202F3A179}"/>
                    </a:ext>
                  </a:extLst>
                </p:cNvPr>
                <p:cNvSpPr/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30A651F2-F2C4-A3C8-BFB1-183202F3A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8605" y="4319270"/>
                  <a:ext cx="592235" cy="51816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693A5B2D-1174-4A87-F2F9-7638A307FE02}"/>
                    </a:ext>
                  </a:extLst>
                </p:cNvPr>
                <p:cNvSpPr/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693A5B2D-1174-4A87-F2F9-7638A307FE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4319270"/>
                  <a:ext cx="592235" cy="51816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46BBC7BE-3730-1E47-A57C-C93BA0F4D20D}"/>
                    </a:ext>
                  </a:extLst>
                </p:cNvPr>
                <p:cNvSpPr/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46BBC7BE-3730-1E47-A57C-C93BA0F4D2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5362" y="5680900"/>
                  <a:ext cx="592235" cy="51816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7CF42DC-6261-015C-5C5D-0A8E4768A4DE}"/>
                    </a:ext>
                  </a:extLst>
                </p:cNvPr>
                <p:cNvSpPr/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7CF42DC-6261-015C-5C5D-0A8E4768A4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725" y="5680900"/>
                  <a:ext cx="592235" cy="51816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84451C37-C902-0D80-1817-3C98BACB70F8}"/>
                    </a:ext>
                  </a:extLst>
                </p:cNvPr>
                <p:cNvSpPr/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84451C37-C902-0D80-1817-3C98BACB70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525" y="5034280"/>
                  <a:ext cx="592235" cy="518160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E310C59-6BF3-E3DB-A078-3E96F3FE5B2F}"/>
                </a:ext>
              </a:extLst>
            </p:cNvPr>
            <p:cNvCxnSpPr>
              <a:cxnSpLocks/>
              <a:stCxn id="143" idx="7"/>
              <a:endCxn id="144" idx="2"/>
            </p:cNvCxnSpPr>
            <p:nvPr/>
          </p:nvCxnSpPr>
          <p:spPr>
            <a:xfrm flipV="1">
              <a:off x="3098429" y="4578350"/>
              <a:ext cx="49017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A51DEAB-03A9-FD8F-EEEC-20AE28CC91F4}"/>
                </a:ext>
              </a:extLst>
            </p:cNvPr>
            <p:cNvCxnSpPr>
              <a:stCxn id="144" idx="6"/>
              <a:endCxn id="145" idx="2"/>
            </p:cNvCxnSpPr>
            <p:nvPr/>
          </p:nvCxnSpPr>
          <p:spPr>
            <a:xfrm>
              <a:off x="4180840" y="4578350"/>
              <a:ext cx="10028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9013A0B-79DC-8949-DA7C-510D2C96A27F}"/>
                </a:ext>
              </a:extLst>
            </p:cNvPr>
            <p:cNvCxnSpPr>
              <a:stCxn id="146" idx="6"/>
              <a:endCxn id="147" idx="2"/>
            </p:cNvCxnSpPr>
            <p:nvPr/>
          </p:nvCxnSpPr>
          <p:spPr>
            <a:xfrm>
              <a:off x="4237597" y="5939980"/>
              <a:ext cx="9461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A61C503-79FB-E33C-475D-A43CC1A9ABCB}"/>
                </a:ext>
              </a:extLst>
            </p:cNvPr>
            <p:cNvCxnSpPr>
              <a:cxnSpLocks/>
              <a:stCxn id="143" idx="5"/>
              <a:endCxn id="146" idx="2"/>
            </p:cNvCxnSpPr>
            <p:nvPr/>
          </p:nvCxnSpPr>
          <p:spPr>
            <a:xfrm>
              <a:off x="3098429" y="5476557"/>
              <a:ext cx="546933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181A705-EA60-8C1F-20D2-AC59937CEA29}"/>
                </a:ext>
              </a:extLst>
            </p:cNvPr>
            <p:cNvCxnSpPr>
              <a:cxnSpLocks/>
              <a:stCxn id="147" idx="6"/>
              <a:endCxn id="148" idx="3"/>
            </p:cNvCxnSpPr>
            <p:nvPr/>
          </p:nvCxnSpPr>
          <p:spPr>
            <a:xfrm flipV="1">
              <a:off x="5775960" y="5476557"/>
              <a:ext cx="561296" cy="463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ED571AA-BF24-D24E-E4C0-A8CA43D7C725}"/>
                </a:ext>
              </a:extLst>
            </p:cNvPr>
            <p:cNvCxnSpPr>
              <a:cxnSpLocks/>
              <a:stCxn id="145" idx="6"/>
              <a:endCxn id="148" idx="1"/>
            </p:cNvCxnSpPr>
            <p:nvPr/>
          </p:nvCxnSpPr>
          <p:spPr>
            <a:xfrm>
              <a:off x="5775960" y="4578350"/>
              <a:ext cx="561296" cy="53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73F8806-B560-F72C-B656-994D426E7DB8}"/>
                </a:ext>
              </a:extLst>
            </p:cNvPr>
            <p:cNvCxnSpPr>
              <a:stCxn id="144" idx="4"/>
              <a:endCxn id="146" idx="0"/>
            </p:cNvCxnSpPr>
            <p:nvPr/>
          </p:nvCxnSpPr>
          <p:spPr>
            <a:xfrm>
              <a:off x="3884723" y="4837430"/>
              <a:ext cx="56757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EA15E84-AAED-BBDF-650C-198D39F3D5BB}"/>
                </a:ext>
              </a:extLst>
            </p:cNvPr>
            <p:cNvCxnSpPr>
              <a:stCxn id="146" idx="7"/>
              <a:endCxn id="145" idx="3"/>
            </p:cNvCxnSpPr>
            <p:nvPr/>
          </p:nvCxnSpPr>
          <p:spPr>
            <a:xfrm flipV="1">
              <a:off x="4150866" y="4761547"/>
              <a:ext cx="1119590" cy="9952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Arc 156">
              <a:extLst>
                <a:ext uri="{FF2B5EF4-FFF2-40B4-BE49-F238E27FC236}">
                  <a16:creationId xmlns:a16="http://schemas.microsoft.com/office/drawing/2014/main" id="{5929DD76-CAFC-2B79-742F-2C0BFD46F2BA}"/>
                </a:ext>
              </a:extLst>
            </p:cNvPr>
            <p:cNvSpPr/>
            <p:nvPr/>
          </p:nvSpPr>
          <p:spPr>
            <a:xfrm>
              <a:off x="2662610" y="3891280"/>
              <a:ext cx="2607845" cy="1592770"/>
            </a:xfrm>
            <a:prstGeom prst="arc">
              <a:avLst>
                <a:gd name="adj1" fmla="val 9881626"/>
                <a:gd name="adj2" fmla="val 209974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A445F32-4704-9A08-8CB7-1851E349D8AA}"/>
                </a:ext>
              </a:extLst>
            </p:cNvPr>
            <p:cNvSpPr txBox="1"/>
            <p:nvPr/>
          </p:nvSpPr>
          <p:spPr>
            <a:xfrm>
              <a:off x="2662609" y="37668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A47B242-8650-C057-0A22-99656F106EFB}"/>
                </a:ext>
              </a:extLst>
            </p:cNvPr>
            <p:cNvSpPr txBox="1"/>
            <p:nvPr/>
          </p:nvSpPr>
          <p:spPr>
            <a:xfrm>
              <a:off x="3069886" y="45594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8082E3B-D69E-1815-15A2-12E3175A1023}"/>
                </a:ext>
              </a:extLst>
            </p:cNvPr>
            <p:cNvSpPr txBox="1"/>
            <p:nvPr/>
          </p:nvSpPr>
          <p:spPr>
            <a:xfrm>
              <a:off x="3570591" y="5133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E36CEC4-CE8E-A53F-9F29-253E451E31BE}"/>
                </a:ext>
              </a:extLst>
            </p:cNvPr>
            <p:cNvSpPr txBox="1"/>
            <p:nvPr/>
          </p:nvSpPr>
          <p:spPr>
            <a:xfrm>
              <a:off x="6211742" y="5639038"/>
              <a:ext cx="391862" cy="452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E080589-5F36-4D66-F60E-367AA0A0C7FE}"/>
                </a:ext>
              </a:extLst>
            </p:cNvPr>
            <p:cNvSpPr txBox="1"/>
            <p:nvPr/>
          </p:nvSpPr>
          <p:spPr>
            <a:xfrm>
              <a:off x="3036339" y="57341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4D08BFB-96C8-80B4-398D-ABD8C258FE25}"/>
                </a:ext>
              </a:extLst>
            </p:cNvPr>
            <p:cNvSpPr txBox="1"/>
            <p:nvPr/>
          </p:nvSpPr>
          <p:spPr>
            <a:xfrm>
              <a:off x="4628077" y="603472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96A734E-556D-3D38-1604-220F71DE3D8B}"/>
                </a:ext>
              </a:extLst>
            </p:cNvPr>
            <p:cNvSpPr txBox="1"/>
            <p:nvPr/>
          </p:nvSpPr>
          <p:spPr>
            <a:xfrm>
              <a:off x="5543884" y="5184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648D00DB-CB4D-8F31-CA3F-CE26E4EC7B29}"/>
                </a:ext>
              </a:extLst>
            </p:cNvPr>
            <p:cNvSpPr txBox="1"/>
            <p:nvPr/>
          </p:nvSpPr>
          <p:spPr>
            <a:xfrm>
              <a:off x="6096000" y="44749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8675E71-E5BC-B6D5-10B8-5428016268D5}"/>
                </a:ext>
              </a:extLst>
            </p:cNvPr>
            <p:cNvSpPr txBox="1"/>
            <p:nvPr/>
          </p:nvSpPr>
          <p:spPr>
            <a:xfrm>
              <a:off x="4397755" y="41835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B180626-B93D-8D9C-A549-B2AF89EB6541}"/>
                </a:ext>
              </a:extLst>
            </p:cNvPr>
            <p:cNvSpPr txBox="1"/>
            <p:nvPr/>
          </p:nvSpPr>
          <p:spPr>
            <a:xfrm>
              <a:off x="4389001" y="48706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91CAC37-F0F8-4BE7-24D1-53C09DF674EF}"/>
                </a:ext>
              </a:extLst>
            </p:cNvPr>
            <p:cNvCxnSpPr>
              <a:stCxn id="145" idx="4"/>
              <a:endCxn id="147" idx="0"/>
            </p:cNvCxnSpPr>
            <p:nvPr/>
          </p:nvCxnSpPr>
          <p:spPr>
            <a:xfrm>
              <a:off x="5479843" y="4837430"/>
              <a:ext cx="0" cy="84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4988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75D655-F3BE-02EC-6A12-8619668A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Systems (AS)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91021E-B800-E410-0A4F-79C543077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internet connected by homogeneous routers under the administrative control of a single entity</a:t>
            </a:r>
          </a:p>
          <a:p>
            <a:pPr lvl="1"/>
            <a:r>
              <a:rPr lang="en-HK" dirty="0"/>
              <a:t>Presents a common &amp; clearly defined routing policy to the internet</a:t>
            </a:r>
          </a:p>
          <a:p>
            <a:r>
              <a:rPr lang="en-HK" dirty="0"/>
              <a:t>Single Entity</a:t>
            </a:r>
          </a:p>
          <a:p>
            <a:pPr lvl="1"/>
            <a:r>
              <a:rPr lang="en-HK" dirty="0"/>
              <a:t>(Typically) Internet Service Provider (ISP)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2E74E-4F77-BDF1-F50A-D9B20408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514" y="1517310"/>
            <a:ext cx="8716078" cy="52277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Autonomous System -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6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E27E11-ED01-8908-54CD-7CCEA77C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50BEC-870C-A553-D19F-470FF2FF7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Interior Router Protocol (IRP): </a:t>
            </a:r>
          </a:p>
          <a:p>
            <a:pPr lvl="1"/>
            <a:r>
              <a:rPr lang="en-US" dirty="0"/>
              <a:t>Used for passing routing information among routers internal to an autonomous system. </a:t>
            </a:r>
          </a:p>
          <a:p>
            <a:pPr lvl="1"/>
            <a:r>
              <a:rPr lang="en-US" dirty="0"/>
              <a:t>Also known as IGP.</a:t>
            </a:r>
          </a:p>
          <a:p>
            <a:pPr lvl="1"/>
            <a:r>
              <a:rPr lang="en-US" dirty="0"/>
              <a:t>Examples: RIP, OSPF, IGRP</a:t>
            </a:r>
          </a:p>
          <a:p>
            <a:r>
              <a:rPr lang="en-US" dirty="0"/>
              <a:t>Exterior Router Protocol (ERP): </a:t>
            </a:r>
          </a:p>
          <a:p>
            <a:pPr lvl="1"/>
            <a:r>
              <a:rPr lang="en-US" dirty="0"/>
              <a:t>Used for passing routing information among routers between autonomous systems. </a:t>
            </a:r>
          </a:p>
          <a:p>
            <a:pPr lvl="1"/>
            <a:r>
              <a:rPr lang="en-US" dirty="0"/>
              <a:t>Also known as EGP.</a:t>
            </a:r>
          </a:p>
          <a:p>
            <a:pPr lvl="1"/>
            <a:r>
              <a:rPr lang="en-US" dirty="0"/>
              <a:t>Examples: EGP, BGP, IDRP</a:t>
            </a:r>
          </a:p>
          <a:p>
            <a:pPr lvl="1"/>
            <a:r>
              <a:rPr lang="en-US" dirty="0"/>
              <a:t>Note: EGP is a class as well as an instance in that class.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7FA5F-35BB-9B9B-EB5D-AEC54678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35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D60A-4838-002E-7CCA-705C5514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Shortest Path First (OSPF)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3417-62E7-1EFE-FF70-86EBE6EF4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Uses true metrics (not just hop count)</a:t>
            </a:r>
          </a:p>
          <a:p>
            <a:r>
              <a:rPr lang="en-US" dirty="0"/>
              <a:t>Uses subnet masks</a:t>
            </a:r>
          </a:p>
          <a:p>
            <a:r>
              <a:rPr lang="en-US" dirty="0"/>
              <a:t>Allows load balancing across equal-cost paths</a:t>
            </a:r>
          </a:p>
          <a:p>
            <a:r>
              <a:rPr lang="en-US" dirty="0"/>
              <a:t>Supports type of service (</a:t>
            </a:r>
            <a:r>
              <a:rPr lang="en-US" dirty="0" err="1"/>
              <a:t>ToS</a:t>
            </a:r>
            <a:r>
              <a:rPr lang="en-US" dirty="0"/>
              <a:t>)</a:t>
            </a:r>
          </a:p>
          <a:p>
            <a:r>
              <a:rPr lang="en-US" dirty="0"/>
              <a:t>Allows external routes (routes learnt from other autonomous systems)</a:t>
            </a:r>
          </a:p>
          <a:p>
            <a:r>
              <a:rPr lang="en-US" dirty="0"/>
              <a:t>Authenticates route exchanges</a:t>
            </a:r>
          </a:p>
          <a:p>
            <a:r>
              <a:rPr lang="en-US" dirty="0"/>
              <a:t>Quick convergence</a:t>
            </a:r>
          </a:p>
          <a:p>
            <a:r>
              <a:rPr lang="en-US" dirty="0"/>
              <a:t>Direct support for multicast</a:t>
            </a:r>
          </a:p>
          <a:p>
            <a:r>
              <a:rPr lang="en-US" dirty="0"/>
              <a:t>Link state routing ⇒Each router broadcasts its connectivity with neighbors to entire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67F5-835A-D2DA-5719-AFC03897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32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Border Gateway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/>
              <a:t>Inter-autonomous system protocol [RFC 1267]</a:t>
            </a:r>
          </a:p>
          <a:p>
            <a:pPr lvl="1"/>
            <a:r>
              <a:rPr lang="en-US"/>
              <a:t>Used since 1989 but not extensively until recently</a:t>
            </a:r>
          </a:p>
          <a:p>
            <a:r>
              <a:rPr lang="en-US"/>
              <a:t>Runs on TCP (segmentation, reliable transmission)</a:t>
            </a:r>
          </a:p>
          <a:p>
            <a:r>
              <a:rPr lang="en-US"/>
              <a:t>Advertises all transit ASs on the path to a destination address</a:t>
            </a:r>
          </a:p>
          <a:p>
            <a:r>
              <a:rPr lang="en-US"/>
              <a:t>A router may receive multiple paths to a destination </a:t>
            </a:r>
          </a:p>
          <a:p>
            <a:pPr lvl="1"/>
            <a:r>
              <a:rPr lang="en-US"/>
              <a:t>Can choose the best path</a:t>
            </a:r>
          </a:p>
          <a:p>
            <a:r>
              <a:rPr lang="en-US"/>
              <a:t>iBGP used to forward paths inside the AS.</a:t>
            </a:r>
          </a:p>
          <a:p>
            <a:r>
              <a:rPr lang="en-US"/>
              <a:t>eBGP used to exchange paths between ASs.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1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Command – </a:t>
            </a:r>
            <a:r>
              <a:rPr lang="en-HK" dirty="0" err="1"/>
              <a:t>tracert</a:t>
            </a:r>
            <a:r>
              <a:rPr lang="en-HK" dirty="0"/>
              <a:t> / traceroute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Trace Route: Trace the path of IP</a:t>
            </a:r>
          </a:p>
          <a:p>
            <a:pPr lvl="1"/>
            <a:r>
              <a:rPr lang="en-HK" dirty="0"/>
              <a:t>Windows: </a:t>
            </a:r>
            <a:r>
              <a:rPr lang="en-HK" dirty="0" err="1"/>
              <a:t>tracert</a:t>
            </a:r>
            <a:endParaRPr lang="en-HK" dirty="0"/>
          </a:p>
          <a:p>
            <a:pPr lvl="1"/>
            <a:r>
              <a:rPr lang="en-HK" dirty="0"/>
              <a:t>Mac: traceroute</a:t>
            </a:r>
          </a:p>
          <a:p>
            <a:r>
              <a:rPr lang="en-HK" dirty="0"/>
              <a:t>Use varying IP Time-To-Live (TTL)</a:t>
            </a:r>
          </a:p>
          <a:p>
            <a:pPr lvl="1"/>
            <a:r>
              <a:rPr lang="en-HK" dirty="0"/>
              <a:t>Router decrease TTL by 1 </a:t>
            </a:r>
          </a:p>
          <a:p>
            <a:pPr lvl="2"/>
            <a:r>
              <a:rPr lang="en-HK" dirty="0"/>
              <a:t>TTL as hop counter</a:t>
            </a:r>
          </a:p>
          <a:p>
            <a:pPr lvl="2"/>
            <a:r>
              <a:rPr lang="en-HK" dirty="0"/>
              <a:t>TTL = 0 =&gt; “Time exceeded”</a:t>
            </a:r>
          </a:p>
          <a:p>
            <a:endParaRPr lang="en-HK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93695" y="5995204"/>
            <a:ext cx="9798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https://support.microsoft.com/en-us/topic/how-to-use-tracert-to-troubleshoot-tcp-ip-problems-in-windows-e643d72b-2f4f-cdd6-09a0-fd2989c7ca8e</a:t>
            </a:r>
          </a:p>
        </p:txBody>
      </p:sp>
    </p:spTree>
    <p:extLst>
      <p:ext uri="{BB962C8B-B14F-4D97-AF65-F5344CB8AC3E}">
        <p14:creationId xmlns:p14="http://schemas.microsoft.com/office/powerpoint/2010/main" val="39821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 err="1"/>
              <a:t>Tracert</a:t>
            </a:r>
            <a:r>
              <a:rPr lang="en-HK" dirty="0"/>
              <a:t>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824445" y="1913709"/>
            <a:ext cx="8543109" cy="41857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 err="1"/>
              <a:t>tracert</a:t>
            </a:r>
            <a:r>
              <a:rPr lang="en-US" sz="1400" dirty="0"/>
              <a:t> www.gmail.com</a:t>
            </a:r>
          </a:p>
          <a:p>
            <a:endParaRPr lang="en-US" sz="1400" dirty="0"/>
          </a:p>
          <a:p>
            <a:r>
              <a:rPr lang="en-US" sz="1400" dirty="0"/>
              <a:t>Tracing route to www.gmail.com [142.250.204.133]</a:t>
            </a:r>
          </a:p>
          <a:p>
            <a:r>
              <a:rPr lang="en-US" sz="1400" dirty="0"/>
              <a:t>over a maximum of 30 hops:</a:t>
            </a:r>
          </a:p>
          <a:p>
            <a:endParaRPr lang="en-US" sz="1400" dirty="0"/>
          </a:p>
          <a:p>
            <a:r>
              <a:rPr lang="en-US" sz="1400" dirty="0"/>
              <a:t>  1     1 ms     1 ms     1 ms  </a:t>
            </a:r>
            <a:r>
              <a:rPr lang="en-US" sz="1400" dirty="0" err="1"/>
              <a:t>homerouter.cpe</a:t>
            </a:r>
            <a:r>
              <a:rPr lang="en-US" sz="1400" dirty="0"/>
              <a:t> [192.168.8.1]</a:t>
            </a:r>
          </a:p>
          <a:p>
            <a:r>
              <a:rPr lang="en-US" sz="1400" dirty="0"/>
              <a:t>  2     *        *        *     Request timed out.</a:t>
            </a:r>
          </a:p>
          <a:p>
            <a:r>
              <a:rPr lang="en-US" sz="1400" dirty="0"/>
              <a:t>  3    38 ms    38 ms    63 ms  192.168.245.33</a:t>
            </a:r>
          </a:p>
          <a:p>
            <a:r>
              <a:rPr lang="en-US" sz="1400" dirty="0"/>
              <a:t>  4    29 ms    28 ms    27 ms  10.161.233.48</a:t>
            </a:r>
          </a:p>
          <a:p>
            <a:r>
              <a:rPr lang="en-US" sz="1400" dirty="0"/>
              <a:t>  5    39 ms    28 ms    15 ms  wtsam031225.netvigator.com [203.198.13.225]</a:t>
            </a:r>
          </a:p>
          <a:p>
            <a:r>
              <a:rPr lang="en-US" sz="1400" dirty="0"/>
              <a:t>  6    32 ms    37 ms    22 ms  10.195.41.9</a:t>
            </a:r>
          </a:p>
          <a:p>
            <a:r>
              <a:rPr lang="en-US" sz="1400" dirty="0"/>
              <a:t>  7    19 ms    36 ms    47 ms  10.195.41.42</a:t>
            </a:r>
          </a:p>
          <a:p>
            <a:r>
              <a:rPr lang="en-US" sz="1400" dirty="0"/>
              <a:t>  8     *        *        *     Request timed out.</a:t>
            </a:r>
          </a:p>
          <a:p>
            <a:r>
              <a:rPr lang="en-US" sz="1400" dirty="0"/>
              <a:t>  9    33 ms    27 ms    47 ms  72.14.219.16</a:t>
            </a:r>
          </a:p>
          <a:p>
            <a:r>
              <a:rPr lang="en-US" sz="1400" dirty="0"/>
              <a:t> 10    35 ms    28 ms    40 ms  142.250.61.133</a:t>
            </a:r>
          </a:p>
          <a:p>
            <a:r>
              <a:rPr lang="en-US" sz="1400" dirty="0"/>
              <a:t> 11    40 ms    28 ms    14 ms  209.85.240.235</a:t>
            </a:r>
          </a:p>
          <a:p>
            <a:r>
              <a:rPr lang="en-US" sz="1400" dirty="0"/>
              <a:t> 12    18 ms    18 ms    18 ms  hkg07s41-in-f5.1e100.net [142.250.204.133]</a:t>
            </a:r>
          </a:p>
          <a:p>
            <a:endParaRPr lang="en-US" sz="1400" dirty="0"/>
          </a:p>
          <a:p>
            <a:r>
              <a:rPr lang="en-US" sz="1400" dirty="0"/>
              <a:t>Trace complete.</a:t>
            </a:r>
          </a:p>
        </p:txBody>
      </p:sp>
    </p:spTree>
    <p:extLst>
      <p:ext uri="{BB962C8B-B14F-4D97-AF65-F5344CB8AC3E}">
        <p14:creationId xmlns:p14="http://schemas.microsoft.com/office/powerpoint/2010/main" val="3756824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Props1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BFC6E3-A980-4DEC-A54B-F57AB042A59B}">
  <ds:schemaRefs>
    <ds:schemaRef ds:uri="4b97df95-d6ed-4c71-86d4-bf7c4bd3aaf0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30d3476f-ec53-4671-8980-d10767fdaae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621</TotalTime>
  <Words>1398</Words>
  <Application>Microsoft Office PowerPoint</Application>
  <PresentationFormat>Widescreen</PresentationFormat>
  <Paragraphs>340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Cambria Math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Network Layer (OSI)</vt:lpstr>
      <vt:lpstr>Internet Protocol (IP)</vt:lpstr>
      <vt:lpstr>Encapsulation of application data (Recall from Topic 5)</vt:lpstr>
      <vt:lpstr>Routing Algorithms</vt:lpstr>
      <vt:lpstr>Routing</vt:lpstr>
      <vt:lpstr>Graph Notation</vt:lpstr>
      <vt:lpstr>Graph of Network</vt:lpstr>
      <vt:lpstr>Distance Vector</vt:lpstr>
      <vt:lpstr>Link State</vt:lpstr>
      <vt:lpstr>Dijkstra's algorithm</vt:lpstr>
      <vt:lpstr>Example</vt:lpstr>
      <vt:lpstr>Dijkstra Algorithm</vt:lpstr>
      <vt:lpstr>Bellman-Ford Algorithm</vt:lpstr>
      <vt:lpstr>Example of Bellman-Ford Algorithm</vt:lpstr>
      <vt:lpstr>Autonomous Systems (AS)</vt:lpstr>
      <vt:lpstr>Autonomous System - Example</vt:lpstr>
      <vt:lpstr>Routing Protocols</vt:lpstr>
      <vt:lpstr>Open Shortest Path First (OSPF)</vt:lpstr>
      <vt:lpstr>Border Gateway Protocol</vt:lpstr>
      <vt:lpstr>Command – tracert / traceroute</vt:lpstr>
      <vt:lpstr>Tracert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87</cp:revision>
  <cp:lastPrinted>2023-01-12T02:19:31Z</cp:lastPrinted>
  <dcterms:created xsi:type="dcterms:W3CDTF">2023-01-11T06:01:27Z</dcterms:created>
  <dcterms:modified xsi:type="dcterms:W3CDTF">2026-03-12T16:32:10Z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