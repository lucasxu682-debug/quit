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0" r:id="rId4"/>
  </p:sldMasterIdLst>
  <p:notesMasterIdLst>
    <p:notesMasterId r:id="rId53"/>
  </p:notesMasterIdLst>
  <p:handoutMasterIdLst>
    <p:handoutMasterId r:id="rId54"/>
  </p:handoutMasterIdLst>
  <p:sldIdLst>
    <p:sldId id="257" r:id="rId5"/>
    <p:sldId id="259" r:id="rId6"/>
    <p:sldId id="316" r:id="rId7"/>
    <p:sldId id="264" r:id="rId8"/>
    <p:sldId id="265" r:id="rId9"/>
    <p:sldId id="266" r:id="rId10"/>
    <p:sldId id="267" r:id="rId11"/>
    <p:sldId id="334" r:id="rId12"/>
    <p:sldId id="335" r:id="rId13"/>
    <p:sldId id="337" r:id="rId14"/>
    <p:sldId id="346" r:id="rId15"/>
    <p:sldId id="336" r:id="rId16"/>
    <p:sldId id="317" r:id="rId17"/>
    <p:sldId id="294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318" r:id="rId26"/>
    <p:sldId id="319" r:id="rId27"/>
    <p:sldId id="322" r:id="rId28"/>
    <p:sldId id="323" r:id="rId29"/>
    <p:sldId id="324" r:id="rId30"/>
    <p:sldId id="320" r:id="rId31"/>
    <p:sldId id="321" r:id="rId32"/>
    <p:sldId id="260" r:id="rId33"/>
    <p:sldId id="325" r:id="rId34"/>
    <p:sldId id="326" r:id="rId35"/>
    <p:sldId id="328" r:id="rId36"/>
    <p:sldId id="327" r:id="rId37"/>
    <p:sldId id="329" r:id="rId38"/>
    <p:sldId id="331" r:id="rId39"/>
    <p:sldId id="330" r:id="rId40"/>
    <p:sldId id="332" r:id="rId41"/>
    <p:sldId id="333" r:id="rId42"/>
    <p:sldId id="341" r:id="rId43"/>
    <p:sldId id="340" r:id="rId44"/>
    <p:sldId id="345" r:id="rId45"/>
    <p:sldId id="342" r:id="rId46"/>
    <p:sldId id="350" r:id="rId47"/>
    <p:sldId id="351" r:id="rId48"/>
    <p:sldId id="352" r:id="rId49"/>
    <p:sldId id="348" r:id="rId50"/>
    <p:sldId id="343" r:id="rId51"/>
    <p:sldId id="344" r:id="rId52"/>
  </p:sldIdLst>
  <p:sldSz cx="12192000" cy="6858000"/>
  <p:notesSz cx="9601200" cy="7315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3300"/>
    <a:srgbClr val="766F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6BC85B-DFE4-4CB6-9C71-51033580EC75}" v="2701" dt="2024-02-19T07:31:54.8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153" autoAdjust="0"/>
    <p:restoredTop sz="86415" autoAdjust="0"/>
  </p:normalViewPr>
  <p:slideViewPr>
    <p:cSldViewPr snapToGrid="0">
      <p:cViewPr varScale="1">
        <p:scale>
          <a:sx n="56" d="100"/>
          <a:sy n="56" d="100"/>
        </p:scale>
        <p:origin x="45" y="270"/>
      </p:cViewPr>
      <p:guideLst/>
    </p:cSldViewPr>
  </p:slideViewPr>
  <p:outlineViewPr>
    <p:cViewPr>
      <p:scale>
        <a:sx n="33" d="100"/>
        <a:sy n="33" d="100"/>
      </p:scale>
      <p:origin x="0" y="-27126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microsoft.com/office/2016/11/relationships/changesInfo" Target="changesInfos/changesInfo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heme" Target="theme/theme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 C L FUNG" userId="2bc1a8d8-82cc-46fb-a66a-21e3967849fb" providerId="ADAL" clId="{A94A67B5-D675-48F1-BE77-66606163E92D}"/>
    <pc:docChg chg="custSel addSld delSld modSld">
      <pc:chgData name="Ben C L FUNG" userId="2bc1a8d8-82cc-46fb-a66a-21e3967849fb" providerId="ADAL" clId="{A94A67B5-D675-48F1-BE77-66606163E92D}" dt="2023-02-08T13:51:45.178" v="142" actId="27636"/>
      <pc:docMkLst>
        <pc:docMk/>
      </pc:docMkLst>
      <pc:sldChg chg="modSp mod">
        <pc:chgData name="Ben C L FUNG" userId="2bc1a8d8-82cc-46fb-a66a-21e3967849fb" providerId="ADAL" clId="{A94A67B5-D675-48F1-BE77-66606163E92D}" dt="2023-02-08T13:45:31.814" v="89" actId="20577"/>
        <pc:sldMkLst>
          <pc:docMk/>
          <pc:sldMk cId="1613474009" sldId="257"/>
        </pc:sldMkLst>
        <pc:spChg chg="mod">
          <ac:chgData name="Ben C L FUNG" userId="2bc1a8d8-82cc-46fb-a66a-21e3967849fb" providerId="ADAL" clId="{A94A67B5-D675-48F1-BE77-66606163E92D}" dt="2023-02-08T13:45:31.814" v="89" actId="20577"/>
          <ac:spMkLst>
            <pc:docMk/>
            <pc:sldMk cId="1613474009" sldId="257"/>
            <ac:spMk id="2" creationId="{00000000-0000-0000-0000-000000000000}"/>
          </ac:spMkLst>
        </pc:spChg>
      </pc:sldChg>
      <pc:sldChg chg="modSp mod">
        <pc:chgData name="Ben C L FUNG" userId="2bc1a8d8-82cc-46fb-a66a-21e3967849fb" providerId="ADAL" clId="{A94A67B5-D675-48F1-BE77-66606163E92D}" dt="2023-02-08T13:45:56.350" v="101" actId="20577"/>
        <pc:sldMkLst>
          <pc:docMk/>
          <pc:sldMk cId="2368919398" sldId="259"/>
        </pc:sldMkLst>
        <pc:spChg chg="mod">
          <ac:chgData name="Ben C L FUNG" userId="2bc1a8d8-82cc-46fb-a66a-21e3967849fb" providerId="ADAL" clId="{A94A67B5-D675-48F1-BE77-66606163E92D}" dt="2023-02-08T13:45:56.350" v="101" actId="20577"/>
          <ac:spMkLst>
            <pc:docMk/>
            <pc:sldMk cId="2368919398" sldId="259"/>
            <ac:spMk id="5123" creationId="{00000000-0000-0000-0000-000000000000}"/>
          </ac:spMkLst>
        </pc:spChg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4084542955" sldId="261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2062806213" sldId="266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1637506441" sldId="267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1718769407" sldId="268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823993323" sldId="269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4019549267" sldId="270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2582707076" sldId="271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605213590" sldId="272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1312661107" sldId="287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1579582460" sldId="288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14763862" sldId="289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2736765447" sldId="298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1006402878" sldId="318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1665731510" sldId="320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859294353" sldId="321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1284218118" sldId="322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3111714189" sldId="323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1889622294" sldId="324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2215091214" sldId="325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3021325755" sldId="326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2965464839" sldId="327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3160846026" sldId="328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159348982" sldId="329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2007442616" sldId="331"/>
        </pc:sldMkLst>
      </pc:sldChg>
      <pc:sldChg chg="add del">
        <pc:chgData name="Ben C L FUNG" userId="2bc1a8d8-82cc-46fb-a66a-21e3967849fb" providerId="ADAL" clId="{A94A67B5-D675-48F1-BE77-66606163E92D}" dt="2023-02-08T13:45:35.804" v="90" actId="47"/>
        <pc:sldMkLst>
          <pc:docMk/>
          <pc:sldMk cId="4063842497" sldId="331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1642966114" sldId="332"/>
        </pc:sldMkLst>
      </pc:sldChg>
      <pc:sldChg chg="modSp add mod">
        <pc:chgData name="Ben C L FUNG" userId="2bc1a8d8-82cc-46fb-a66a-21e3967849fb" providerId="ADAL" clId="{A94A67B5-D675-48F1-BE77-66606163E92D}" dt="2023-02-08T13:51:45.178" v="142" actId="27636"/>
        <pc:sldMkLst>
          <pc:docMk/>
          <pc:sldMk cId="3884615205" sldId="332"/>
        </pc:sldMkLst>
        <pc:spChg chg="mod">
          <ac:chgData name="Ben C L FUNG" userId="2bc1a8d8-82cc-46fb-a66a-21e3967849fb" providerId="ADAL" clId="{A94A67B5-D675-48F1-BE77-66606163E92D}" dt="2023-02-08T13:46:07.412" v="113" actId="1076"/>
          <ac:spMkLst>
            <pc:docMk/>
            <pc:sldMk cId="3884615205" sldId="332"/>
            <ac:spMk id="4098" creationId="{681931CD-6CF2-193B-4065-F60A17C33A58}"/>
          </ac:spMkLst>
        </pc:spChg>
        <pc:spChg chg="mod">
          <ac:chgData name="Ben C L FUNG" userId="2bc1a8d8-82cc-46fb-a66a-21e3967849fb" providerId="ADAL" clId="{A94A67B5-D675-48F1-BE77-66606163E92D}" dt="2023-02-08T13:51:45.178" v="142" actId="27636"/>
          <ac:spMkLst>
            <pc:docMk/>
            <pc:sldMk cId="3884615205" sldId="332"/>
            <ac:spMk id="4099" creationId="{0F56F6C0-9125-114A-569E-A030F636DECA}"/>
          </ac:spMkLst>
        </pc:spChg>
      </pc:sldChg>
      <pc:sldChg chg="modSp add del mod">
        <pc:chgData name="Ben C L FUNG" userId="2bc1a8d8-82cc-46fb-a66a-21e3967849fb" providerId="ADAL" clId="{A94A67B5-D675-48F1-BE77-66606163E92D}" dt="2023-02-08T13:46:11.644" v="114" actId="47"/>
        <pc:sldMkLst>
          <pc:docMk/>
          <pc:sldMk cId="3751300235" sldId="333"/>
        </pc:sldMkLst>
        <pc:spChg chg="mod">
          <ac:chgData name="Ben C L FUNG" userId="2bc1a8d8-82cc-46fb-a66a-21e3967849fb" providerId="ADAL" clId="{A94A67B5-D675-48F1-BE77-66606163E92D}" dt="2023-02-08T13:44:54.336" v="5" actId="27636"/>
          <ac:spMkLst>
            <pc:docMk/>
            <pc:sldMk cId="3751300235" sldId="333"/>
            <ac:spMk id="5122" creationId="{A74025CF-235C-BB10-EA49-D60C961E1F28}"/>
          </ac:spMkLst>
        </pc:spChg>
        <pc:spChg chg="mod">
          <ac:chgData name="Ben C L FUNG" userId="2bc1a8d8-82cc-46fb-a66a-21e3967849fb" providerId="ADAL" clId="{A94A67B5-D675-48F1-BE77-66606163E92D}" dt="2023-02-08T13:44:54.335" v="4" actId="27636"/>
          <ac:spMkLst>
            <pc:docMk/>
            <pc:sldMk cId="3751300235" sldId="333"/>
            <ac:spMk id="5123" creationId="{F92B6E4B-B642-F8F7-B3B8-D92CCD64E8D4}"/>
          </ac:spMkLst>
        </pc:spChg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3946441910" sldId="333"/>
        </pc:sldMkLst>
      </pc:sldChg>
      <pc:sldChg chg="modSp add mod">
        <pc:chgData name="Ben C L FUNG" userId="2bc1a8d8-82cc-46fb-a66a-21e3967849fb" providerId="ADAL" clId="{A94A67B5-D675-48F1-BE77-66606163E92D}" dt="2023-02-08T13:44:54.354" v="7" actId="27636"/>
        <pc:sldMkLst>
          <pc:docMk/>
          <pc:sldMk cId="0" sldId="334"/>
        </pc:sldMkLst>
        <pc:spChg chg="mod">
          <ac:chgData name="Ben C L FUNG" userId="2bc1a8d8-82cc-46fb-a66a-21e3967849fb" providerId="ADAL" clId="{A94A67B5-D675-48F1-BE77-66606163E92D}" dt="2023-02-08T13:44:54.354" v="7" actId="27636"/>
          <ac:spMkLst>
            <pc:docMk/>
            <pc:sldMk cId="0" sldId="334"/>
            <ac:spMk id="6146" creationId="{DB3F4CE1-F66D-056C-F15E-8ECB23744407}"/>
          </ac:spMkLst>
        </pc:spChg>
        <pc:spChg chg="mod">
          <ac:chgData name="Ben C L FUNG" userId="2bc1a8d8-82cc-46fb-a66a-21e3967849fb" providerId="ADAL" clId="{A94A67B5-D675-48F1-BE77-66606163E92D}" dt="2023-02-08T13:44:54.353" v="6" actId="27636"/>
          <ac:spMkLst>
            <pc:docMk/>
            <pc:sldMk cId="0" sldId="334"/>
            <ac:spMk id="6147" creationId="{7F1DA558-62CE-BC6E-F6E8-9764646C842D}"/>
          </ac:spMkLst>
        </pc:spChg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1197716553" sldId="334"/>
        </pc:sldMkLst>
      </pc:sldChg>
      <pc:sldChg chg="modSp add mod">
        <pc:chgData name="Ben C L FUNG" userId="2bc1a8d8-82cc-46fb-a66a-21e3967849fb" providerId="ADAL" clId="{A94A67B5-D675-48F1-BE77-66606163E92D}" dt="2023-02-08T13:44:54.382" v="9" actId="27636"/>
        <pc:sldMkLst>
          <pc:docMk/>
          <pc:sldMk cId="0" sldId="335"/>
        </pc:sldMkLst>
        <pc:spChg chg="mod">
          <ac:chgData name="Ben C L FUNG" userId="2bc1a8d8-82cc-46fb-a66a-21e3967849fb" providerId="ADAL" clId="{A94A67B5-D675-48F1-BE77-66606163E92D}" dt="2023-02-08T13:44:54.382" v="9" actId="27636"/>
          <ac:spMkLst>
            <pc:docMk/>
            <pc:sldMk cId="0" sldId="335"/>
            <ac:spMk id="7170" creationId="{A48C3067-DA90-5A9E-C4A7-778606AC2609}"/>
          </ac:spMkLst>
        </pc:spChg>
        <pc:spChg chg="mod">
          <ac:chgData name="Ben C L FUNG" userId="2bc1a8d8-82cc-46fb-a66a-21e3967849fb" providerId="ADAL" clId="{A94A67B5-D675-48F1-BE77-66606163E92D}" dt="2023-02-08T13:44:54.382" v="8" actId="27636"/>
          <ac:spMkLst>
            <pc:docMk/>
            <pc:sldMk cId="0" sldId="335"/>
            <ac:spMk id="7171" creationId="{2595CE02-C5C3-C4C3-A4A7-8862D65592A4}"/>
          </ac:spMkLst>
        </pc:spChg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883094066" sldId="335"/>
        </pc:sldMkLst>
      </pc:sldChg>
      <pc:sldChg chg="modSp add mod">
        <pc:chgData name="Ben C L FUNG" userId="2bc1a8d8-82cc-46fb-a66a-21e3967849fb" providerId="ADAL" clId="{A94A67B5-D675-48F1-BE77-66606163E92D}" dt="2023-02-08T13:44:54.385" v="10" actId="27636"/>
        <pc:sldMkLst>
          <pc:docMk/>
          <pc:sldMk cId="0" sldId="336"/>
        </pc:sldMkLst>
        <pc:spChg chg="mod">
          <ac:chgData name="Ben C L FUNG" userId="2bc1a8d8-82cc-46fb-a66a-21e3967849fb" providerId="ADAL" clId="{A94A67B5-D675-48F1-BE77-66606163E92D}" dt="2023-02-08T13:44:54.385" v="10" actId="27636"/>
          <ac:spMkLst>
            <pc:docMk/>
            <pc:sldMk cId="0" sldId="336"/>
            <ac:spMk id="8194" creationId="{7B82919E-D880-3FD4-F446-AF6AC4CAC1E1}"/>
          </ac:spMkLst>
        </pc:spChg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1923947471" sldId="336"/>
        </pc:sldMkLst>
      </pc:sldChg>
      <pc:sldChg chg="modSp add mod">
        <pc:chgData name="Ben C L FUNG" userId="2bc1a8d8-82cc-46fb-a66a-21e3967849fb" providerId="ADAL" clId="{A94A67B5-D675-48F1-BE77-66606163E92D}" dt="2023-02-08T13:44:54.407" v="12" actId="27636"/>
        <pc:sldMkLst>
          <pc:docMk/>
          <pc:sldMk cId="0" sldId="337"/>
        </pc:sldMkLst>
        <pc:spChg chg="mod">
          <ac:chgData name="Ben C L FUNG" userId="2bc1a8d8-82cc-46fb-a66a-21e3967849fb" providerId="ADAL" clId="{A94A67B5-D675-48F1-BE77-66606163E92D}" dt="2023-02-08T13:44:54.387" v="11" actId="27636"/>
          <ac:spMkLst>
            <pc:docMk/>
            <pc:sldMk cId="0" sldId="337"/>
            <ac:spMk id="9218" creationId="{699FEEFB-26D5-9BA5-E841-D84FE697C3C5}"/>
          </ac:spMkLst>
        </pc:spChg>
        <pc:spChg chg="mod">
          <ac:chgData name="Ben C L FUNG" userId="2bc1a8d8-82cc-46fb-a66a-21e3967849fb" providerId="ADAL" clId="{A94A67B5-D675-48F1-BE77-66606163E92D}" dt="2023-02-08T13:44:54.407" v="12" actId="27636"/>
          <ac:spMkLst>
            <pc:docMk/>
            <pc:sldMk cId="0" sldId="337"/>
            <ac:spMk id="9219" creationId="{98685F08-0F1D-0F63-9339-A4028DD2FC69}"/>
          </ac:spMkLst>
        </pc:spChg>
      </pc:sldChg>
      <pc:sldChg chg="add del">
        <pc:chgData name="Ben C L FUNG" userId="2bc1a8d8-82cc-46fb-a66a-21e3967849fb" providerId="ADAL" clId="{A94A67B5-D675-48F1-BE77-66606163E92D}" dt="2023-02-08T13:50:27.982" v="139" actId="47"/>
        <pc:sldMkLst>
          <pc:docMk/>
          <pc:sldMk cId="0" sldId="338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3806349047" sldId="338"/>
        </pc:sldMkLst>
      </pc:sldChg>
      <pc:sldChg chg="modSp add mod">
        <pc:chgData name="Ben C L FUNG" userId="2bc1a8d8-82cc-46fb-a66a-21e3967849fb" providerId="ADAL" clId="{A94A67B5-D675-48F1-BE77-66606163E92D}" dt="2023-02-08T13:44:54.434" v="14" actId="27636"/>
        <pc:sldMkLst>
          <pc:docMk/>
          <pc:sldMk cId="0" sldId="339"/>
        </pc:sldMkLst>
        <pc:spChg chg="mod">
          <ac:chgData name="Ben C L FUNG" userId="2bc1a8d8-82cc-46fb-a66a-21e3967849fb" providerId="ADAL" clId="{A94A67B5-D675-48F1-BE77-66606163E92D}" dt="2023-02-08T13:44:54.434" v="14" actId="27636"/>
          <ac:spMkLst>
            <pc:docMk/>
            <pc:sldMk cId="0" sldId="339"/>
            <ac:spMk id="11266" creationId="{5BA6840F-E016-2F02-247E-CA9091CC0C79}"/>
          </ac:spMkLst>
        </pc:spChg>
        <pc:spChg chg="mod">
          <ac:chgData name="Ben C L FUNG" userId="2bc1a8d8-82cc-46fb-a66a-21e3967849fb" providerId="ADAL" clId="{A94A67B5-D675-48F1-BE77-66606163E92D}" dt="2023-02-08T13:44:54.433" v="13" actId="27636"/>
          <ac:spMkLst>
            <pc:docMk/>
            <pc:sldMk cId="0" sldId="339"/>
            <ac:spMk id="27651" creationId="{54A31025-264E-3222-BF4E-97E8E5D9FC82}"/>
          </ac:spMkLst>
        </pc:spChg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618705715" sldId="339"/>
        </pc:sldMkLst>
      </pc:sldChg>
      <pc:sldChg chg="modSp add mod">
        <pc:chgData name="Ben C L FUNG" userId="2bc1a8d8-82cc-46fb-a66a-21e3967849fb" providerId="ADAL" clId="{A94A67B5-D675-48F1-BE77-66606163E92D}" dt="2023-02-08T13:44:54.460" v="16" actId="27636"/>
        <pc:sldMkLst>
          <pc:docMk/>
          <pc:sldMk cId="0" sldId="340"/>
        </pc:sldMkLst>
        <pc:spChg chg="mod">
          <ac:chgData name="Ben C L FUNG" userId="2bc1a8d8-82cc-46fb-a66a-21e3967849fb" providerId="ADAL" clId="{A94A67B5-D675-48F1-BE77-66606163E92D}" dt="2023-02-08T13:44:54.460" v="16" actId="27636"/>
          <ac:spMkLst>
            <pc:docMk/>
            <pc:sldMk cId="0" sldId="340"/>
            <ac:spMk id="12290" creationId="{98CB7133-4871-4837-DA08-C0B401A4C1D4}"/>
          </ac:spMkLst>
        </pc:spChg>
        <pc:spChg chg="mod">
          <ac:chgData name="Ben C L FUNG" userId="2bc1a8d8-82cc-46fb-a66a-21e3967849fb" providerId="ADAL" clId="{A94A67B5-D675-48F1-BE77-66606163E92D}" dt="2023-02-08T13:44:54.459" v="15" actId="27636"/>
          <ac:spMkLst>
            <pc:docMk/>
            <pc:sldMk cId="0" sldId="340"/>
            <ac:spMk id="12291" creationId="{DD45CBC1-8793-F63A-44A0-B24874D8ED70}"/>
          </ac:spMkLst>
        </pc:spChg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3719621672" sldId="340"/>
        </pc:sldMkLst>
      </pc:sldChg>
      <pc:sldChg chg="modSp add mod">
        <pc:chgData name="Ben C L FUNG" userId="2bc1a8d8-82cc-46fb-a66a-21e3967849fb" providerId="ADAL" clId="{A94A67B5-D675-48F1-BE77-66606163E92D}" dt="2023-02-08T13:44:54.462" v="17" actId="27636"/>
        <pc:sldMkLst>
          <pc:docMk/>
          <pc:sldMk cId="0" sldId="341"/>
        </pc:sldMkLst>
        <pc:spChg chg="mod">
          <ac:chgData name="Ben C L FUNG" userId="2bc1a8d8-82cc-46fb-a66a-21e3967849fb" providerId="ADAL" clId="{A94A67B5-D675-48F1-BE77-66606163E92D}" dt="2023-02-08T13:44:54.462" v="17" actId="27636"/>
          <ac:spMkLst>
            <pc:docMk/>
            <pc:sldMk cId="0" sldId="341"/>
            <ac:spMk id="13314" creationId="{0116996D-704E-2F43-BD0B-EF434DE1ED45}"/>
          </ac:spMkLst>
        </pc:spChg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1244147216" sldId="341"/>
        </pc:sldMkLst>
      </pc:sldChg>
      <pc:sldChg chg="add del">
        <pc:chgData name="Ben C L FUNG" userId="2bc1a8d8-82cc-46fb-a66a-21e3967849fb" providerId="ADAL" clId="{A94A67B5-D675-48F1-BE77-66606163E92D}" dt="2023-02-08T13:51:31.870" v="140" actId="47"/>
        <pc:sldMkLst>
          <pc:docMk/>
          <pc:sldMk cId="0" sldId="342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1388413500" sldId="342"/>
        </pc:sldMkLst>
      </pc:sldChg>
      <pc:sldChg chg="modSp add mod">
        <pc:chgData name="Ben C L FUNG" userId="2bc1a8d8-82cc-46fb-a66a-21e3967849fb" providerId="ADAL" clId="{A94A67B5-D675-48F1-BE77-66606163E92D}" dt="2023-02-08T13:44:54.482" v="19" actId="27636"/>
        <pc:sldMkLst>
          <pc:docMk/>
          <pc:sldMk cId="0" sldId="343"/>
        </pc:sldMkLst>
        <pc:spChg chg="mod">
          <ac:chgData name="Ben C L FUNG" userId="2bc1a8d8-82cc-46fb-a66a-21e3967849fb" providerId="ADAL" clId="{A94A67B5-D675-48F1-BE77-66606163E92D}" dt="2023-02-08T13:44:54.482" v="19" actId="27636"/>
          <ac:spMkLst>
            <pc:docMk/>
            <pc:sldMk cId="0" sldId="343"/>
            <ac:spMk id="15362" creationId="{BCB9253C-E1B5-7D18-71A3-DD70E517A911}"/>
          </ac:spMkLst>
        </pc:spChg>
        <pc:spChg chg="mod">
          <ac:chgData name="Ben C L FUNG" userId="2bc1a8d8-82cc-46fb-a66a-21e3967849fb" providerId="ADAL" clId="{A94A67B5-D675-48F1-BE77-66606163E92D}" dt="2023-02-08T13:44:54.481" v="18" actId="27636"/>
          <ac:spMkLst>
            <pc:docMk/>
            <pc:sldMk cId="0" sldId="343"/>
            <ac:spMk id="15363" creationId="{9A04E522-5D2B-27EA-22BD-17C167B49892}"/>
          </ac:spMkLst>
        </pc:spChg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2454306053" sldId="343"/>
        </pc:sldMkLst>
      </pc:sldChg>
      <pc:sldChg chg="modSp add mod">
        <pc:chgData name="Ben C L FUNG" userId="2bc1a8d8-82cc-46fb-a66a-21e3967849fb" providerId="ADAL" clId="{A94A67B5-D675-48F1-BE77-66606163E92D}" dt="2023-02-08T13:44:54.506" v="21" actId="27636"/>
        <pc:sldMkLst>
          <pc:docMk/>
          <pc:sldMk cId="0" sldId="344"/>
        </pc:sldMkLst>
        <pc:spChg chg="mod">
          <ac:chgData name="Ben C L FUNG" userId="2bc1a8d8-82cc-46fb-a66a-21e3967849fb" providerId="ADAL" clId="{A94A67B5-D675-48F1-BE77-66606163E92D}" dt="2023-02-08T13:44:54.485" v="20" actId="27636"/>
          <ac:spMkLst>
            <pc:docMk/>
            <pc:sldMk cId="0" sldId="344"/>
            <ac:spMk id="16386" creationId="{A2D23D7D-E3ED-5A34-4837-5DDE4EDD2470}"/>
          </ac:spMkLst>
        </pc:spChg>
        <pc:spChg chg="mod">
          <ac:chgData name="Ben C L FUNG" userId="2bc1a8d8-82cc-46fb-a66a-21e3967849fb" providerId="ADAL" clId="{A94A67B5-D675-48F1-BE77-66606163E92D}" dt="2023-02-08T13:44:54.506" v="21" actId="27636"/>
          <ac:spMkLst>
            <pc:docMk/>
            <pc:sldMk cId="0" sldId="344"/>
            <ac:spMk id="16387" creationId="{B7D07B88-D56C-F71F-1D1E-4324FD9B20CA}"/>
          </ac:spMkLst>
        </pc:spChg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1621148625" sldId="344"/>
        </pc:sldMkLst>
      </pc:sldChg>
      <pc:sldChg chg="modSp add del mod">
        <pc:chgData name="Ben C L FUNG" userId="2bc1a8d8-82cc-46fb-a66a-21e3967849fb" providerId="ADAL" clId="{A94A67B5-D675-48F1-BE77-66606163E92D}" dt="2023-02-08T13:50:01.659" v="138" actId="47"/>
        <pc:sldMkLst>
          <pc:docMk/>
          <pc:sldMk cId="0" sldId="345"/>
        </pc:sldMkLst>
        <pc:spChg chg="mod">
          <ac:chgData name="Ben C L FUNG" userId="2bc1a8d8-82cc-46fb-a66a-21e3967849fb" providerId="ADAL" clId="{A94A67B5-D675-48F1-BE77-66606163E92D}" dt="2023-02-08T13:44:54.510" v="22" actId="27636"/>
          <ac:spMkLst>
            <pc:docMk/>
            <pc:sldMk cId="0" sldId="345"/>
            <ac:spMk id="17410" creationId="{5B5A8F69-B6FF-AB8D-0D82-73381EEF184C}"/>
          </ac:spMkLst>
        </pc:spChg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1381072170" sldId="345"/>
        </pc:sldMkLst>
      </pc:sldChg>
      <pc:sldChg chg="modSp add mod">
        <pc:chgData name="Ben C L FUNG" userId="2bc1a8d8-82cc-46fb-a66a-21e3967849fb" providerId="ADAL" clId="{A94A67B5-D675-48F1-BE77-66606163E92D}" dt="2023-02-08T13:44:54.539" v="24" actId="27636"/>
        <pc:sldMkLst>
          <pc:docMk/>
          <pc:sldMk cId="0" sldId="346"/>
        </pc:sldMkLst>
        <pc:spChg chg="mod">
          <ac:chgData name="Ben C L FUNG" userId="2bc1a8d8-82cc-46fb-a66a-21e3967849fb" providerId="ADAL" clId="{A94A67B5-D675-48F1-BE77-66606163E92D}" dt="2023-02-08T13:44:54.539" v="24" actId="27636"/>
          <ac:spMkLst>
            <pc:docMk/>
            <pc:sldMk cId="0" sldId="346"/>
            <ac:spMk id="18434" creationId="{F61D71AE-F617-93CD-B055-573CCE4012FE}"/>
          </ac:spMkLst>
        </pc:spChg>
        <pc:spChg chg="mod">
          <ac:chgData name="Ben C L FUNG" userId="2bc1a8d8-82cc-46fb-a66a-21e3967849fb" providerId="ADAL" clId="{A94A67B5-D675-48F1-BE77-66606163E92D}" dt="2023-02-08T13:44:54.538" v="23" actId="27636"/>
          <ac:spMkLst>
            <pc:docMk/>
            <pc:sldMk cId="0" sldId="346"/>
            <ac:spMk id="18435" creationId="{680A9FCE-E88A-3221-D3A7-7BC6E997500B}"/>
          </ac:spMkLst>
        </pc:spChg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2420793727" sldId="346"/>
        </pc:sldMkLst>
      </pc:sldChg>
      <pc:sldChg chg="modSp add mod">
        <pc:chgData name="Ben C L FUNG" userId="2bc1a8d8-82cc-46fb-a66a-21e3967849fb" providerId="ADAL" clId="{A94A67B5-D675-48F1-BE77-66606163E92D}" dt="2023-02-08T13:44:54.542" v="25" actId="27636"/>
        <pc:sldMkLst>
          <pc:docMk/>
          <pc:sldMk cId="0" sldId="347"/>
        </pc:sldMkLst>
        <pc:spChg chg="mod">
          <ac:chgData name="Ben C L FUNG" userId="2bc1a8d8-82cc-46fb-a66a-21e3967849fb" providerId="ADAL" clId="{A94A67B5-D675-48F1-BE77-66606163E92D}" dt="2023-02-08T13:44:54.542" v="25" actId="27636"/>
          <ac:spMkLst>
            <pc:docMk/>
            <pc:sldMk cId="0" sldId="347"/>
            <ac:spMk id="19458" creationId="{DE56BF53-C977-E1B6-8253-94F2685EAFF6}"/>
          </ac:spMkLst>
        </pc:spChg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3438805331" sldId="347"/>
        </pc:sldMkLst>
      </pc:sldChg>
      <pc:sldChg chg="modSp add mod">
        <pc:chgData name="Ben C L FUNG" userId="2bc1a8d8-82cc-46fb-a66a-21e3967849fb" providerId="ADAL" clId="{A94A67B5-D675-48F1-BE77-66606163E92D}" dt="2023-02-08T13:44:54.544" v="26" actId="27636"/>
        <pc:sldMkLst>
          <pc:docMk/>
          <pc:sldMk cId="0" sldId="348"/>
        </pc:sldMkLst>
        <pc:spChg chg="mod">
          <ac:chgData name="Ben C L FUNG" userId="2bc1a8d8-82cc-46fb-a66a-21e3967849fb" providerId="ADAL" clId="{A94A67B5-D675-48F1-BE77-66606163E92D}" dt="2023-02-08T13:44:54.544" v="26" actId="27636"/>
          <ac:spMkLst>
            <pc:docMk/>
            <pc:sldMk cId="0" sldId="348"/>
            <ac:spMk id="20482" creationId="{A9B6D5F6-919E-FE29-3437-8C38347B9ACC}"/>
          </ac:spMkLst>
        </pc:spChg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1843780382" sldId="348"/>
        </pc:sldMkLst>
      </pc:sldChg>
      <pc:sldChg chg="modSp add mod">
        <pc:chgData name="Ben C L FUNG" userId="2bc1a8d8-82cc-46fb-a66a-21e3967849fb" providerId="ADAL" clId="{A94A67B5-D675-48F1-BE77-66606163E92D}" dt="2023-02-08T13:44:54.560" v="28" actId="27636"/>
        <pc:sldMkLst>
          <pc:docMk/>
          <pc:sldMk cId="0" sldId="349"/>
        </pc:sldMkLst>
        <pc:spChg chg="mod">
          <ac:chgData name="Ben C L FUNG" userId="2bc1a8d8-82cc-46fb-a66a-21e3967849fb" providerId="ADAL" clId="{A94A67B5-D675-48F1-BE77-66606163E92D}" dt="2023-02-08T13:44:54.560" v="28" actId="27636"/>
          <ac:spMkLst>
            <pc:docMk/>
            <pc:sldMk cId="0" sldId="349"/>
            <ac:spMk id="21506" creationId="{C21B0069-3A55-39F6-BB2A-A5445A56A263}"/>
          </ac:spMkLst>
        </pc:spChg>
        <pc:spChg chg="mod">
          <ac:chgData name="Ben C L FUNG" userId="2bc1a8d8-82cc-46fb-a66a-21e3967849fb" providerId="ADAL" clId="{A94A67B5-D675-48F1-BE77-66606163E92D}" dt="2023-02-08T13:44:54.559" v="27" actId="27636"/>
          <ac:spMkLst>
            <pc:docMk/>
            <pc:sldMk cId="0" sldId="349"/>
            <ac:spMk id="21507" creationId="{46E5CF2E-FED3-0450-7F6C-98B6E2B63675}"/>
          </ac:spMkLst>
        </pc:spChg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413622959" sldId="349"/>
        </pc:sldMkLst>
      </pc:sldChg>
      <pc:sldChg chg="modSp add mod">
        <pc:chgData name="Ben C L FUNG" userId="2bc1a8d8-82cc-46fb-a66a-21e3967849fb" providerId="ADAL" clId="{A94A67B5-D675-48F1-BE77-66606163E92D}" dt="2023-02-08T13:44:54.580" v="30" actId="27636"/>
        <pc:sldMkLst>
          <pc:docMk/>
          <pc:sldMk cId="0" sldId="350"/>
        </pc:sldMkLst>
        <pc:spChg chg="mod">
          <ac:chgData name="Ben C L FUNG" userId="2bc1a8d8-82cc-46fb-a66a-21e3967849fb" providerId="ADAL" clId="{A94A67B5-D675-48F1-BE77-66606163E92D}" dt="2023-02-08T13:44:54.563" v="29" actId="27636"/>
          <ac:spMkLst>
            <pc:docMk/>
            <pc:sldMk cId="0" sldId="350"/>
            <ac:spMk id="22530" creationId="{A43FDAB4-6A98-8394-904A-2AEFE28450B3}"/>
          </ac:spMkLst>
        </pc:spChg>
        <pc:spChg chg="mod">
          <ac:chgData name="Ben C L FUNG" userId="2bc1a8d8-82cc-46fb-a66a-21e3967849fb" providerId="ADAL" clId="{A94A67B5-D675-48F1-BE77-66606163E92D}" dt="2023-02-08T13:44:54.580" v="30" actId="27636"/>
          <ac:spMkLst>
            <pc:docMk/>
            <pc:sldMk cId="0" sldId="350"/>
            <ac:spMk id="22531" creationId="{B3356062-10D7-7E85-8216-309BF8D6F6CC}"/>
          </ac:spMkLst>
        </pc:spChg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3496898112" sldId="350"/>
        </pc:sldMkLst>
      </pc:sldChg>
      <pc:sldChg chg="modSp add mod">
        <pc:chgData name="Ben C L FUNG" userId="2bc1a8d8-82cc-46fb-a66a-21e3967849fb" providerId="ADAL" clId="{A94A67B5-D675-48F1-BE77-66606163E92D}" dt="2023-02-08T13:49:38.868" v="137" actId="27636"/>
        <pc:sldMkLst>
          <pc:docMk/>
          <pc:sldMk cId="0" sldId="351"/>
        </pc:sldMkLst>
        <pc:spChg chg="mod">
          <ac:chgData name="Ben C L FUNG" userId="2bc1a8d8-82cc-46fb-a66a-21e3967849fb" providerId="ADAL" clId="{A94A67B5-D675-48F1-BE77-66606163E92D}" dt="2023-02-08T13:44:54.589" v="32" actId="27636"/>
          <ac:spMkLst>
            <pc:docMk/>
            <pc:sldMk cId="0" sldId="351"/>
            <ac:spMk id="23554" creationId="{B611F7BB-B8F1-DA53-63FD-990225E5DA7C}"/>
          </ac:spMkLst>
        </pc:spChg>
        <pc:spChg chg="mod">
          <ac:chgData name="Ben C L FUNG" userId="2bc1a8d8-82cc-46fb-a66a-21e3967849fb" providerId="ADAL" clId="{A94A67B5-D675-48F1-BE77-66606163E92D}" dt="2023-02-08T13:49:38.868" v="137" actId="27636"/>
          <ac:spMkLst>
            <pc:docMk/>
            <pc:sldMk cId="0" sldId="351"/>
            <ac:spMk id="23555" creationId="{68974A05-5590-8BB2-8BBF-C95EC8B35C75}"/>
          </ac:spMkLst>
        </pc:spChg>
      </pc:sldChg>
      <pc:sldChg chg="modSp add mod">
        <pc:chgData name="Ben C L FUNG" userId="2bc1a8d8-82cc-46fb-a66a-21e3967849fb" providerId="ADAL" clId="{A94A67B5-D675-48F1-BE77-66606163E92D}" dt="2023-02-08T13:49:22.589" v="135" actId="27636"/>
        <pc:sldMkLst>
          <pc:docMk/>
          <pc:sldMk cId="0" sldId="352"/>
        </pc:sldMkLst>
        <pc:spChg chg="mod">
          <ac:chgData name="Ben C L FUNG" userId="2bc1a8d8-82cc-46fb-a66a-21e3967849fb" providerId="ADAL" clId="{A94A67B5-D675-48F1-BE77-66606163E92D}" dt="2023-02-08T13:44:54.592" v="33" actId="27636"/>
          <ac:spMkLst>
            <pc:docMk/>
            <pc:sldMk cId="0" sldId="352"/>
            <ac:spMk id="24578" creationId="{8526166D-518C-9E97-A6F0-B996983133C8}"/>
          </ac:spMkLst>
        </pc:spChg>
        <pc:spChg chg="mod">
          <ac:chgData name="Ben C L FUNG" userId="2bc1a8d8-82cc-46fb-a66a-21e3967849fb" providerId="ADAL" clId="{A94A67B5-D675-48F1-BE77-66606163E92D}" dt="2023-02-08T13:49:22.589" v="135" actId="27636"/>
          <ac:spMkLst>
            <pc:docMk/>
            <pc:sldMk cId="0" sldId="352"/>
            <ac:spMk id="24579" creationId="{ED1C7D3F-75FC-1112-27BC-E0E1D9C05EB6}"/>
          </ac:spMkLst>
        </pc:spChg>
      </pc:sldChg>
      <pc:sldChg chg="addSp delSp modSp add mod">
        <pc:chgData name="Ben C L FUNG" userId="2bc1a8d8-82cc-46fb-a66a-21e3967849fb" providerId="ADAL" clId="{A94A67B5-D675-48F1-BE77-66606163E92D}" dt="2023-02-08T13:49:09.694" v="133" actId="113"/>
        <pc:sldMkLst>
          <pc:docMk/>
          <pc:sldMk cId="0" sldId="353"/>
        </pc:sldMkLst>
        <pc:spChg chg="add del mod">
          <ac:chgData name="Ben C L FUNG" userId="2bc1a8d8-82cc-46fb-a66a-21e3967849fb" providerId="ADAL" clId="{A94A67B5-D675-48F1-BE77-66606163E92D}" dt="2023-02-08T13:48:50.839" v="126"/>
          <ac:spMkLst>
            <pc:docMk/>
            <pc:sldMk cId="0" sldId="353"/>
            <ac:spMk id="2" creationId="{C68CFDA7-5C9E-00A5-93DC-666328D7CF5C}"/>
          </ac:spMkLst>
        </pc:spChg>
        <pc:spChg chg="add del mod">
          <ac:chgData name="Ben C L FUNG" userId="2bc1a8d8-82cc-46fb-a66a-21e3967849fb" providerId="ADAL" clId="{A94A67B5-D675-48F1-BE77-66606163E92D}" dt="2023-02-08T13:48:50.839" v="126"/>
          <ac:spMkLst>
            <pc:docMk/>
            <pc:sldMk cId="0" sldId="353"/>
            <ac:spMk id="3" creationId="{689B41AA-A569-0307-D39B-626B36E26427}"/>
          </ac:spMkLst>
        </pc:spChg>
        <pc:spChg chg="mod">
          <ac:chgData name="Ben C L FUNG" userId="2bc1a8d8-82cc-46fb-a66a-21e3967849fb" providerId="ADAL" clId="{A94A67B5-D675-48F1-BE77-66606163E92D}" dt="2023-02-08T13:48:50.892" v="127" actId="27636"/>
          <ac:spMkLst>
            <pc:docMk/>
            <pc:sldMk cId="0" sldId="353"/>
            <ac:spMk id="25602" creationId="{A1098B81-1DF2-095D-159B-E82DD29CA513}"/>
          </ac:spMkLst>
        </pc:spChg>
        <pc:spChg chg="mod">
          <ac:chgData name="Ben C L FUNG" userId="2bc1a8d8-82cc-46fb-a66a-21e3967849fb" providerId="ADAL" clId="{A94A67B5-D675-48F1-BE77-66606163E92D}" dt="2023-02-08T13:49:09.694" v="133" actId="113"/>
          <ac:spMkLst>
            <pc:docMk/>
            <pc:sldMk cId="0" sldId="353"/>
            <ac:spMk id="25603" creationId="{D0C8D714-5A99-B035-D619-0E459C075623}"/>
          </ac:spMkLst>
        </pc:spChg>
      </pc:sldChg>
      <pc:sldChg chg="modSp add mod">
        <pc:chgData name="Ben C L FUNG" userId="2bc1a8d8-82cc-46fb-a66a-21e3967849fb" providerId="ADAL" clId="{A94A67B5-D675-48F1-BE77-66606163E92D}" dt="2023-02-08T13:44:54.642" v="37" actId="27636"/>
        <pc:sldMkLst>
          <pc:docMk/>
          <pc:sldMk cId="0" sldId="354"/>
        </pc:sldMkLst>
        <pc:spChg chg="mod">
          <ac:chgData name="Ben C L FUNG" userId="2bc1a8d8-82cc-46fb-a66a-21e3967849fb" providerId="ADAL" clId="{A94A67B5-D675-48F1-BE77-66606163E92D}" dt="2023-02-08T13:44:54.642" v="37" actId="27636"/>
          <ac:spMkLst>
            <pc:docMk/>
            <pc:sldMk cId="0" sldId="354"/>
            <ac:spMk id="26626" creationId="{A39E9847-BF7C-EA14-D74A-98E78463D822}"/>
          </ac:spMkLst>
        </pc:spChg>
      </pc:sldChg>
      <pc:sldChg chg="modSp add mod">
        <pc:chgData name="Ben C L FUNG" userId="2bc1a8d8-82cc-46fb-a66a-21e3967849fb" providerId="ADAL" clId="{A94A67B5-D675-48F1-BE77-66606163E92D}" dt="2023-02-08T13:44:54.656" v="39" actId="27636"/>
        <pc:sldMkLst>
          <pc:docMk/>
          <pc:sldMk cId="0" sldId="355"/>
        </pc:sldMkLst>
        <pc:spChg chg="mod">
          <ac:chgData name="Ben C L FUNG" userId="2bc1a8d8-82cc-46fb-a66a-21e3967849fb" providerId="ADAL" clId="{A94A67B5-D675-48F1-BE77-66606163E92D}" dt="2023-02-08T13:44:54.656" v="39" actId="27636"/>
          <ac:spMkLst>
            <pc:docMk/>
            <pc:sldMk cId="0" sldId="355"/>
            <ac:spMk id="27650" creationId="{32344C27-BAD1-B11C-DE9E-B35E4001A14D}"/>
          </ac:spMkLst>
        </pc:spChg>
        <pc:spChg chg="mod">
          <ac:chgData name="Ben C L FUNG" userId="2bc1a8d8-82cc-46fb-a66a-21e3967849fb" providerId="ADAL" clId="{A94A67B5-D675-48F1-BE77-66606163E92D}" dt="2023-02-08T13:44:54.655" v="38" actId="27636"/>
          <ac:spMkLst>
            <pc:docMk/>
            <pc:sldMk cId="0" sldId="355"/>
            <ac:spMk id="27651" creationId="{3396702A-B792-5466-C03D-16E25A415BEB}"/>
          </ac:spMkLst>
        </pc:spChg>
      </pc:sldChg>
      <pc:sldChg chg="modSp add mod">
        <pc:chgData name="Ben C L FUNG" userId="2bc1a8d8-82cc-46fb-a66a-21e3967849fb" providerId="ADAL" clId="{A94A67B5-D675-48F1-BE77-66606163E92D}" dt="2023-02-08T13:44:54.682" v="41" actId="27636"/>
        <pc:sldMkLst>
          <pc:docMk/>
          <pc:sldMk cId="0" sldId="356"/>
        </pc:sldMkLst>
        <pc:spChg chg="mod">
          <ac:chgData name="Ben C L FUNG" userId="2bc1a8d8-82cc-46fb-a66a-21e3967849fb" providerId="ADAL" clId="{A94A67B5-D675-48F1-BE77-66606163E92D}" dt="2023-02-08T13:44:54.657" v="40" actId="27636"/>
          <ac:spMkLst>
            <pc:docMk/>
            <pc:sldMk cId="0" sldId="356"/>
            <ac:spMk id="28674" creationId="{15936DA9-AF9D-9461-FD43-45850CEAB86D}"/>
          </ac:spMkLst>
        </pc:spChg>
        <pc:spChg chg="mod">
          <ac:chgData name="Ben C L FUNG" userId="2bc1a8d8-82cc-46fb-a66a-21e3967849fb" providerId="ADAL" clId="{A94A67B5-D675-48F1-BE77-66606163E92D}" dt="2023-02-08T13:44:54.682" v="41" actId="27636"/>
          <ac:spMkLst>
            <pc:docMk/>
            <pc:sldMk cId="0" sldId="356"/>
            <ac:spMk id="28675" creationId="{99E68515-E92F-1350-C2A2-3F3D940FAB1D}"/>
          </ac:spMkLst>
        </pc:spChg>
      </pc:sldChg>
      <pc:sldChg chg="modSp add mod">
        <pc:chgData name="Ben C L FUNG" userId="2bc1a8d8-82cc-46fb-a66a-21e3967849fb" providerId="ADAL" clId="{A94A67B5-D675-48F1-BE77-66606163E92D}" dt="2023-02-08T13:44:54.684" v="42" actId="27636"/>
        <pc:sldMkLst>
          <pc:docMk/>
          <pc:sldMk cId="0" sldId="357"/>
        </pc:sldMkLst>
        <pc:spChg chg="mod">
          <ac:chgData name="Ben C L FUNG" userId="2bc1a8d8-82cc-46fb-a66a-21e3967849fb" providerId="ADAL" clId="{A94A67B5-D675-48F1-BE77-66606163E92D}" dt="2023-02-08T13:44:54.684" v="42" actId="27636"/>
          <ac:spMkLst>
            <pc:docMk/>
            <pc:sldMk cId="0" sldId="357"/>
            <ac:spMk id="29698" creationId="{2CB5BB71-7CB1-1864-CB22-66B9C6FEBAB0}"/>
          </ac:spMkLst>
        </pc:spChg>
      </pc:sldChg>
      <pc:sldChg chg="add del">
        <pc:chgData name="Ben C L FUNG" userId="2bc1a8d8-82cc-46fb-a66a-21e3967849fb" providerId="ADAL" clId="{A94A67B5-D675-48F1-BE77-66606163E92D}" dt="2023-02-08T13:47:09.855" v="115" actId="47"/>
        <pc:sldMkLst>
          <pc:docMk/>
          <pc:sldMk cId="0" sldId="358"/>
        </pc:sldMkLst>
      </pc:sldChg>
      <pc:sldChg chg="modSp add mod">
        <pc:chgData name="Ben C L FUNG" userId="2bc1a8d8-82cc-46fb-a66a-21e3967849fb" providerId="ADAL" clId="{A94A67B5-D675-48F1-BE77-66606163E92D}" dt="2023-02-08T13:44:54.702" v="44" actId="27636"/>
        <pc:sldMkLst>
          <pc:docMk/>
          <pc:sldMk cId="0" sldId="359"/>
        </pc:sldMkLst>
        <pc:spChg chg="mod">
          <ac:chgData name="Ben C L FUNG" userId="2bc1a8d8-82cc-46fb-a66a-21e3967849fb" providerId="ADAL" clId="{A94A67B5-D675-48F1-BE77-66606163E92D}" dt="2023-02-08T13:44:54.686" v="43" actId="27636"/>
          <ac:spMkLst>
            <pc:docMk/>
            <pc:sldMk cId="0" sldId="359"/>
            <ac:spMk id="31746" creationId="{CA585CFF-4D23-F362-7AE2-BD22DE14DD9B}"/>
          </ac:spMkLst>
        </pc:spChg>
        <pc:spChg chg="mod">
          <ac:chgData name="Ben C L FUNG" userId="2bc1a8d8-82cc-46fb-a66a-21e3967849fb" providerId="ADAL" clId="{A94A67B5-D675-48F1-BE77-66606163E92D}" dt="2023-02-08T13:44:54.702" v="44" actId="27636"/>
          <ac:spMkLst>
            <pc:docMk/>
            <pc:sldMk cId="0" sldId="359"/>
            <ac:spMk id="31747" creationId="{619A1709-E287-1AE2-3BBF-AB8A3C1EB1D2}"/>
          </ac:spMkLst>
        </pc:spChg>
      </pc:sldChg>
      <pc:sldChg chg="modSp add mod">
        <pc:chgData name="Ben C L FUNG" userId="2bc1a8d8-82cc-46fb-a66a-21e3967849fb" providerId="ADAL" clId="{A94A67B5-D675-48F1-BE77-66606163E92D}" dt="2023-02-08T13:44:54.714" v="46" actId="27636"/>
        <pc:sldMkLst>
          <pc:docMk/>
          <pc:sldMk cId="0" sldId="360"/>
        </pc:sldMkLst>
        <pc:spChg chg="mod">
          <ac:chgData name="Ben C L FUNG" userId="2bc1a8d8-82cc-46fb-a66a-21e3967849fb" providerId="ADAL" clId="{A94A67B5-D675-48F1-BE77-66606163E92D}" dt="2023-02-08T13:44:54.706" v="45" actId="27636"/>
          <ac:spMkLst>
            <pc:docMk/>
            <pc:sldMk cId="0" sldId="360"/>
            <ac:spMk id="32770" creationId="{0831C966-0ECE-5862-B308-CDB5DD252FDA}"/>
          </ac:spMkLst>
        </pc:spChg>
        <pc:spChg chg="mod">
          <ac:chgData name="Ben C L FUNG" userId="2bc1a8d8-82cc-46fb-a66a-21e3967849fb" providerId="ADAL" clId="{A94A67B5-D675-48F1-BE77-66606163E92D}" dt="2023-02-08T13:44:54.714" v="46" actId="27636"/>
          <ac:spMkLst>
            <pc:docMk/>
            <pc:sldMk cId="0" sldId="360"/>
            <ac:spMk id="32771" creationId="{DB2E7BC5-72C4-BBB5-1EE2-D4D7F66527F1}"/>
          </ac:spMkLst>
        </pc:spChg>
      </pc:sldChg>
      <pc:sldChg chg="modSp add mod">
        <pc:chgData name="Ben C L FUNG" userId="2bc1a8d8-82cc-46fb-a66a-21e3967849fb" providerId="ADAL" clId="{A94A67B5-D675-48F1-BE77-66606163E92D}" dt="2023-02-08T13:44:54.720" v="48" actId="27636"/>
        <pc:sldMkLst>
          <pc:docMk/>
          <pc:sldMk cId="0" sldId="361"/>
        </pc:sldMkLst>
        <pc:spChg chg="mod">
          <ac:chgData name="Ben C L FUNG" userId="2bc1a8d8-82cc-46fb-a66a-21e3967849fb" providerId="ADAL" clId="{A94A67B5-D675-48F1-BE77-66606163E92D}" dt="2023-02-08T13:44:54.716" v="47" actId="27636"/>
          <ac:spMkLst>
            <pc:docMk/>
            <pc:sldMk cId="0" sldId="361"/>
            <ac:spMk id="33794" creationId="{842041AE-1178-A192-2A1B-B6ACEA48BD33}"/>
          </ac:spMkLst>
        </pc:spChg>
        <pc:spChg chg="mod">
          <ac:chgData name="Ben C L FUNG" userId="2bc1a8d8-82cc-46fb-a66a-21e3967849fb" providerId="ADAL" clId="{A94A67B5-D675-48F1-BE77-66606163E92D}" dt="2023-02-08T13:44:54.720" v="48" actId="27636"/>
          <ac:spMkLst>
            <pc:docMk/>
            <pc:sldMk cId="0" sldId="361"/>
            <ac:spMk id="33795" creationId="{DC8DBB41-6D08-4BC2-0782-3210BBD44773}"/>
          </ac:spMkLst>
        </pc:spChg>
      </pc:sldChg>
      <pc:sldChg chg="modSp add mod">
        <pc:chgData name="Ben C L FUNG" userId="2bc1a8d8-82cc-46fb-a66a-21e3967849fb" providerId="ADAL" clId="{A94A67B5-D675-48F1-BE77-66606163E92D}" dt="2023-02-08T13:44:54.722" v="49" actId="27636"/>
        <pc:sldMkLst>
          <pc:docMk/>
          <pc:sldMk cId="0" sldId="362"/>
        </pc:sldMkLst>
        <pc:spChg chg="mod">
          <ac:chgData name="Ben C L FUNG" userId="2bc1a8d8-82cc-46fb-a66a-21e3967849fb" providerId="ADAL" clId="{A94A67B5-D675-48F1-BE77-66606163E92D}" dt="2023-02-08T13:44:54.722" v="49" actId="27636"/>
          <ac:spMkLst>
            <pc:docMk/>
            <pc:sldMk cId="0" sldId="362"/>
            <ac:spMk id="34818" creationId="{23D74AC9-061E-6B92-9AC2-5E2F456A7AED}"/>
          </ac:spMkLst>
        </pc:spChg>
      </pc:sldChg>
      <pc:sldChg chg="modSp add del mod">
        <pc:chgData name="Ben C L FUNG" userId="2bc1a8d8-82cc-46fb-a66a-21e3967849fb" providerId="ADAL" clId="{A94A67B5-D675-48F1-BE77-66606163E92D}" dt="2023-02-08T13:47:41.364" v="116" actId="47"/>
        <pc:sldMkLst>
          <pc:docMk/>
          <pc:sldMk cId="0" sldId="363"/>
        </pc:sldMkLst>
        <pc:spChg chg="mod">
          <ac:chgData name="Ben C L FUNG" userId="2bc1a8d8-82cc-46fb-a66a-21e3967849fb" providerId="ADAL" clId="{A94A67B5-D675-48F1-BE77-66606163E92D}" dt="2023-02-08T13:44:54.742" v="51" actId="27636"/>
          <ac:spMkLst>
            <pc:docMk/>
            <pc:sldMk cId="0" sldId="363"/>
            <ac:spMk id="35842" creationId="{4D2658FF-173F-16FC-421C-F00BE326F642}"/>
          </ac:spMkLst>
        </pc:spChg>
        <pc:spChg chg="mod">
          <ac:chgData name="Ben C L FUNG" userId="2bc1a8d8-82cc-46fb-a66a-21e3967849fb" providerId="ADAL" clId="{A94A67B5-D675-48F1-BE77-66606163E92D}" dt="2023-02-08T13:44:54.741" v="50" actId="27636"/>
          <ac:spMkLst>
            <pc:docMk/>
            <pc:sldMk cId="0" sldId="363"/>
            <ac:spMk id="35843" creationId="{BC821DEC-D02F-CB79-E64A-87CBE1FCFB23}"/>
          </ac:spMkLst>
        </pc:spChg>
      </pc:sldChg>
      <pc:sldChg chg="modSp add del mod">
        <pc:chgData name="Ben C L FUNG" userId="2bc1a8d8-82cc-46fb-a66a-21e3967849fb" providerId="ADAL" clId="{A94A67B5-D675-48F1-BE77-66606163E92D}" dt="2023-02-08T13:47:42.399" v="117" actId="47"/>
        <pc:sldMkLst>
          <pc:docMk/>
          <pc:sldMk cId="0" sldId="364"/>
        </pc:sldMkLst>
        <pc:spChg chg="mod">
          <ac:chgData name="Ben C L FUNG" userId="2bc1a8d8-82cc-46fb-a66a-21e3967849fb" providerId="ADAL" clId="{A94A67B5-D675-48F1-BE77-66606163E92D}" dt="2023-02-08T13:44:54.744" v="52" actId="27636"/>
          <ac:spMkLst>
            <pc:docMk/>
            <pc:sldMk cId="0" sldId="364"/>
            <ac:spMk id="36866" creationId="{CA81DB6B-2F42-1E84-4D3A-3A6FAABCD262}"/>
          </ac:spMkLst>
        </pc:spChg>
      </pc:sldChg>
      <pc:sldChg chg="modSp add del mod">
        <pc:chgData name="Ben C L FUNG" userId="2bc1a8d8-82cc-46fb-a66a-21e3967849fb" providerId="ADAL" clId="{A94A67B5-D675-48F1-BE77-66606163E92D}" dt="2023-02-08T13:47:46.557" v="118" actId="47"/>
        <pc:sldMkLst>
          <pc:docMk/>
          <pc:sldMk cId="0" sldId="365"/>
        </pc:sldMkLst>
        <pc:spChg chg="mod">
          <ac:chgData name="Ben C L FUNG" userId="2bc1a8d8-82cc-46fb-a66a-21e3967849fb" providerId="ADAL" clId="{A94A67B5-D675-48F1-BE77-66606163E92D}" dt="2023-02-08T13:44:54.757" v="54" actId="27636"/>
          <ac:spMkLst>
            <pc:docMk/>
            <pc:sldMk cId="0" sldId="365"/>
            <ac:spMk id="37890" creationId="{6D25B648-06B2-73A5-E10A-383DAD3114AD}"/>
          </ac:spMkLst>
        </pc:spChg>
        <pc:spChg chg="mod">
          <ac:chgData name="Ben C L FUNG" userId="2bc1a8d8-82cc-46fb-a66a-21e3967849fb" providerId="ADAL" clId="{A94A67B5-D675-48F1-BE77-66606163E92D}" dt="2023-02-08T13:44:54.756" v="53" actId="27636"/>
          <ac:spMkLst>
            <pc:docMk/>
            <pc:sldMk cId="0" sldId="365"/>
            <ac:spMk id="37891" creationId="{A35099B7-B9D1-0EE7-5955-14566D92A062}"/>
          </ac:spMkLst>
        </pc:spChg>
      </pc:sldChg>
      <pc:sldChg chg="addSp delSp modSp add mod">
        <pc:chgData name="Ben C L FUNG" userId="2bc1a8d8-82cc-46fb-a66a-21e3967849fb" providerId="ADAL" clId="{A94A67B5-D675-48F1-BE77-66606163E92D}" dt="2023-02-08T13:47:54.085" v="122" actId="27636"/>
        <pc:sldMkLst>
          <pc:docMk/>
          <pc:sldMk cId="0" sldId="366"/>
        </pc:sldMkLst>
        <pc:spChg chg="add del mod">
          <ac:chgData name="Ben C L FUNG" userId="2bc1a8d8-82cc-46fb-a66a-21e3967849fb" providerId="ADAL" clId="{A94A67B5-D675-48F1-BE77-66606163E92D}" dt="2023-02-08T13:47:54.039" v="120"/>
          <ac:spMkLst>
            <pc:docMk/>
            <pc:sldMk cId="0" sldId="366"/>
            <ac:spMk id="2" creationId="{FAD986BA-AD35-4297-FC2C-F0931F8DD45F}"/>
          </ac:spMkLst>
        </pc:spChg>
        <pc:spChg chg="add del mod">
          <ac:chgData name="Ben C L FUNG" userId="2bc1a8d8-82cc-46fb-a66a-21e3967849fb" providerId="ADAL" clId="{A94A67B5-D675-48F1-BE77-66606163E92D}" dt="2023-02-08T13:47:54.039" v="120"/>
          <ac:spMkLst>
            <pc:docMk/>
            <pc:sldMk cId="0" sldId="366"/>
            <ac:spMk id="3" creationId="{0F59431B-5070-C62E-64A8-B3186AD4403F}"/>
          </ac:spMkLst>
        </pc:spChg>
        <pc:spChg chg="mod">
          <ac:chgData name="Ben C L FUNG" userId="2bc1a8d8-82cc-46fb-a66a-21e3967849fb" providerId="ADAL" clId="{A94A67B5-D675-48F1-BE77-66606163E92D}" dt="2023-02-08T13:47:54.083" v="121" actId="27636"/>
          <ac:spMkLst>
            <pc:docMk/>
            <pc:sldMk cId="0" sldId="366"/>
            <ac:spMk id="39938" creationId="{BAECE110-CFC3-5C68-B03C-A0917E4C74FA}"/>
          </ac:spMkLst>
        </pc:spChg>
        <pc:spChg chg="mod">
          <ac:chgData name="Ben C L FUNG" userId="2bc1a8d8-82cc-46fb-a66a-21e3967849fb" providerId="ADAL" clId="{A94A67B5-D675-48F1-BE77-66606163E92D}" dt="2023-02-08T13:47:54.085" v="122" actId="27636"/>
          <ac:spMkLst>
            <pc:docMk/>
            <pc:sldMk cId="0" sldId="366"/>
            <ac:spMk id="39939" creationId="{612B03D4-B501-ED81-CEB7-DCCD17E45386}"/>
          </ac:spMkLst>
        </pc:spChg>
      </pc:sldChg>
      <pc:sldChg chg="modSp add mod">
        <pc:chgData name="Ben C L FUNG" userId="2bc1a8d8-82cc-46fb-a66a-21e3967849fb" providerId="ADAL" clId="{A94A67B5-D675-48F1-BE77-66606163E92D}" dt="2023-02-08T13:44:54.776" v="59" actId="27636"/>
        <pc:sldMkLst>
          <pc:docMk/>
          <pc:sldMk cId="0" sldId="367"/>
        </pc:sldMkLst>
        <pc:spChg chg="mod">
          <ac:chgData name="Ben C L FUNG" userId="2bc1a8d8-82cc-46fb-a66a-21e3967849fb" providerId="ADAL" clId="{A94A67B5-D675-48F1-BE77-66606163E92D}" dt="2023-02-08T13:44:54.776" v="59" actId="27636"/>
          <ac:spMkLst>
            <pc:docMk/>
            <pc:sldMk cId="0" sldId="367"/>
            <ac:spMk id="40962" creationId="{B8D32B8A-91E0-8B5A-9D14-4BDBA02B3394}"/>
          </ac:spMkLst>
        </pc:spChg>
      </pc:sldChg>
      <pc:sldChg chg="modSp add del mod">
        <pc:chgData name="Ben C L FUNG" userId="2bc1a8d8-82cc-46fb-a66a-21e3967849fb" providerId="ADAL" clId="{A94A67B5-D675-48F1-BE77-66606163E92D}" dt="2023-02-08T13:48:12.402" v="123" actId="47"/>
        <pc:sldMkLst>
          <pc:docMk/>
          <pc:sldMk cId="0" sldId="368"/>
        </pc:sldMkLst>
        <pc:spChg chg="mod">
          <ac:chgData name="Ben C L FUNG" userId="2bc1a8d8-82cc-46fb-a66a-21e3967849fb" providerId="ADAL" clId="{A94A67B5-D675-48F1-BE77-66606163E92D}" dt="2023-02-08T13:44:54.778" v="60" actId="27636"/>
          <ac:spMkLst>
            <pc:docMk/>
            <pc:sldMk cId="0" sldId="368"/>
            <ac:spMk id="41986" creationId="{E5F175F5-8B52-BF4C-C481-611EF89FD999}"/>
          </ac:spMkLst>
        </pc:spChg>
        <pc:spChg chg="mod">
          <ac:chgData name="Ben C L FUNG" userId="2bc1a8d8-82cc-46fb-a66a-21e3967849fb" providerId="ADAL" clId="{A94A67B5-D675-48F1-BE77-66606163E92D}" dt="2023-02-08T13:44:54.803" v="61" actId="27636"/>
          <ac:spMkLst>
            <pc:docMk/>
            <pc:sldMk cId="0" sldId="368"/>
            <ac:spMk id="41987" creationId="{BC39F5A7-725D-FDFA-A2AA-A76BC6B88A4C}"/>
          </ac:spMkLst>
        </pc:spChg>
      </pc:sldChg>
      <pc:sldChg chg="modSp add del mod">
        <pc:chgData name="Ben C L FUNG" userId="2bc1a8d8-82cc-46fb-a66a-21e3967849fb" providerId="ADAL" clId="{A94A67B5-D675-48F1-BE77-66606163E92D}" dt="2023-02-08T13:48:13.132" v="124" actId="47"/>
        <pc:sldMkLst>
          <pc:docMk/>
          <pc:sldMk cId="0" sldId="369"/>
        </pc:sldMkLst>
        <pc:spChg chg="mod">
          <ac:chgData name="Ben C L FUNG" userId="2bc1a8d8-82cc-46fb-a66a-21e3967849fb" providerId="ADAL" clId="{A94A67B5-D675-48F1-BE77-66606163E92D}" dt="2023-02-08T13:44:54.805" v="62" actId="27636"/>
          <ac:spMkLst>
            <pc:docMk/>
            <pc:sldMk cId="0" sldId="369"/>
            <ac:spMk id="43010" creationId="{C3EFC8CE-BB29-52FC-91B8-C73EAFDF2CD9}"/>
          </ac:spMkLst>
        </pc:spChg>
      </pc:sldChg>
      <pc:sldChg chg="modSp add mod">
        <pc:chgData name="Ben C L FUNG" userId="2bc1a8d8-82cc-46fb-a66a-21e3967849fb" providerId="ADAL" clId="{A94A67B5-D675-48F1-BE77-66606163E92D}" dt="2023-02-08T13:44:54.809" v="64" actId="27636"/>
        <pc:sldMkLst>
          <pc:docMk/>
          <pc:sldMk cId="0" sldId="370"/>
        </pc:sldMkLst>
        <pc:spChg chg="mod">
          <ac:chgData name="Ben C L FUNG" userId="2bc1a8d8-82cc-46fb-a66a-21e3967849fb" providerId="ADAL" clId="{A94A67B5-D675-48F1-BE77-66606163E92D}" dt="2023-02-08T13:44:54.807" v="63" actId="27636"/>
          <ac:spMkLst>
            <pc:docMk/>
            <pc:sldMk cId="0" sldId="370"/>
            <ac:spMk id="44034" creationId="{DFCF945C-971D-8148-8667-8ED37221CD02}"/>
          </ac:spMkLst>
        </pc:spChg>
        <pc:spChg chg="mod">
          <ac:chgData name="Ben C L FUNG" userId="2bc1a8d8-82cc-46fb-a66a-21e3967849fb" providerId="ADAL" clId="{A94A67B5-D675-48F1-BE77-66606163E92D}" dt="2023-02-08T13:44:54.809" v="64" actId="27636"/>
          <ac:spMkLst>
            <pc:docMk/>
            <pc:sldMk cId="0" sldId="370"/>
            <ac:spMk id="44035" creationId="{FB4DC3B4-C1CE-6A18-10E7-E8D6B033ABB8}"/>
          </ac:spMkLst>
        </pc:spChg>
      </pc:sldChg>
      <pc:sldChg chg="modSp add mod">
        <pc:chgData name="Ben C L FUNG" userId="2bc1a8d8-82cc-46fb-a66a-21e3967849fb" providerId="ADAL" clId="{A94A67B5-D675-48F1-BE77-66606163E92D}" dt="2023-02-08T13:44:54.811" v="65" actId="27636"/>
        <pc:sldMkLst>
          <pc:docMk/>
          <pc:sldMk cId="0" sldId="371"/>
        </pc:sldMkLst>
        <pc:spChg chg="mod">
          <ac:chgData name="Ben C L FUNG" userId="2bc1a8d8-82cc-46fb-a66a-21e3967849fb" providerId="ADAL" clId="{A94A67B5-D675-48F1-BE77-66606163E92D}" dt="2023-02-08T13:44:54.811" v="65" actId="27636"/>
          <ac:spMkLst>
            <pc:docMk/>
            <pc:sldMk cId="0" sldId="371"/>
            <ac:spMk id="45058" creationId="{F36FDB5D-723C-2BC5-EA19-67959E7CAC4F}"/>
          </ac:spMkLst>
        </pc:spChg>
      </pc:sldChg>
      <pc:sldChg chg="modSp add mod">
        <pc:chgData name="Ben C L FUNG" userId="2bc1a8d8-82cc-46fb-a66a-21e3967849fb" providerId="ADAL" clId="{A94A67B5-D675-48F1-BE77-66606163E92D}" dt="2023-02-08T13:44:54.823" v="67" actId="27636"/>
        <pc:sldMkLst>
          <pc:docMk/>
          <pc:sldMk cId="0" sldId="372"/>
        </pc:sldMkLst>
        <pc:spChg chg="mod">
          <ac:chgData name="Ben C L FUNG" userId="2bc1a8d8-82cc-46fb-a66a-21e3967849fb" providerId="ADAL" clId="{A94A67B5-D675-48F1-BE77-66606163E92D}" dt="2023-02-08T13:44:54.813" v="66" actId="27636"/>
          <ac:spMkLst>
            <pc:docMk/>
            <pc:sldMk cId="0" sldId="372"/>
            <ac:spMk id="46082" creationId="{4CC1E7DB-AE5B-7654-D84E-0E15862AB953}"/>
          </ac:spMkLst>
        </pc:spChg>
        <pc:spChg chg="mod">
          <ac:chgData name="Ben C L FUNG" userId="2bc1a8d8-82cc-46fb-a66a-21e3967849fb" providerId="ADAL" clId="{A94A67B5-D675-48F1-BE77-66606163E92D}" dt="2023-02-08T13:44:54.823" v="67" actId="27636"/>
          <ac:spMkLst>
            <pc:docMk/>
            <pc:sldMk cId="0" sldId="372"/>
            <ac:spMk id="46083" creationId="{9C4B0383-2E05-236C-0068-36EA03F5F723}"/>
          </ac:spMkLst>
        </pc:spChg>
      </pc:sldChg>
      <pc:sldChg chg="modSp add mod">
        <pc:chgData name="Ben C L FUNG" userId="2bc1a8d8-82cc-46fb-a66a-21e3967849fb" providerId="ADAL" clId="{A94A67B5-D675-48F1-BE77-66606163E92D}" dt="2023-02-08T13:44:54.825" v="68" actId="27636"/>
        <pc:sldMkLst>
          <pc:docMk/>
          <pc:sldMk cId="0" sldId="373"/>
        </pc:sldMkLst>
        <pc:spChg chg="mod">
          <ac:chgData name="Ben C L FUNG" userId="2bc1a8d8-82cc-46fb-a66a-21e3967849fb" providerId="ADAL" clId="{A94A67B5-D675-48F1-BE77-66606163E92D}" dt="2023-02-08T13:44:54.825" v="68" actId="27636"/>
          <ac:spMkLst>
            <pc:docMk/>
            <pc:sldMk cId="0" sldId="373"/>
            <ac:spMk id="47106" creationId="{54AF2468-CF35-B138-EB0C-1BC003F38B21}"/>
          </ac:spMkLst>
        </pc:spChg>
      </pc:sldChg>
      <pc:sldChg chg="add del">
        <pc:chgData name="Ben C L FUNG" userId="2bc1a8d8-82cc-46fb-a66a-21e3967849fb" providerId="ADAL" clId="{A94A67B5-D675-48F1-BE77-66606163E92D}" dt="2023-02-08T13:48:32.681" v="125" actId="47"/>
        <pc:sldMkLst>
          <pc:docMk/>
          <pc:sldMk cId="0" sldId="374"/>
        </pc:sldMkLst>
      </pc:sldChg>
      <pc:sldChg chg="modSp add del mod">
        <pc:chgData name="Ben C L FUNG" userId="2bc1a8d8-82cc-46fb-a66a-21e3967849fb" providerId="ADAL" clId="{A94A67B5-D675-48F1-BE77-66606163E92D}" dt="2023-02-08T13:47:47.949" v="119" actId="47"/>
        <pc:sldMkLst>
          <pc:docMk/>
          <pc:sldMk cId="0" sldId="375"/>
        </pc:sldMkLst>
        <pc:spChg chg="mod">
          <ac:chgData name="Ben C L FUNG" userId="2bc1a8d8-82cc-46fb-a66a-21e3967849fb" providerId="ADAL" clId="{A94A67B5-D675-48F1-BE77-66606163E92D}" dt="2023-02-08T13:44:54.768" v="56" actId="27636"/>
          <ac:spMkLst>
            <pc:docMk/>
            <pc:sldMk cId="0" sldId="375"/>
            <ac:spMk id="38914" creationId="{A5433E67-85E8-D063-42FC-1A3BB66440B5}"/>
          </ac:spMkLst>
        </pc:spChg>
        <pc:spChg chg="mod">
          <ac:chgData name="Ben C L FUNG" userId="2bc1a8d8-82cc-46fb-a66a-21e3967849fb" providerId="ADAL" clId="{A94A67B5-D675-48F1-BE77-66606163E92D}" dt="2023-02-08T13:44:54.767" v="55" actId="27636"/>
          <ac:spMkLst>
            <pc:docMk/>
            <pc:sldMk cId="0" sldId="375"/>
            <ac:spMk id="38915" creationId="{D4D52E4F-C0F8-8656-89AB-69DC8D7EC22D}"/>
          </ac:spMkLst>
        </pc:spChg>
      </pc:sldChg>
      <pc:sldMasterChg chg="delSldLayout">
        <pc:chgData name="Ben C L FUNG" userId="2bc1a8d8-82cc-46fb-a66a-21e3967849fb" providerId="ADAL" clId="{A94A67B5-D675-48F1-BE77-66606163E92D}" dt="2023-02-08T13:48:32.681" v="125" actId="47"/>
        <pc:sldMasterMkLst>
          <pc:docMk/>
          <pc:sldMasterMk cId="1159863621" sldId="2147483922"/>
        </pc:sldMasterMkLst>
        <pc:sldLayoutChg chg="del">
          <pc:chgData name="Ben C L FUNG" userId="2bc1a8d8-82cc-46fb-a66a-21e3967849fb" providerId="ADAL" clId="{A94A67B5-D675-48F1-BE77-66606163E92D}" dt="2023-02-08T13:48:32.681" v="125" actId="47"/>
          <pc:sldLayoutMkLst>
            <pc:docMk/>
            <pc:sldMasterMk cId="1159863621" sldId="2147483922"/>
            <pc:sldLayoutMk cId="2076392380" sldId="2147483940"/>
          </pc:sldLayoutMkLst>
        </pc:sldLayoutChg>
      </pc:sldMasterChg>
    </pc:docChg>
  </pc:docChgLst>
  <pc:docChgLst>
    <pc:chgData name="Ben C L FUNG" userId="2bc1a8d8-82cc-46fb-a66a-21e3967849fb" providerId="ADAL" clId="{2B6BC85B-DFE4-4CB6-9C71-51033580EC75}"/>
    <pc:docChg chg="undo custSel addSld delSld modSld sldOrd">
      <pc:chgData name="Ben C L FUNG" userId="2bc1a8d8-82cc-46fb-a66a-21e3967849fb" providerId="ADAL" clId="{2B6BC85B-DFE4-4CB6-9C71-51033580EC75}" dt="2024-02-19T07:31:54.848" v="2681" actId="1076"/>
      <pc:docMkLst>
        <pc:docMk/>
      </pc:docMkLst>
      <pc:sldChg chg="modSp">
        <pc:chgData name="Ben C L FUNG" userId="2bc1a8d8-82cc-46fb-a66a-21e3967849fb" providerId="ADAL" clId="{2B6BC85B-DFE4-4CB6-9C71-51033580EC75}" dt="2024-02-19T06:50:40.704" v="1896" actId="20577"/>
        <pc:sldMkLst>
          <pc:docMk/>
          <pc:sldMk cId="2368919398" sldId="259"/>
        </pc:sldMkLst>
        <pc:spChg chg="mod">
          <ac:chgData name="Ben C L FUNG" userId="2bc1a8d8-82cc-46fb-a66a-21e3967849fb" providerId="ADAL" clId="{2B6BC85B-DFE4-4CB6-9C71-51033580EC75}" dt="2024-02-19T06:50:40.704" v="1896" actId="20577"/>
          <ac:spMkLst>
            <pc:docMk/>
            <pc:sldMk cId="2368919398" sldId="259"/>
            <ac:spMk id="5123" creationId="{00000000-0000-0000-0000-000000000000}"/>
          </ac:spMkLst>
        </pc:spChg>
      </pc:sldChg>
      <pc:sldChg chg="modSp">
        <pc:chgData name="Ben C L FUNG" userId="2bc1a8d8-82cc-46fb-a66a-21e3967849fb" providerId="ADAL" clId="{2B6BC85B-DFE4-4CB6-9C71-51033580EC75}" dt="2024-02-19T06:49:41.150" v="1847" actId="5793"/>
        <pc:sldMkLst>
          <pc:docMk/>
          <pc:sldMk cId="3175207434" sldId="264"/>
        </pc:sldMkLst>
        <pc:spChg chg="mod">
          <ac:chgData name="Ben C L FUNG" userId="2bc1a8d8-82cc-46fb-a66a-21e3967849fb" providerId="ADAL" clId="{2B6BC85B-DFE4-4CB6-9C71-51033580EC75}" dt="2024-02-19T06:49:41.150" v="1847" actId="5793"/>
          <ac:spMkLst>
            <pc:docMk/>
            <pc:sldMk cId="3175207434" sldId="264"/>
            <ac:spMk id="2" creationId="{70E5C79E-8759-97DF-88B4-B42B88D545AF}"/>
          </ac:spMkLst>
        </pc:spChg>
      </pc:sldChg>
      <pc:sldChg chg="modSp mod">
        <pc:chgData name="Ben C L FUNG" userId="2bc1a8d8-82cc-46fb-a66a-21e3967849fb" providerId="ADAL" clId="{2B6BC85B-DFE4-4CB6-9C71-51033580EC75}" dt="2024-02-19T06:14:18.152" v="3" actId="20577"/>
        <pc:sldMkLst>
          <pc:docMk/>
          <pc:sldMk cId="474810154" sldId="265"/>
        </pc:sldMkLst>
        <pc:spChg chg="mod">
          <ac:chgData name="Ben C L FUNG" userId="2bc1a8d8-82cc-46fb-a66a-21e3967849fb" providerId="ADAL" clId="{2B6BC85B-DFE4-4CB6-9C71-51033580EC75}" dt="2024-02-19T06:14:18.152" v="3" actId="20577"/>
          <ac:spMkLst>
            <pc:docMk/>
            <pc:sldMk cId="474810154" sldId="265"/>
            <ac:spMk id="2" creationId="{16500035-3DA8-5A8C-4DBE-4E8BF384F8F8}"/>
          </ac:spMkLst>
        </pc:spChg>
      </pc:sldChg>
      <pc:sldChg chg="modSp">
        <pc:chgData name="Ben C L FUNG" userId="2bc1a8d8-82cc-46fb-a66a-21e3967849fb" providerId="ADAL" clId="{2B6BC85B-DFE4-4CB6-9C71-51033580EC75}" dt="2024-02-19T06:51:04.720" v="1898" actId="20577"/>
        <pc:sldMkLst>
          <pc:docMk/>
          <pc:sldMk cId="2503447893" sldId="317"/>
        </pc:sldMkLst>
        <pc:spChg chg="mod">
          <ac:chgData name="Ben C L FUNG" userId="2bc1a8d8-82cc-46fb-a66a-21e3967849fb" providerId="ADAL" clId="{2B6BC85B-DFE4-4CB6-9C71-51033580EC75}" dt="2024-02-19T06:51:04.720" v="1898" actId="20577"/>
          <ac:spMkLst>
            <pc:docMk/>
            <pc:sldMk cId="2503447893" sldId="317"/>
            <ac:spMk id="2" creationId="{7FA09C08-049F-A63F-EFAD-A4BD0504F6E4}"/>
          </ac:spMkLst>
        </pc:spChg>
      </pc:sldChg>
      <pc:sldChg chg="modSp">
        <pc:chgData name="Ben C L FUNG" userId="2bc1a8d8-82cc-46fb-a66a-21e3967849fb" providerId="ADAL" clId="{2B6BC85B-DFE4-4CB6-9C71-51033580EC75}" dt="2024-02-19T06:34:13.368" v="963" actId="20577"/>
        <pc:sldMkLst>
          <pc:docMk/>
          <pc:sldMk cId="3751300235" sldId="333"/>
        </pc:sldMkLst>
        <pc:spChg chg="mod">
          <ac:chgData name="Ben C L FUNG" userId="2bc1a8d8-82cc-46fb-a66a-21e3967849fb" providerId="ADAL" clId="{2B6BC85B-DFE4-4CB6-9C71-51033580EC75}" dt="2024-02-19T06:34:13.368" v="963" actId="20577"/>
          <ac:spMkLst>
            <pc:docMk/>
            <pc:sldMk cId="3751300235" sldId="333"/>
            <ac:spMk id="3" creationId="{F74C0963-8067-DF4D-2500-433109D36F01}"/>
          </ac:spMkLst>
        </pc:spChg>
      </pc:sldChg>
      <pc:sldChg chg="modSp new mod">
        <pc:chgData name="Ben C L FUNG" userId="2bc1a8d8-82cc-46fb-a66a-21e3967849fb" providerId="ADAL" clId="{2B6BC85B-DFE4-4CB6-9C71-51033580EC75}" dt="2024-02-19T06:20:10.973" v="403" actId="27636"/>
        <pc:sldMkLst>
          <pc:docMk/>
          <pc:sldMk cId="1020557310" sldId="334"/>
        </pc:sldMkLst>
        <pc:spChg chg="mod">
          <ac:chgData name="Ben C L FUNG" userId="2bc1a8d8-82cc-46fb-a66a-21e3967849fb" providerId="ADAL" clId="{2B6BC85B-DFE4-4CB6-9C71-51033580EC75}" dt="2024-02-19T06:17:43.364" v="136" actId="20577"/>
          <ac:spMkLst>
            <pc:docMk/>
            <pc:sldMk cId="1020557310" sldId="334"/>
            <ac:spMk id="2" creationId="{57C00A85-25D5-1A2E-65C9-BCB8A0F24C2A}"/>
          </ac:spMkLst>
        </pc:spChg>
        <pc:spChg chg="mod">
          <ac:chgData name="Ben C L FUNG" userId="2bc1a8d8-82cc-46fb-a66a-21e3967849fb" providerId="ADAL" clId="{2B6BC85B-DFE4-4CB6-9C71-51033580EC75}" dt="2024-02-19T06:20:10.973" v="403" actId="27636"/>
          <ac:spMkLst>
            <pc:docMk/>
            <pc:sldMk cId="1020557310" sldId="334"/>
            <ac:spMk id="3" creationId="{A0247A74-3F9C-B8C0-7C2E-CB7445CD8B30}"/>
          </ac:spMkLst>
        </pc:spChg>
      </pc:sldChg>
      <pc:sldChg chg="addSp delSp modSp add mod modClrScheme chgLayout">
        <pc:chgData name="Ben C L FUNG" userId="2bc1a8d8-82cc-46fb-a66a-21e3967849fb" providerId="ADAL" clId="{2B6BC85B-DFE4-4CB6-9C71-51033580EC75}" dt="2024-02-19T06:29:47.402" v="915" actId="700"/>
        <pc:sldMkLst>
          <pc:docMk/>
          <pc:sldMk cId="1194717338" sldId="335"/>
        </pc:sldMkLst>
        <pc:spChg chg="mod ord">
          <ac:chgData name="Ben C L FUNG" userId="2bc1a8d8-82cc-46fb-a66a-21e3967849fb" providerId="ADAL" clId="{2B6BC85B-DFE4-4CB6-9C71-51033580EC75}" dt="2024-02-19T06:29:47.402" v="915" actId="700"/>
          <ac:spMkLst>
            <pc:docMk/>
            <pc:sldMk cId="1194717338" sldId="335"/>
            <ac:spMk id="2" creationId="{334422B5-42EF-C60C-F0CC-F4ABA921B068}"/>
          </ac:spMkLst>
        </pc:spChg>
        <pc:spChg chg="mod ord">
          <ac:chgData name="Ben C L FUNG" userId="2bc1a8d8-82cc-46fb-a66a-21e3967849fb" providerId="ADAL" clId="{2B6BC85B-DFE4-4CB6-9C71-51033580EC75}" dt="2024-02-19T06:29:47.402" v="915" actId="700"/>
          <ac:spMkLst>
            <pc:docMk/>
            <pc:sldMk cId="1194717338" sldId="335"/>
            <ac:spMk id="3" creationId="{0CD6BFD2-DC76-EE01-4088-550B00A23A90}"/>
          </ac:spMkLst>
        </pc:spChg>
        <pc:spChg chg="mod ord">
          <ac:chgData name="Ben C L FUNG" userId="2bc1a8d8-82cc-46fb-a66a-21e3967849fb" providerId="ADAL" clId="{2B6BC85B-DFE4-4CB6-9C71-51033580EC75}" dt="2024-02-19T06:29:47.402" v="915" actId="700"/>
          <ac:spMkLst>
            <pc:docMk/>
            <pc:sldMk cId="1194717338" sldId="335"/>
            <ac:spMk id="4" creationId="{D9B4F09D-0345-2929-5D5C-82F099DC4CC7}"/>
          </ac:spMkLst>
        </pc:spChg>
        <pc:spChg chg="add del mod ord">
          <ac:chgData name="Ben C L FUNG" userId="2bc1a8d8-82cc-46fb-a66a-21e3967849fb" providerId="ADAL" clId="{2B6BC85B-DFE4-4CB6-9C71-51033580EC75}" dt="2024-02-19T06:22:16.393" v="482" actId="700"/>
          <ac:spMkLst>
            <pc:docMk/>
            <pc:sldMk cId="1194717338" sldId="335"/>
            <ac:spMk id="5" creationId="{122AA3CA-C24C-807A-EDF4-13EB13D5D250}"/>
          </ac:spMkLst>
        </pc:spChg>
        <pc:spChg chg="add del mod ord">
          <ac:chgData name="Ben C L FUNG" userId="2bc1a8d8-82cc-46fb-a66a-21e3967849fb" providerId="ADAL" clId="{2B6BC85B-DFE4-4CB6-9C71-51033580EC75}" dt="2024-02-19T06:29:47.402" v="915" actId="700"/>
          <ac:spMkLst>
            <pc:docMk/>
            <pc:sldMk cId="1194717338" sldId="335"/>
            <ac:spMk id="6" creationId="{CACBED4F-F560-37BE-67E5-F5206E8EC813}"/>
          </ac:spMkLst>
        </pc:spChg>
      </pc:sldChg>
      <pc:sldChg chg="modSp add">
        <pc:chgData name="Ben C L FUNG" userId="2bc1a8d8-82cc-46fb-a66a-21e3967849fb" providerId="ADAL" clId="{2B6BC85B-DFE4-4CB6-9C71-51033580EC75}" dt="2024-02-19T06:24:10.954" v="607" actId="27636"/>
        <pc:sldMkLst>
          <pc:docMk/>
          <pc:sldMk cId="94855406" sldId="336"/>
        </pc:sldMkLst>
        <pc:spChg chg="mod">
          <ac:chgData name="Ben C L FUNG" userId="2bc1a8d8-82cc-46fb-a66a-21e3967849fb" providerId="ADAL" clId="{2B6BC85B-DFE4-4CB6-9C71-51033580EC75}" dt="2024-02-19T06:17:06.565" v="71" actId="20577"/>
          <ac:spMkLst>
            <pc:docMk/>
            <pc:sldMk cId="94855406" sldId="336"/>
            <ac:spMk id="2" creationId="{8488D63C-8CB6-49A8-9609-A66D37EC537C}"/>
          </ac:spMkLst>
        </pc:spChg>
        <pc:spChg chg="mod">
          <ac:chgData name="Ben C L FUNG" userId="2bc1a8d8-82cc-46fb-a66a-21e3967849fb" providerId="ADAL" clId="{2B6BC85B-DFE4-4CB6-9C71-51033580EC75}" dt="2024-02-19T06:24:10.954" v="607" actId="27636"/>
          <ac:spMkLst>
            <pc:docMk/>
            <pc:sldMk cId="94855406" sldId="336"/>
            <ac:spMk id="3" creationId="{E1645ECE-C988-D05E-C891-94AF60BA272E}"/>
          </ac:spMkLst>
        </pc:spChg>
      </pc:sldChg>
      <pc:sldChg chg="addSp delSp modSp new mod modClrScheme chgLayout">
        <pc:chgData name="Ben C L FUNG" userId="2bc1a8d8-82cc-46fb-a66a-21e3967849fb" providerId="ADAL" clId="{2B6BC85B-DFE4-4CB6-9C71-51033580EC75}" dt="2024-02-19T06:30:27.779" v="928" actId="27636"/>
        <pc:sldMkLst>
          <pc:docMk/>
          <pc:sldMk cId="1876464" sldId="337"/>
        </pc:sldMkLst>
        <pc:spChg chg="del mod ord">
          <ac:chgData name="Ben C L FUNG" userId="2bc1a8d8-82cc-46fb-a66a-21e3967849fb" providerId="ADAL" clId="{2B6BC85B-DFE4-4CB6-9C71-51033580EC75}" dt="2024-02-19T06:21:57.253" v="457" actId="700"/>
          <ac:spMkLst>
            <pc:docMk/>
            <pc:sldMk cId="1876464" sldId="337"/>
            <ac:spMk id="2" creationId="{633A4F2A-672C-4F8D-2AE8-DD43A1378A26}"/>
          </ac:spMkLst>
        </pc:spChg>
        <pc:spChg chg="del mod ord">
          <ac:chgData name="Ben C L FUNG" userId="2bc1a8d8-82cc-46fb-a66a-21e3967849fb" providerId="ADAL" clId="{2B6BC85B-DFE4-4CB6-9C71-51033580EC75}" dt="2024-02-19T06:21:57.253" v="457" actId="700"/>
          <ac:spMkLst>
            <pc:docMk/>
            <pc:sldMk cId="1876464" sldId="337"/>
            <ac:spMk id="3" creationId="{D8671CAD-F810-2DAC-5E35-0DFAE29EAE35}"/>
          </ac:spMkLst>
        </pc:spChg>
        <pc:spChg chg="del">
          <ac:chgData name="Ben C L FUNG" userId="2bc1a8d8-82cc-46fb-a66a-21e3967849fb" providerId="ADAL" clId="{2B6BC85B-DFE4-4CB6-9C71-51033580EC75}" dt="2024-02-19T06:21:57.253" v="457" actId="700"/>
          <ac:spMkLst>
            <pc:docMk/>
            <pc:sldMk cId="1876464" sldId="337"/>
            <ac:spMk id="4" creationId="{8FE29102-49E8-A79C-0CB0-A2769013CF7B}"/>
          </ac:spMkLst>
        </pc:spChg>
        <pc:spChg chg="mod ord">
          <ac:chgData name="Ben C L FUNG" userId="2bc1a8d8-82cc-46fb-a66a-21e3967849fb" providerId="ADAL" clId="{2B6BC85B-DFE4-4CB6-9C71-51033580EC75}" dt="2024-02-19T06:21:57.253" v="457" actId="700"/>
          <ac:spMkLst>
            <pc:docMk/>
            <pc:sldMk cId="1876464" sldId="337"/>
            <ac:spMk id="5" creationId="{C0BA3648-D74F-A6A7-7F74-49732420F589}"/>
          </ac:spMkLst>
        </pc:spChg>
        <pc:spChg chg="add mod ord">
          <ac:chgData name="Ben C L FUNG" userId="2bc1a8d8-82cc-46fb-a66a-21e3967849fb" providerId="ADAL" clId="{2B6BC85B-DFE4-4CB6-9C71-51033580EC75}" dt="2024-02-19T06:27:46.013" v="821" actId="20577"/>
          <ac:spMkLst>
            <pc:docMk/>
            <pc:sldMk cId="1876464" sldId="337"/>
            <ac:spMk id="6" creationId="{AF7434EE-241E-D32B-0BAA-0395A0D6AEF0}"/>
          </ac:spMkLst>
        </pc:spChg>
        <pc:spChg chg="add mod ord">
          <ac:chgData name="Ben C L FUNG" userId="2bc1a8d8-82cc-46fb-a66a-21e3967849fb" providerId="ADAL" clId="{2B6BC85B-DFE4-4CB6-9C71-51033580EC75}" dt="2024-02-19T06:30:27.779" v="928" actId="27636"/>
          <ac:spMkLst>
            <pc:docMk/>
            <pc:sldMk cId="1876464" sldId="337"/>
            <ac:spMk id="7" creationId="{AA533FC7-591E-CBA5-AAD3-84E63E98E4A6}"/>
          </ac:spMkLst>
        </pc:spChg>
      </pc:sldChg>
      <pc:sldChg chg="addSp delSp modSp new mod modClrScheme chgLayout">
        <pc:chgData name="Ben C L FUNG" userId="2bc1a8d8-82cc-46fb-a66a-21e3967849fb" providerId="ADAL" clId="{2B6BC85B-DFE4-4CB6-9C71-51033580EC75}" dt="2024-02-19T06:30:18.027" v="926" actId="20577"/>
        <pc:sldMkLst>
          <pc:docMk/>
          <pc:sldMk cId="278787628" sldId="338"/>
        </pc:sldMkLst>
        <pc:spChg chg="del mod ord">
          <ac:chgData name="Ben C L FUNG" userId="2bc1a8d8-82cc-46fb-a66a-21e3967849fb" providerId="ADAL" clId="{2B6BC85B-DFE4-4CB6-9C71-51033580EC75}" dt="2024-02-19T06:29:26.900" v="888" actId="700"/>
          <ac:spMkLst>
            <pc:docMk/>
            <pc:sldMk cId="278787628" sldId="338"/>
            <ac:spMk id="2" creationId="{2E65E3A7-880A-D79A-17A2-59992D76A51D}"/>
          </ac:spMkLst>
        </pc:spChg>
        <pc:spChg chg="del mod ord">
          <ac:chgData name="Ben C L FUNG" userId="2bc1a8d8-82cc-46fb-a66a-21e3967849fb" providerId="ADAL" clId="{2B6BC85B-DFE4-4CB6-9C71-51033580EC75}" dt="2024-02-19T06:29:26.900" v="888" actId="700"/>
          <ac:spMkLst>
            <pc:docMk/>
            <pc:sldMk cId="278787628" sldId="338"/>
            <ac:spMk id="3" creationId="{66E8E4DA-C893-7789-B946-9F055F1722FF}"/>
          </ac:spMkLst>
        </pc:spChg>
        <pc:spChg chg="del">
          <ac:chgData name="Ben C L FUNG" userId="2bc1a8d8-82cc-46fb-a66a-21e3967849fb" providerId="ADAL" clId="{2B6BC85B-DFE4-4CB6-9C71-51033580EC75}" dt="2024-02-19T06:29:26.900" v="888" actId="700"/>
          <ac:spMkLst>
            <pc:docMk/>
            <pc:sldMk cId="278787628" sldId="338"/>
            <ac:spMk id="4" creationId="{270B9DFB-4301-2D7E-C33A-9C9672A971C2}"/>
          </ac:spMkLst>
        </pc:spChg>
        <pc:spChg chg="mod ord">
          <ac:chgData name="Ben C L FUNG" userId="2bc1a8d8-82cc-46fb-a66a-21e3967849fb" providerId="ADAL" clId="{2B6BC85B-DFE4-4CB6-9C71-51033580EC75}" dt="2024-02-19T06:29:26.900" v="888" actId="700"/>
          <ac:spMkLst>
            <pc:docMk/>
            <pc:sldMk cId="278787628" sldId="338"/>
            <ac:spMk id="5" creationId="{10ABF01F-AA7B-4DA5-5F8C-93E5F48627F9}"/>
          </ac:spMkLst>
        </pc:spChg>
        <pc:spChg chg="add mod ord">
          <ac:chgData name="Ben C L FUNG" userId="2bc1a8d8-82cc-46fb-a66a-21e3967849fb" providerId="ADAL" clId="{2B6BC85B-DFE4-4CB6-9C71-51033580EC75}" dt="2024-02-19T06:29:42.891" v="914" actId="20577"/>
          <ac:spMkLst>
            <pc:docMk/>
            <pc:sldMk cId="278787628" sldId="338"/>
            <ac:spMk id="6" creationId="{49F4AFD0-01E5-B0A3-D2F7-8A249F61710B}"/>
          </ac:spMkLst>
        </pc:spChg>
        <pc:spChg chg="add mod ord">
          <ac:chgData name="Ben C L FUNG" userId="2bc1a8d8-82cc-46fb-a66a-21e3967849fb" providerId="ADAL" clId="{2B6BC85B-DFE4-4CB6-9C71-51033580EC75}" dt="2024-02-19T06:30:18.027" v="926" actId="20577"/>
          <ac:spMkLst>
            <pc:docMk/>
            <pc:sldMk cId="278787628" sldId="338"/>
            <ac:spMk id="7" creationId="{B41C5865-99F9-755D-C8A9-EF7B901FABAA}"/>
          </ac:spMkLst>
        </pc:spChg>
      </pc:sldChg>
      <pc:sldChg chg="modSp new">
        <pc:chgData name="Ben C L FUNG" userId="2bc1a8d8-82cc-46fb-a66a-21e3967849fb" providerId="ADAL" clId="{2B6BC85B-DFE4-4CB6-9C71-51033580EC75}" dt="2024-02-19T06:31:06.283" v="959" actId="20577"/>
        <pc:sldMkLst>
          <pc:docMk/>
          <pc:sldMk cId="680808747" sldId="339"/>
        </pc:sldMkLst>
        <pc:spChg chg="mod">
          <ac:chgData name="Ben C L FUNG" userId="2bc1a8d8-82cc-46fb-a66a-21e3967849fb" providerId="ADAL" clId="{2B6BC85B-DFE4-4CB6-9C71-51033580EC75}" dt="2024-02-19T06:31:06.283" v="959" actId="20577"/>
          <ac:spMkLst>
            <pc:docMk/>
            <pc:sldMk cId="680808747" sldId="339"/>
            <ac:spMk id="2" creationId="{8DD05F3D-D7D9-8C5C-C0FC-E7B6300CE02F}"/>
          </ac:spMkLst>
        </pc:spChg>
        <pc:spChg chg="mod">
          <ac:chgData name="Ben C L FUNG" userId="2bc1a8d8-82cc-46fb-a66a-21e3967849fb" providerId="ADAL" clId="{2B6BC85B-DFE4-4CB6-9C71-51033580EC75}" dt="2024-02-19T06:30:57.634" v="939" actId="20577"/>
          <ac:spMkLst>
            <pc:docMk/>
            <pc:sldMk cId="680808747" sldId="339"/>
            <ac:spMk id="3" creationId="{CF36EA11-0BBE-1564-39FA-52B0FB21C916}"/>
          </ac:spMkLst>
        </pc:spChg>
      </pc:sldChg>
      <pc:sldChg chg="modSp add del">
        <pc:chgData name="Ben C L FUNG" userId="2bc1a8d8-82cc-46fb-a66a-21e3967849fb" providerId="ADAL" clId="{2B6BC85B-DFE4-4CB6-9C71-51033580EC75}" dt="2024-02-19T06:29:33.201" v="891" actId="2696"/>
        <pc:sldMkLst>
          <pc:docMk/>
          <pc:sldMk cId="4240674101" sldId="339"/>
        </pc:sldMkLst>
        <pc:spChg chg="mod">
          <ac:chgData name="Ben C L FUNG" userId="2bc1a8d8-82cc-46fb-a66a-21e3967849fb" providerId="ADAL" clId="{2B6BC85B-DFE4-4CB6-9C71-51033580EC75}" dt="2024-02-19T06:29:32.927" v="890"/>
          <ac:spMkLst>
            <pc:docMk/>
            <pc:sldMk cId="4240674101" sldId="339"/>
            <ac:spMk id="2" creationId="{35A96964-3301-B435-5F29-BF95939731F9}"/>
          </ac:spMkLst>
        </pc:spChg>
      </pc:sldChg>
      <pc:sldChg chg="addSp delSp modSp add mod">
        <pc:chgData name="Ben C L FUNG" userId="2bc1a8d8-82cc-46fb-a66a-21e3967849fb" providerId="ADAL" clId="{2B6BC85B-DFE4-4CB6-9C71-51033580EC75}" dt="2024-02-19T06:41:28.790" v="1338" actId="20577"/>
        <pc:sldMkLst>
          <pc:docMk/>
          <pc:sldMk cId="4106383838" sldId="340"/>
        </pc:sldMkLst>
        <pc:spChg chg="mod">
          <ac:chgData name="Ben C L FUNG" userId="2bc1a8d8-82cc-46fb-a66a-21e3967849fb" providerId="ADAL" clId="{2B6BC85B-DFE4-4CB6-9C71-51033580EC75}" dt="2024-02-19T06:34:32.655" v="999" actId="20577"/>
          <ac:spMkLst>
            <pc:docMk/>
            <pc:sldMk cId="4106383838" sldId="340"/>
            <ac:spMk id="2" creationId="{FC8606B4-241F-522C-978E-46E52EEA4023}"/>
          </ac:spMkLst>
        </pc:spChg>
        <pc:spChg chg="mod">
          <ac:chgData name="Ben C L FUNG" userId="2bc1a8d8-82cc-46fb-a66a-21e3967849fb" providerId="ADAL" clId="{2B6BC85B-DFE4-4CB6-9C71-51033580EC75}" dt="2024-02-19T06:41:28.790" v="1338" actId="20577"/>
          <ac:spMkLst>
            <pc:docMk/>
            <pc:sldMk cId="4106383838" sldId="340"/>
            <ac:spMk id="3" creationId="{606F8730-221F-BE6D-F686-7DCDCA7A8A27}"/>
          </ac:spMkLst>
        </pc:spChg>
        <pc:graphicFrameChg chg="add del mod">
          <ac:chgData name="Ben C L FUNG" userId="2bc1a8d8-82cc-46fb-a66a-21e3967849fb" providerId="ADAL" clId="{2B6BC85B-DFE4-4CB6-9C71-51033580EC75}" dt="2024-02-19T06:40:51.291" v="1316" actId="21"/>
          <ac:graphicFrameMkLst>
            <pc:docMk/>
            <pc:sldMk cId="4106383838" sldId="340"/>
            <ac:graphicFrameMk id="5" creationId="{ACB3FD5C-CB5E-46D4-8F87-D12C09B51694}"/>
          </ac:graphicFrameMkLst>
        </pc:graphicFrameChg>
      </pc:sldChg>
      <pc:sldChg chg="addSp delSp modSp add mod modClrScheme chgLayout">
        <pc:chgData name="Ben C L FUNG" userId="2bc1a8d8-82cc-46fb-a66a-21e3967849fb" providerId="ADAL" clId="{2B6BC85B-DFE4-4CB6-9C71-51033580EC75}" dt="2024-02-19T06:34:24.101" v="984" actId="700"/>
        <pc:sldMkLst>
          <pc:docMk/>
          <pc:sldMk cId="2872317207" sldId="341"/>
        </pc:sldMkLst>
        <pc:spChg chg="mod ord">
          <ac:chgData name="Ben C L FUNG" userId="2bc1a8d8-82cc-46fb-a66a-21e3967849fb" providerId="ADAL" clId="{2B6BC85B-DFE4-4CB6-9C71-51033580EC75}" dt="2024-02-19T06:34:24.101" v="984" actId="700"/>
          <ac:spMkLst>
            <pc:docMk/>
            <pc:sldMk cId="2872317207" sldId="341"/>
            <ac:spMk id="2" creationId="{9A205070-ECEB-1CAD-7013-DF94F303917B}"/>
          </ac:spMkLst>
        </pc:spChg>
        <pc:spChg chg="del mod ord">
          <ac:chgData name="Ben C L FUNG" userId="2bc1a8d8-82cc-46fb-a66a-21e3967849fb" providerId="ADAL" clId="{2B6BC85B-DFE4-4CB6-9C71-51033580EC75}" dt="2024-02-19T06:34:24.101" v="984" actId="700"/>
          <ac:spMkLst>
            <pc:docMk/>
            <pc:sldMk cId="2872317207" sldId="341"/>
            <ac:spMk id="3" creationId="{370B4E7E-99CE-F793-E351-24C000D61F9B}"/>
          </ac:spMkLst>
        </pc:spChg>
        <pc:spChg chg="mod ord">
          <ac:chgData name="Ben C L FUNG" userId="2bc1a8d8-82cc-46fb-a66a-21e3967849fb" providerId="ADAL" clId="{2B6BC85B-DFE4-4CB6-9C71-51033580EC75}" dt="2024-02-19T06:34:24.101" v="984" actId="700"/>
          <ac:spMkLst>
            <pc:docMk/>
            <pc:sldMk cId="2872317207" sldId="341"/>
            <ac:spMk id="4" creationId="{D2357828-113B-B9DD-DBF4-F404D5561984}"/>
          </ac:spMkLst>
        </pc:spChg>
        <pc:spChg chg="add mod ord">
          <ac:chgData name="Ben C L FUNG" userId="2bc1a8d8-82cc-46fb-a66a-21e3967849fb" providerId="ADAL" clId="{2B6BC85B-DFE4-4CB6-9C71-51033580EC75}" dt="2024-02-19T06:34:24.101" v="984" actId="700"/>
          <ac:spMkLst>
            <pc:docMk/>
            <pc:sldMk cId="2872317207" sldId="341"/>
            <ac:spMk id="5" creationId="{014F4E17-87D6-681E-4A0F-DDB00FF7A761}"/>
          </ac:spMkLst>
        </pc:spChg>
      </pc:sldChg>
      <pc:sldChg chg="modSp add">
        <pc:chgData name="Ben C L FUNG" userId="2bc1a8d8-82cc-46fb-a66a-21e3967849fb" providerId="ADAL" clId="{2B6BC85B-DFE4-4CB6-9C71-51033580EC75}" dt="2024-02-19T07:23:33.543" v="2145" actId="20577"/>
        <pc:sldMkLst>
          <pc:docMk/>
          <pc:sldMk cId="857782650" sldId="342"/>
        </pc:sldMkLst>
        <pc:spChg chg="mod">
          <ac:chgData name="Ben C L FUNG" userId="2bc1a8d8-82cc-46fb-a66a-21e3967849fb" providerId="ADAL" clId="{2B6BC85B-DFE4-4CB6-9C71-51033580EC75}" dt="2024-02-19T06:34:44.863" v="1028" actId="20577"/>
          <ac:spMkLst>
            <pc:docMk/>
            <pc:sldMk cId="857782650" sldId="342"/>
            <ac:spMk id="2" creationId="{A18A6792-85B3-AB3E-9DA6-69E3928223EC}"/>
          </ac:spMkLst>
        </pc:spChg>
        <pc:spChg chg="mod">
          <ac:chgData name="Ben C L FUNG" userId="2bc1a8d8-82cc-46fb-a66a-21e3967849fb" providerId="ADAL" clId="{2B6BC85B-DFE4-4CB6-9C71-51033580EC75}" dt="2024-02-19T07:23:33.543" v="2145" actId="20577"/>
          <ac:spMkLst>
            <pc:docMk/>
            <pc:sldMk cId="857782650" sldId="342"/>
            <ac:spMk id="3" creationId="{4398D543-FC60-B3AD-69E3-B51C025D4F4C}"/>
          </ac:spMkLst>
        </pc:spChg>
      </pc:sldChg>
      <pc:sldChg chg="modSp add">
        <pc:chgData name="Ben C L FUNG" userId="2bc1a8d8-82cc-46fb-a66a-21e3967849fb" providerId="ADAL" clId="{2B6BC85B-DFE4-4CB6-9C71-51033580EC75}" dt="2024-02-19T06:48:50.557" v="1844" actId="20577"/>
        <pc:sldMkLst>
          <pc:docMk/>
          <pc:sldMk cId="1954623271" sldId="343"/>
        </pc:sldMkLst>
        <pc:spChg chg="mod">
          <ac:chgData name="Ben C L FUNG" userId="2bc1a8d8-82cc-46fb-a66a-21e3967849fb" providerId="ADAL" clId="{2B6BC85B-DFE4-4CB6-9C71-51033580EC75}" dt="2024-02-19T06:34:53.927" v="1050" actId="20577"/>
          <ac:spMkLst>
            <pc:docMk/>
            <pc:sldMk cId="1954623271" sldId="343"/>
            <ac:spMk id="2" creationId="{863E258D-2C4C-D379-1DDA-2EE11743D888}"/>
          </ac:spMkLst>
        </pc:spChg>
        <pc:spChg chg="mod">
          <ac:chgData name="Ben C L FUNG" userId="2bc1a8d8-82cc-46fb-a66a-21e3967849fb" providerId="ADAL" clId="{2B6BC85B-DFE4-4CB6-9C71-51033580EC75}" dt="2024-02-19T06:48:50.557" v="1844" actId="20577"/>
          <ac:spMkLst>
            <pc:docMk/>
            <pc:sldMk cId="1954623271" sldId="343"/>
            <ac:spMk id="3" creationId="{152069DA-62BE-9079-16DD-3791D6B67B33}"/>
          </ac:spMkLst>
        </pc:spChg>
      </pc:sldChg>
      <pc:sldChg chg="modSp add">
        <pc:chgData name="Ben C L FUNG" userId="2bc1a8d8-82cc-46fb-a66a-21e3967849fb" providerId="ADAL" clId="{2B6BC85B-DFE4-4CB6-9C71-51033580EC75}" dt="2024-02-19T06:46:20.939" v="1639" actId="20577"/>
        <pc:sldMkLst>
          <pc:docMk/>
          <pc:sldMk cId="3320428228" sldId="344"/>
        </pc:sldMkLst>
        <pc:spChg chg="mod">
          <ac:chgData name="Ben C L FUNG" userId="2bc1a8d8-82cc-46fb-a66a-21e3967849fb" providerId="ADAL" clId="{2B6BC85B-DFE4-4CB6-9C71-51033580EC75}" dt="2024-02-19T06:35:08.808" v="1082" actId="20577"/>
          <ac:spMkLst>
            <pc:docMk/>
            <pc:sldMk cId="3320428228" sldId="344"/>
            <ac:spMk id="2" creationId="{67028799-FF8F-AF5F-A3FA-6BC248586C4C}"/>
          </ac:spMkLst>
        </pc:spChg>
        <pc:spChg chg="mod">
          <ac:chgData name="Ben C L FUNG" userId="2bc1a8d8-82cc-46fb-a66a-21e3967849fb" providerId="ADAL" clId="{2B6BC85B-DFE4-4CB6-9C71-51033580EC75}" dt="2024-02-19T06:46:20.939" v="1639" actId="20577"/>
          <ac:spMkLst>
            <pc:docMk/>
            <pc:sldMk cId="3320428228" sldId="344"/>
            <ac:spMk id="3" creationId="{1C829DA6-AF9A-2978-F3B9-F28D395E4976}"/>
          </ac:spMkLst>
        </pc:spChg>
      </pc:sldChg>
      <pc:sldChg chg="addSp delSp modSp new">
        <pc:chgData name="Ben C L FUNG" userId="2bc1a8d8-82cc-46fb-a66a-21e3967849fb" providerId="ADAL" clId="{2B6BC85B-DFE4-4CB6-9C71-51033580EC75}" dt="2024-02-19T07:31:54.848" v="2681" actId="1076"/>
        <pc:sldMkLst>
          <pc:docMk/>
          <pc:sldMk cId="1425210386" sldId="345"/>
        </pc:sldMkLst>
        <pc:spChg chg="mod">
          <ac:chgData name="Ben C L FUNG" userId="2bc1a8d8-82cc-46fb-a66a-21e3967849fb" providerId="ADAL" clId="{2B6BC85B-DFE4-4CB6-9C71-51033580EC75}" dt="2024-02-19T06:43:20.722" v="1443" actId="6549"/>
          <ac:spMkLst>
            <pc:docMk/>
            <pc:sldMk cId="1425210386" sldId="345"/>
            <ac:spMk id="2" creationId="{7B2E0BC8-6E2C-A062-78A0-464C1F22F8D1}"/>
          </ac:spMkLst>
        </pc:spChg>
        <pc:spChg chg="del">
          <ac:chgData name="Ben C L FUNG" userId="2bc1a8d8-82cc-46fb-a66a-21e3967849fb" providerId="ADAL" clId="{2B6BC85B-DFE4-4CB6-9C71-51033580EC75}" dt="2024-02-19T06:40:56.738" v="1318"/>
          <ac:spMkLst>
            <pc:docMk/>
            <pc:sldMk cId="1425210386" sldId="345"/>
            <ac:spMk id="3" creationId="{3F5E2EA7-A39E-F90B-79CE-971F7FD6711D}"/>
          </ac:spMkLst>
        </pc:spChg>
        <pc:graphicFrameChg chg="add mod">
          <ac:chgData name="Ben C L FUNG" userId="2bc1a8d8-82cc-46fb-a66a-21e3967849fb" providerId="ADAL" clId="{2B6BC85B-DFE4-4CB6-9C71-51033580EC75}" dt="2024-02-19T07:31:54.848" v="2681" actId="1076"/>
          <ac:graphicFrameMkLst>
            <pc:docMk/>
            <pc:sldMk cId="1425210386" sldId="345"/>
            <ac:graphicFrameMk id="5" creationId="{ACB3FD5C-CB5E-46D4-8F87-D12C09B51694}"/>
          </ac:graphicFrameMkLst>
        </pc:graphicFrameChg>
      </pc:sldChg>
      <pc:sldChg chg="addSp delSp modSp new mod ord">
        <pc:chgData name="Ben C L FUNG" userId="2bc1a8d8-82cc-46fb-a66a-21e3967849fb" providerId="ADAL" clId="{2B6BC85B-DFE4-4CB6-9C71-51033580EC75}" dt="2024-02-19T06:53:04.715" v="1969"/>
        <pc:sldMkLst>
          <pc:docMk/>
          <pc:sldMk cId="3542340177" sldId="346"/>
        </pc:sldMkLst>
        <pc:spChg chg="mod">
          <ac:chgData name="Ben C L FUNG" userId="2bc1a8d8-82cc-46fb-a66a-21e3967849fb" providerId="ADAL" clId="{2B6BC85B-DFE4-4CB6-9C71-51033580EC75}" dt="2024-02-19T06:52:21.584" v="1954" actId="20577"/>
          <ac:spMkLst>
            <pc:docMk/>
            <pc:sldMk cId="3542340177" sldId="346"/>
            <ac:spMk id="2" creationId="{C532E4E6-1F9C-4769-9FE7-B924B6C50F00}"/>
          </ac:spMkLst>
        </pc:spChg>
        <pc:spChg chg="del">
          <ac:chgData name="Ben C L FUNG" userId="2bc1a8d8-82cc-46fb-a66a-21e3967849fb" providerId="ADAL" clId="{2B6BC85B-DFE4-4CB6-9C71-51033580EC75}" dt="2024-02-19T06:51:32.864" v="1900"/>
          <ac:spMkLst>
            <pc:docMk/>
            <pc:sldMk cId="3542340177" sldId="346"/>
            <ac:spMk id="3" creationId="{60B88C52-581D-D86B-8084-E25B3BB7A74C}"/>
          </ac:spMkLst>
        </pc:spChg>
        <pc:spChg chg="add mod">
          <ac:chgData name="Ben C L FUNG" userId="2bc1a8d8-82cc-46fb-a66a-21e3967849fb" providerId="ADAL" clId="{2B6BC85B-DFE4-4CB6-9C71-51033580EC75}" dt="2024-02-19T06:52:39.506" v="1966" actId="1076"/>
          <ac:spMkLst>
            <pc:docMk/>
            <pc:sldMk cId="3542340177" sldId="346"/>
            <ac:spMk id="6" creationId="{356089EB-3DC6-C4C9-5400-A6AA229C0B78}"/>
          </ac:spMkLst>
        </pc:spChg>
        <pc:spChg chg="add del">
          <ac:chgData name="Ben C L FUNG" userId="2bc1a8d8-82cc-46fb-a66a-21e3967849fb" providerId="ADAL" clId="{2B6BC85B-DFE4-4CB6-9C71-51033580EC75}" dt="2024-02-19T06:52:45.068" v="1968" actId="22"/>
          <ac:spMkLst>
            <pc:docMk/>
            <pc:sldMk cId="3542340177" sldId="346"/>
            <ac:spMk id="8" creationId="{E62172E1-81D0-8F5B-8992-47ACDEBD2BE7}"/>
          </ac:spMkLst>
        </pc:spChg>
        <pc:picChg chg="add mod">
          <ac:chgData name="Ben C L FUNG" userId="2bc1a8d8-82cc-46fb-a66a-21e3967849fb" providerId="ADAL" clId="{2B6BC85B-DFE4-4CB6-9C71-51033580EC75}" dt="2024-02-19T06:52:36.481" v="1965" actId="1076"/>
          <ac:picMkLst>
            <pc:docMk/>
            <pc:sldMk cId="3542340177" sldId="346"/>
            <ac:picMk id="1026" creationId="{BCD6959B-3EF6-A08F-753A-ECA33951F274}"/>
          </ac:picMkLst>
        </pc:picChg>
      </pc:sldChg>
      <pc:sldChg chg="modSp add del">
        <pc:chgData name="Ben C L FUNG" userId="2bc1a8d8-82cc-46fb-a66a-21e3967849fb" providerId="ADAL" clId="{2B6BC85B-DFE4-4CB6-9C71-51033580EC75}" dt="2024-02-19T07:25:06.837" v="2232" actId="2696"/>
        <pc:sldMkLst>
          <pc:docMk/>
          <pc:sldMk cId="3181839333" sldId="347"/>
        </pc:sldMkLst>
        <pc:spChg chg="mod">
          <ac:chgData name="Ben C L FUNG" userId="2bc1a8d8-82cc-46fb-a66a-21e3967849fb" providerId="ADAL" clId="{2B6BC85B-DFE4-4CB6-9C71-51033580EC75}" dt="2024-02-19T07:21:43.473" v="1970"/>
          <ac:spMkLst>
            <pc:docMk/>
            <pc:sldMk cId="3181839333" sldId="347"/>
            <ac:spMk id="2" creationId="{B56FCEEC-AD14-D7C5-BFEC-DCF6B3A89065}"/>
          </ac:spMkLst>
        </pc:spChg>
      </pc:sldChg>
      <pc:sldChg chg="modSp new">
        <pc:chgData name="Ben C L FUNG" userId="2bc1a8d8-82cc-46fb-a66a-21e3967849fb" providerId="ADAL" clId="{2B6BC85B-DFE4-4CB6-9C71-51033580EC75}" dt="2024-02-19T07:30:49.324" v="2668" actId="20577"/>
        <pc:sldMkLst>
          <pc:docMk/>
          <pc:sldMk cId="190346030" sldId="348"/>
        </pc:sldMkLst>
        <pc:spChg chg="mod">
          <ac:chgData name="Ben C L FUNG" userId="2bc1a8d8-82cc-46fb-a66a-21e3967849fb" providerId="ADAL" clId="{2B6BC85B-DFE4-4CB6-9C71-51033580EC75}" dt="2024-02-19T07:25:26.167" v="2272" actId="20577"/>
          <ac:spMkLst>
            <pc:docMk/>
            <pc:sldMk cId="190346030" sldId="348"/>
            <ac:spMk id="2" creationId="{7E54E462-092B-E30F-E5AD-6961FA938C44}"/>
          </ac:spMkLst>
        </pc:spChg>
        <pc:spChg chg="mod">
          <ac:chgData name="Ben C L FUNG" userId="2bc1a8d8-82cc-46fb-a66a-21e3967849fb" providerId="ADAL" clId="{2B6BC85B-DFE4-4CB6-9C71-51033580EC75}" dt="2024-02-19T07:30:49.324" v="2668" actId="20577"/>
          <ac:spMkLst>
            <pc:docMk/>
            <pc:sldMk cId="190346030" sldId="348"/>
            <ac:spMk id="3" creationId="{1CB2C444-3B8C-7726-4606-90C3AE1E2098}"/>
          </ac:spMkLst>
        </pc:spChg>
      </pc:sldChg>
      <pc:sldChg chg="modSp add del">
        <pc:chgData name="Ben C L FUNG" userId="2bc1a8d8-82cc-46fb-a66a-21e3967849fb" providerId="ADAL" clId="{2B6BC85B-DFE4-4CB6-9C71-51033580EC75}" dt="2024-02-19T07:23:31.974" v="2143" actId="2696"/>
        <pc:sldMkLst>
          <pc:docMk/>
          <pc:sldMk cId="236934704" sldId="349"/>
        </pc:sldMkLst>
        <pc:spChg chg="mod">
          <ac:chgData name="Ben C L FUNG" userId="2bc1a8d8-82cc-46fb-a66a-21e3967849fb" providerId="ADAL" clId="{2B6BC85B-DFE4-4CB6-9C71-51033580EC75}" dt="2024-02-19T07:23:31.638" v="2142" actId="27636"/>
          <ac:spMkLst>
            <pc:docMk/>
            <pc:sldMk cId="236934704" sldId="349"/>
            <ac:spMk id="2" creationId="{1F862429-8BAF-DA07-77F0-26A3EB62C0B4}"/>
          </ac:spMkLst>
        </pc:spChg>
      </pc:sldChg>
      <pc:sldChg chg="modSp add">
        <pc:chgData name="Ben C L FUNG" userId="2bc1a8d8-82cc-46fb-a66a-21e3967849fb" providerId="ADAL" clId="{2B6BC85B-DFE4-4CB6-9C71-51033580EC75}" dt="2024-02-19T07:24:06.199" v="2162" actId="14"/>
        <pc:sldMkLst>
          <pc:docMk/>
          <pc:sldMk cId="1550252136" sldId="350"/>
        </pc:sldMkLst>
        <pc:spChg chg="mod">
          <ac:chgData name="Ben C L FUNG" userId="2bc1a8d8-82cc-46fb-a66a-21e3967849fb" providerId="ADAL" clId="{2B6BC85B-DFE4-4CB6-9C71-51033580EC75}" dt="2024-02-19T07:23:59.351" v="2157" actId="6549"/>
          <ac:spMkLst>
            <pc:docMk/>
            <pc:sldMk cId="1550252136" sldId="350"/>
            <ac:spMk id="2" creationId="{609CF4B5-0205-634C-8720-57D9B2EAE8CF}"/>
          </ac:spMkLst>
        </pc:spChg>
        <pc:spChg chg="mod">
          <ac:chgData name="Ben C L FUNG" userId="2bc1a8d8-82cc-46fb-a66a-21e3967849fb" providerId="ADAL" clId="{2B6BC85B-DFE4-4CB6-9C71-51033580EC75}" dt="2024-02-19T07:24:06.199" v="2162" actId="14"/>
          <ac:spMkLst>
            <pc:docMk/>
            <pc:sldMk cId="1550252136" sldId="350"/>
            <ac:spMk id="3" creationId="{7D6C336A-C568-DD39-D21B-43FCA9DE89AE}"/>
          </ac:spMkLst>
        </pc:spChg>
      </pc:sldChg>
      <pc:sldChg chg="modSp add">
        <pc:chgData name="Ben C L FUNG" userId="2bc1a8d8-82cc-46fb-a66a-21e3967849fb" providerId="ADAL" clId="{2B6BC85B-DFE4-4CB6-9C71-51033580EC75}" dt="2024-02-19T07:24:55.623" v="2231" actId="20577"/>
        <pc:sldMkLst>
          <pc:docMk/>
          <pc:sldMk cId="2306905342" sldId="351"/>
        </pc:sldMkLst>
        <pc:spChg chg="mod">
          <ac:chgData name="Ben C L FUNG" userId="2bc1a8d8-82cc-46fb-a66a-21e3967849fb" providerId="ADAL" clId="{2B6BC85B-DFE4-4CB6-9C71-51033580EC75}" dt="2024-02-19T07:23:37.736" v="2148" actId="27636"/>
          <ac:spMkLst>
            <pc:docMk/>
            <pc:sldMk cId="2306905342" sldId="351"/>
            <ac:spMk id="2" creationId="{4F9875E2-89E0-F430-6D91-52F151D8AB42}"/>
          </ac:spMkLst>
        </pc:spChg>
        <pc:spChg chg="mod">
          <ac:chgData name="Ben C L FUNG" userId="2bc1a8d8-82cc-46fb-a66a-21e3967849fb" providerId="ADAL" clId="{2B6BC85B-DFE4-4CB6-9C71-51033580EC75}" dt="2024-02-19T07:24:55.623" v="2231" actId="20577"/>
          <ac:spMkLst>
            <pc:docMk/>
            <pc:sldMk cId="2306905342" sldId="351"/>
            <ac:spMk id="3" creationId="{EC490CA2-E204-0FBF-245E-62590AFEC8FB}"/>
          </ac:spMkLst>
        </pc:spChg>
      </pc:sldChg>
      <pc:sldChg chg="modSp add">
        <pc:chgData name="Ben C L FUNG" userId="2bc1a8d8-82cc-46fb-a66a-21e3967849fb" providerId="ADAL" clId="{2B6BC85B-DFE4-4CB6-9C71-51033580EC75}" dt="2024-02-19T07:23:47.030" v="2156" actId="20577"/>
        <pc:sldMkLst>
          <pc:docMk/>
          <pc:sldMk cId="2772692594" sldId="352"/>
        </pc:sldMkLst>
        <pc:spChg chg="mod">
          <ac:chgData name="Ben C L FUNG" userId="2bc1a8d8-82cc-46fb-a66a-21e3967849fb" providerId="ADAL" clId="{2B6BC85B-DFE4-4CB6-9C71-51033580EC75}" dt="2024-02-19T07:23:47.030" v="2156" actId="20577"/>
          <ac:spMkLst>
            <pc:docMk/>
            <pc:sldMk cId="2772692594" sldId="352"/>
            <ac:spMk id="2" creationId="{6BE6C20A-BFE9-BEA4-D80C-BBDE22F580E0}"/>
          </ac:spMkLst>
        </pc:spChg>
      </pc:sldChg>
    </pc:docChg>
  </pc:docChgLst>
  <pc:docChgLst>
    <pc:chgData name="Ben C L FUNG" userId="2bc1a8d8-82cc-46fb-a66a-21e3967849fb" providerId="ADAL" clId="{45106992-ACC4-415E-A83B-5F9C9C679F62}"/>
    <pc:docChg chg="undo custSel addSld delSld modSld sldOrd">
      <pc:chgData name="Ben C L FUNG" userId="2bc1a8d8-82cc-46fb-a66a-21e3967849fb" providerId="ADAL" clId="{45106992-ACC4-415E-A83B-5F9C9C679F62}" dt="2023-01-11T15:57:10.544" v="995" actId="47"/>
      <pc:docMkLst>
        <pc:docMk/>
      </pc:docMkLst>
      <pc:sldChg chg="modSp mod">
        <pc:chgData name="Ben C L FUNG" userId="2bc1a8d8-82cc-46fb-a66a-21e3967849fb" providerId="ADAL" clId="{45106992-ACC4-415E-A83B-5F9C9C679F62}" dt="2023-01-11T13:23:31.601" v="50" actId="20577"/>
        <pc:sldMkLst>
          <pc:docMk/>
          <pc:sldMk cId="2368919398" sldId="259"/>
        </pc:sldMkLst>
        <pc:spChg chg="mod">
          <ac:chgData name="Ben C L FUNG" userId="2bc1a8d8-82cc-46fb-a66a-21e3967849fb" providerId="ADAL" clId="{45106992-ACC4-415E-A83B-5F9C9C679F62}" dt="2023-01-11T13:23:31.601" v="50" actId="20577"/>
          <ac:spMkLst>
            <pc:docMk/>
            <pc:sldMk cId="2368919398" sldId="259"/>
            <ac:spMk id="5123" creationId="{00000000-0000-0000-0000-000000000000}"/>
          </ac:spMkLst>
        </pc:spChg>
      </pc:sldChg>
      <pc:sldChg chg="addSp delSp modSp mod">
        <pc:chgData name="Ben C L FUNG" userId="2bc1a8d8-82cc-46fb-a66a-21e3967849fb" providerId="ADAL" clId="{45106992-ACC4-415E-A83B-5F9C9C679F62}" dt="2023-01-11T15:53:34.549" v="926" actId="27636"/>
        <pc:sldMkLst>
          <pc:docMk/>
          <pc:sldMk cId="4084542955" sldId="261"/>
        </pc:sldMkLst>
        <pc:spChg chg="mod">
          <ac:chgData name="Ben C L FUNG" userId="2bc1a8d8-82cc-46fb-a66a-21e3967849fb" providerId="ADAL" clId="{45106992-ACC4-415E-A83B-5F9C9C679F62}" dt="2023-01-11T15:28:31.703" v="592"/>
          <ac:spMkLst>
            <pc:docMk/>
            <pc:sldMk cId="4084542955" sldId="261"/>
            <ac:spMk id="2" creationId="{00000000-0000-0000-0000-000000000000}"/>
          </ac:spMkLst>
        </pc:spChg>
        <pc:spChg chg="add del mod">
          <ac:chgData name="Ben C L FUNG" userId="2bc1a8d8-82cc-46fb-a66a-21e3967849fb" providerId="ADAL" clId="{45106992-ACC4-415E-A83B-5F9C9C679F62}" dt="2023-01-11T15:28:31.703" v="592"/>
          <ac:spMkLst>
            <pc:docMk/>
            <pc:sldMk cId="4084542955" sldId="261"/>
            <ac:spMk id="3" creationId="{2A170D39-D0CC-8CF0-1FC1-68A9B34F69B0}"/>
          </ac:spMkLst>
        </pc:spChg>
        <pc:spChg chg="add del mod">
          <ac:chgData name="Ben C L FUNG" userId="2bc1a8d8-82cc-46fb-a66a-21e3967849fb" providerId="ADAL" clId="{45106992-ACC4-415E-A83B-5F9C9C679F62}" dt="2023-01-11T15:28:31.703" v="592"/>
          <ac:spMkLst>
            <pc:docMk/>
            <pc:sldMk cId="4084542955" sldId="261"/>
            <ac:spMk id="4" creationId="{7189C799-C2AB-03DC-42C2-E31BA8465642}"/>
          </ac:spMkLst>
        </pc:spChg>
        <pc:spChg chg="add del mod">
          <ac:chgData name="Ben C L FUNG" userId="2bc1a8d8-82cc-46fb-a66a-21e3967849fb" providerId="ADAL" clId="{45106992-ACC4-415E-A83B-5F9C9C679F62}" dt="2023-01-11T15:28:31.703" v="592"/>
          <ac:spMkLst>
            <pc:docMk/>
            <pc:sldMk cId="4084542955" sldId="261"/>
            <ac:spMk id="5" creationId="{D8614BE2-1212-70F4-A429-04283374A722}"/>
          </ac:spMkLst>
        </pc:spChg>
        <pc:spChg chg="mod">
          <ac:chgData name="Ben C L FUNG" userId="2bc1a8d8-82cc-46fb-a66a-21e3967849fb" providerId="ADAL" clId="{45106992-ACC4-415E-A83B-5F9C9C679F62}" dt="2023-01-11T15:53:12.586" v="912" actId="20577"/>
          <ac:spMkLst>
            <pc:docMk/>
            <pc:sldMk cId="4084542955" sldId="261"/>
            <ac:spMk id="7170" creationId="{00000000-0000-0000-0000-000000000000}"/>
          </ac:spMkLst>
        </pc:spChg>
        <pc:spChg chg="mod">
          <ac:chgData name="Ben C L FUNG" userId="2bc1a8d8-82cc-46fb-a66a-21e3967849fb" providerId="ADAL" clId="{45106992-ACC4-415E-A83B-5F9C9C679F62}" dt="2023-01-11T15:53:34.549" v="926" actId="27636"/>
          <ac:spMkLst>
            <pc:docMk/>
            <pc:sldMk cId="4084542955" sldId="261"/>
            <ac:spMk id="7171" creationId="{00000000-0000-0000-0000-000000000000}"/>
          </ac:spMkLst>
        </pc:spChg>
      </pc:sldChg>
      <pc:sldChg chg="addSp delSp modSp del mod modClrScheme chgLayout">
        <pc:chgData name="Ben C L FUNG" userId="2bc1a8d8-82cc-46fb-a66a-21e3967849fb" providerId="ADAL" clId="{45106992-ACC4-415E-A83B-5F9C9C679F62}" dt="2023-01-11T15:30:26.282" v="609" actId="47"/>
        <pc:sldMkLst>
          <pc:docMk/>
          <pc:sldMk cId="89821447" sldId="262"/>
        </pc:sldMkLst>
        <pc:spChg chg="mod ord">
          <ac:chgData name="Ben C L FUNG" userId="2bc1a8d8-82cc-46fb-a66a-21e3967849fb" providerId="ADAL" clId="{45106992-ACC4-415E-A83B-5F9C9C679F62}" dt="2023-01-11T15:30:05.833" v="607" actId="700"/>
          <ac:spMkLst>
            <pc:docMk/>
            <pc:sldMk cId="89821447" sldId="262"/>
            <ac:spMk id="2" creationId="{00000000-0000-0000-0000-000000000000}"/>
          </ac:spMkLst>
        </pc:spChg>
        <pc:spChg chg="add del mod">
          <ac:chgData name="Ben C L FUNG" userId="2bc1a8d8-82cc-46fb-a66a-21e3967849fb" providerId="ADAL" clId="{45106992-ACC4-415E-A83B-5F9C9C679F62}" dt="2023-01-11T15:30:02.474" v="606"/>
          <ac:spMkLst>
            <pc:docMk/>
            <pc:sldMk cId="89821447" sldId="262"/>
            <ac:spMk id="3" creationId="{E37E9D8C-D415-5610-8132-CE6B3B230CFD}"/>
          </ac:spMkLst>
        </pc:spChg>
        <pc:spChg chg="add del mod ord">
          <ac:chgData name="Ben C L FUNG" userId="2bc1a8d8-82cc-46fb-a66a-21e3967849fb" providerId="ADAL" clId="{45106992-ACC4-415E-A83B-5F9C9C679F62}" dt="2023-01-11T15:30:09.511" v="608" actId="478"/>
          <ac:spMkLst>
            <pc:docMk/>
            <pc:sldMk cId="89821447" sldId="262"/>
            <ac:spMk id="4" creationId="{A830804B-A665-FB4F-4920-4E057B8AFB6B}"/>
          </ac:spMkLst>
        </pc:spChg>
        <pc:spChg chg="mod ord">
          <ac:chgData name="Ben C L FUNG" userId="2bc1a8d8-82cc-46fb-a66a-21e3967849fb" providerId="ADAL" clId="{45106992-ACC4-415E-A83B-5F9C9C679F62}" dt="2023-01-11T15:30:05.833" v="607" actId="700"/>
          <ac:spMkLst>
            <pc:docMk/>
            <pc:sldMk cId="89821447" sldId="262"/>
            <ac:spMk id="8194" creationId="{00000000-0000-0000-0000-000000000000}"/>
          </ac:spMkLst>
        </pc:spChg>
      </pc:sldChg>
      <pc:sldChg chg="ord">
        <pc:chgData name="Ben C L FUNG" userId="2bc1a8d8-82cc-46fb-a66a-21e3967849fb" providerId="ADAL" clId="{45106992-ACC4-415E-A83B-5F9C9C679F62}" dt="2023-01-11T15:33:51.142" v="657"/>
        <pc:sldMkLst>
          <pc:docMk/>
          <pc:sldMk cId="2062806213" sldId="266"/>
        </pc:sldMkLst>
      </pc:sldChg>
      <pc:sldChg chg="addSp delSp modSp mod modClrScheme chgLayout">
        <pc:chgData name="Ben C L FUNG" userId="2bc1a8d8-82cc-46fb-a66a-21e3967849fb" providerId="ADAL" clId="{45106992-ACC4-415E-A83B-5F9C9C679F62}" dt="2023-01-11T15:45:25.296" v="715" actId="20577"/>
        <pc:sldMkLst>
          <pc:docMk/>
          <pc:sldMk cId="1637506441" sldId="267"/>
        </pc:sldMkLst>
        <pc:spChg chg="mod ord">
          <ac:chgData name="Ben C L FUNG" userId="2bc1a8d8-82cc-46fb-a66a-21e3967849fb" providerId="ADAL" clId="{45106992-ACC4-415E-A83B-5F9C9C679F62}" dt="2023-01-11T15:31:07.491" v="611" actId="700"/>
          <ac:spMkLst>
            <pc:docMk/>
            <pc:sldMk cId="1637506441" sldId="267"/>
            <ac:spMk id="2" creationId="{00000000-0000-0000-0000-000000000000}"/>
          </ac:spMkLst>
        </pc:spChg>
        <pc:spChg chg="add del mod">
          <ac:chgData name="Ben C L FUNG" userId="2bc1a8d8-82cc-46fb-a66a-21e3967849fb" providerId="ADAL" clId="{45106992-ACC4-415E-A83B-5F9C9C679F62}" dt="2023-01-11T15:29:30.743" v="605"/>
          <ac:spMkLst>
            <pc:docMk/>
            <pc:sldMk cId="1637506441" sldId="267"/>
            <ac:spMk id="3" creationId="{66F11224-BA38-EDC1-B4F2-286DABD00D23}"/>
          </ac:spMkLst>
        </pc:spChg>
        <pc:spChg chg="add del mod">
          <ac:chgData name="Ben C L FUNG" userId="2bc1a8d8-82cc-46fb-a66a-21e3967849fb" providerId="ADAL" clId="{45106992-ACC4-415E-A83B-5F9C9C679F62}" dt="2023-01-11T15:29:30.743" v="605"/>
          <ac:spMkLst>
            <pc:docMk/>
            <pc:sldMk cId="1637506441" sldId="267"/>
            <ac:spMk id="4" creationId="{1CB22F27-418B-A706-D963-4E78D001562F}"/>
          </ac:spMkLst>
        </pc:spChg>
        <pc:spChg chg="add del mod">
          <ac:chgData name="Ben C L FUNG" userId="2bc1a8d8-82cc-46fb-a66a-21e3967849fb" providerId="ADAL" clId="{45106992-ACC4-415E-A83B-5F9C9C679F62}" dt="2023-01-11T15:29:30.743" v="605"/>
          <ac:spMkLst>
            <pc:docMk/>
            <pc:sldMk cId="1637506441" sldId="267"/>
            <ac:spMk id="5" creationId="{C389950B-642E-1343-4FD7-900C6A4D39F6}"/>
          </ac:spMkLst>
        </pc:spChg>
        <pc:spChg chg="add del mod ord">
          <ac:chgData name="Ben C L FUNG" userId="2bc1a8d8-82cc-46fb-a66a-21e3967849fb" providerId="ADAL" clId="{45106992-ACC4-415E-A83B-5F9C9C679F62}" dt="2023-01-11T15:31:20.424" v="617" actId="478"/>
          <ac:spMkLst>
            <pc:docMk/>
            <pc:sldMk cId="1637506441" sldId="267"/>
            <ac:spMk id="6" creationId="{2B4218F6-3090-0F0C-DF86-D26AC3B64AF8}"/>
          </ac:spMkLst>
        </pc:spChg>
        <pc:spChg chg="mod ord">
          <ac:chgData name="Ben C L FUNG" userId="2bc1a8d8-82cc-46fb-a66a-21e3967849fb" providerId="ADAL" clId="{45106992-ACC4-415E-A83B-5F9C9C679F62}" dt="2023-01-11T15:45:25.296" v="715" actId="20577"/>
          <ac:spMkLst>
            <pc:docMk/>
            <pc:sldMk cId="1637506441" sldId="267"/>
            <ac:spMk id="13314" creationId="{00000000-0000-0000-0000-000000000000}"/>
          </ac:spMkLst>
        </pc:spChg>
        <pc:spChg chg="mod ord">
          <ac:chgData name="Ben C L FUNG" userId="2bc1a8d8-82cc-46fb-a66a-21e3967849fb" providerId="ADAL" clId="{45106992-ACC4-415E-A83B-5F9C9C679F62}" dt="2023-01-11T15:31:25.655" v="618" actId="1076"/>
          <ac:spMkLst>
            <pc:docMk/>
            <pc:sldMk cId="1637506441" sldId="267"/>
            <ac:spMk id="13315" creationId="{00000000-0000-0000-0000-000000000000}"/>
          </ac:spMkLst>
        </pc:spChg>
        <pc:picChg chg="add mod">
          <ac:chgData name="Ben C L FUNG" userId="2bc1a8d8-82cc-46fb-a66a-21e3967849fb" providerId="ADAL" clId="{45106992-ACC4-415E-A83B-5F9C9C679F62}" dt="2023-01-11T15:31:30.911" v="620" actId="1076"/>
          <ac:picMkLst>
            <pc:docMk/>
            <pc:sldMk cId="1637506441" sldId="267"/>
            <ac:picMk id="7" creationId="{EBE167C6-60EE-23C0-7B2A-051EB98B4E2A}"/>
          </ac:picMkLst>
        </pc:picChg>
      </pc:sldChg>
      <pc:sldChg chg="addSp delSp modSp mod chgLayout">
        <pc:chgData name="Ben C L FUNG" userId="2bc1a8d8-82cc-46fb-a66a-21e3967849fb" providerId="ADAL" clId="{45106992-ACC4-415E-A83B-5F9C9C679F62}" dt="2023-01-11T15:45:37.983" v="718" actId="27636"/>
        <pc:sldMkLst>
          <pc:docMk/>
          <pc:sldMk cId="1718769407" sldId="268"/>
        </pc:sldMkLst>
        <pc:spChg chg="mod ord">
          <ac:chgData name="Ben C L FUNG" userId="2bc1a8d8-82cc-46fb-a66a-21e3967849fb" providerId="ADAL" clId="{45106992-ACC4-415E-A83B-5F9C9C679F62}" dt="2023-01-11T15:45:37.902" v="717"/>
          <ac:spMkLst>
            <pc:docMk/>
            <pc:sldMk cId="1718769407" sldId="268"/>
            <ac:spMk id="2" creationId="{00000000-0000-0000-0000-000000000000}"/>
          </ac:spMkLst>
        </pc:spChg>
        <pc:spChg chg="add del mod">
          <ac:chgData name="Ben C L FUNG" userId="2bc1a8d8-82cc-46fb-a66a-21e3967849fb" providerId="ADAL" clId="{45106992-ACC4-415E-A83B-5F9C9C679F62}" dt="2023-01-11T15:45:37.902" v="717"/>
          <ac:spMkLst>
            <pc:docMk/>
            <pc:sldMk cId="1718769407" sldId="268"/>
            <ac:spMk id="3" creationId="{ADC98934-D592-E576-5911-08474C8631AC}"/>
          </ac:spMkLst>
        </pc:spChg>
        <pc:spChg chg="add del mod">
          <ac:chgData name="Ben C L FUNG" userId="2bc1a8d8-82cc-46fb-a66a-21e3967849fb" providerId="ADAL" clId="{45106992-ACC4-415E-A83B-5F9C9C679F62}" dt="2023-01-11T15:45:37.902" v="717"/>
          <ac:spMkLst>
            <pc:docMk/>
            <pc:sldMk cId="1718769407" sldId="268"/>
            <ac:spMk id="4" creationId="{30343D6B-A981-FA5D-E4EB-2611C3004D5B}"/>
          </ac:spMkLst>
        </pc:spChg>
        <pc:spChg chg="add del mod">
          <ac:chgData name="Ben C L FUNG" userId="2bc1a8d8-82cc-46fb-a66a-21e3967849fb" providerId="ADAL" clId="{45106992-ACC4-415E-A83B-5F9C9C679F62}" dt="2023-01-11T15:45:37.902" v="717"/>
          <ac:spMkLst>
            <pc:docMk/>
            <pc:sldMk cId="1718769407" sldId="268"/>
            <ac:spMk id="5" creationId="{592B8D95-E862-56B5-44E1-843583BD8C89}"/>
          </ac:spMkLst>
        </pc:spChg>
        <pc:spChg chg="mod ord">
          <ac:chgData name="Ben C L FUNG" userId="2bc1a8d8-82cc-46fb-a66a-21e3967849fb" providerId="ADAL" clId="{45106992-ACC4-415E-A83B-5F9C9C679F62}" dt="2023-01-11T15:45:37.902" v="717"/>
          <ac:spMkLst>
            <pc:docMk/>
            <pc:sldMk cId="1718769407" sldId="268"/>
            <ac:spMk id="14338" creationId="{00000000-0000-0000-0000-000000000000}"/>
          </ac:spMkLst>
        </pc:spChg>
        <pc:spChg chg="mod ord">
          <ac:chgData name="Ben C L FUNG" userId="2bc1a8d8-82cc-46fb-a66a-21e3967849fb" providerId="ADAL" clId="{45106992-ACC4-415E-A83B-5F9C9C679F62}" dt="2023-01-11T15:45:37.983" v="718" actId="27636"/>
          <ac:spMkLst>
            <pc:docMk/>
            <pc:sldMk cId="1718769407" sldId="268"/>
            <ac:spMk id="14339" creationId="{00000000-0000-0000-0000-000000000000}"/>
          </ac:spMkLst>
        </pc:spChg>
      </pc:sldChg>
      <pc:sldChg chg="del">
        <pc:chgData name="Ben C L FUNG" userId="2bc1a8d8-82cc-46fb-a66a-21e3967849fb" providerId="ADAL" clId="{45106992-ACC4-415E-A83B-5F9C9C679F62}" dt="2023-01-11T15:40:49.263" v="705" actId="47"/>
        <pc:sldMkLst>
          <pc:docMk/>
          <pc:sldMk cId="713054870" sldId="273"/>
        </pc:sldMkLst>
      </pc:sldChg>
      <pc:sldChg chg="modSp mod">
        <pc:chgData name="Ben C L FUNG" userId="2bc1a8d8-82cc-46fb-a66a-21e3967849fb" providerId="ADAL" clId="{45106992-ACC4-415E-A83B-5F9C9C679F62}" dt="2023-01-11T15:56:06.938" v="992" actId="15"/>
        <pc:sldMkLst>
          <pc:docMk/>
          <pc:sldMk cId="306365697" sldId="274"/>
        </pc:sldMkLst>
        <pc:spChg chg="mod">
          <ac:chgData name="Ben C L FUNG" userId="2bc1a8d8-82cc-46fb-a66a-21e3967849fb" providerId="ADAL" clId="{45106992-ACC4-415E-A83B-5F9C9C679F62}" dt="2023-01-11T15:56:06.938" v="992" actId="15"/>
          <ac:spMkLst>
            <pc:docMk/>
            <pc:sldMk cId="306365697" sldId="274"/>
            <ac:spMk id="20483" creationId="{00000000-0000-0000-0000-000000000000}"/>
          </ac:spMkLst>
        </pc:spChg>
      </pc:sldChg>
      <pc:sldChg chg="del">
        <pc:chgData name="Ben C L FUNG" userId="2bc1a8d8-82cc-46fb-a66a-21e3967849fb" providerId="ADAL" clId="{45106992-ACC4-415E-A83B-5F9C9C679F62}" dt="2023-01-11T15:56:49.729" v="993" actId="47"/>
        <pc:sldMkLst>
          <pc:docMk/>
          <pc:sldMk cId="754000279" sldId="283"/>
        </pc:sldMkLst>
      </pc:sldChg>
      <pc:sldChg chg="del">
        <pc:chgData name="Ben C L FUNG" userId="2bc1a8d8-82cc-46fb-a66a-21e3967849fb" providerId="ADAL" clId="{45106992-ACC4-415E-A83B-5F9C9C679F62}" dt="2023-01-11T15:56:54.470" v="994" actId="47"/>
        <pc:sldMkLst>
          <pc:docMk/>
          <pc:sldMk cId="3736641154" sldId="284"/>
        </pc:sldMkLst>
      </pc:sldChg>
      <pc:sldChg chg="del">
        <pc:chgData name="Ben C L FUNG" userId="2bc1a8d8-82cc-46fb-a66a-21e3967849fb" providerId="ADAL" clId="{45106992-ACC4-415E-A83B-5F9C9C679F62}" dt="2023-01-11T15:57:10.544" v="995" actId="47"/>
        <pc:sldMkLst>
          <pc:docMk/>
          <pc:sldMk cId="2700703359" sldId="286"/>
        </pc:sldMkLst>
      </pc:sldChg>
      <pc:sldChg chg="del">
        <pc:chgData name="Ben C L FUNG" userId="2bc1a8d8-82cc-46fb-a66a-21e3967849fb" providerId="ADAL" clId="{45106992-ACC4-415E-A83B-5F9C9C679F62}" dt="2023-01-11T15:43:55.905" v="706" actId="47"/>
        <pc:sldMkLst>
          <pc:docMk/>
          <pc:sldMk cId="365395761" sldId="295"/>
        </pc:sldMkLst>
      </pc:sldChg>
      <pc:sldChg chg="delSp del">
        <pc:chgData name="Ben C L FUNG" userId="2bc1a8d8-82cc-46fb-a66a-21e3967849fb" providerId="ADAL" clId="{45106992-ACC4-415E-A83B-5F9C9C679F62}" dt="2023-01-11T15:31:35.946" v="621" actId="47"/>
        <pc:sldMkLst>
          <pc:docMk/>
          <pc:sldMk cId="3895453819" sldId="314"/>
        </pc:sldMkLst>
        <pc:picChg chg="del">
          <ac:chgData name="Ben C L FUNG" userId="2bc1a8d8-82cc-46fb-a66a-21e3967849fb" providerId="ADAL" clId="{45106992-ACC4-415E-A83B-5F9C9C679F62}" dt="2023-01-11T15:31:02.594" v="610" actId="21"/>
          <ac:picMkLst>
            <pc:docMk/>
            <pc:sldMk cId="3895453819" sldId="314"/>
            <ac:picMk id="5" creationId="{00000000-0000-0000-0000-000000000000}"/>
          </ac:picMkLst>
        </pc:picChg>
      </pc:sldChg>
      <pc:sldChg chg="modSp mod">
        <pc:chgData name="Ben C L FUNG" userId="2bc1a8d8-82cc-46fb-a66a-21e3967849fb" providerId="ADAL" clId="{45106992-ACC4-415E-A83B-5F9C9C679F62}" dt="2023-01-11T15:19:02.618" v="287" actId="20577"/>
        <pc:sldMkLst>
          <pc:docMk/>
          <pc:sldMk cId="1284218118" sldId="322"/>
        </pc:sldMkLst>
        <pc:spChg chg="mod">
          <ac:chgData name="Ben C L FUNG" userId="2bc1a8d8-82cc-46fb-a66a-21e3967849fb" providerId="ADAL" clId="{45106992-ACC4-415E-A83B-5F9C9C679F62}" dt="2023-01-11T15:19:02.618" v="287" actId="20577"/>
          <ac:spMkLst>
            <pc:docMk/>
            <pc:sldMk cId="1284218118" sldId="322"/>
            <ac:spMk id="49154" creationId="{00000000-0000-0000-0000-000000000000}"/>
          </ac:spMkLst>
        </pc:spChg>
      </pc:sldChg>
      <pc:sldChg chg="addSp delSp modSp mod">
        <pc:chgData name="Ben C L FUNG" userId="2bc1a8d8-82cc-46fb-a66a-21e3967849fb" providerId="ADAL" clId="{45106992-ACC4-415E-A83B-5F9C9C679F62}" dt="2023-01-11T15:19:29.679" v="290" actId="27636"/>
        <pc:sldMkLst>
          <pc:docMk/>
          <pc:sldMk cId="1889622294" sldId="324"/>
        </pc:sldMkLst>
        <pc:spChg chg="mod">
          <ac:chgData name="Ben C L FUNG" userId="2bc1a8d8-82cc-46fb-a66a-21e3967849fb" providerId="ADAL" clId="{45106992-ACC4-415E-A83B-5F9C9C679F62}" dt="2023-01-11T15:19:29.622" v="289"/>
          <ac:spMkLst>
            <pc:docMk/>
            <pc:sldMk cId="1889622294" sldId="324"/>
            <ac:spMk id="2" creationId="{00000000-0000-0000-0000-000000000000}"/>
          </ac:spMkLst>
        </pc:spChg>
        <pc:spChg chg="add del mod">
          <ac:chgData name="Ben C L FUNG" userId="2bc1a8d8-82cc-46fb-a66a-21e3967849fb" providerId="ADAL" clId="{45106992-ACC4-415E-A83B-5F9C9C679F62}" dt="2023-01-11T15:19:29.622" v="289"/>
          <ac:spMkLst>
            <pc:docMk/>
            <pc:sldMk cId="1889622294" sldId="324"/>
            <ac:spMk id="3" creationId="{57B87F30-BE17-D9D2-DB11-523F91859C3B}"/>
          </ac:spMkLst>
        </pc:spChg>
        <pc:spChg chg="add del mod">
          <ac:chgData name="Ben C L FUNG" userId="2bc1a8d8-82cc-46fb-a66a-21e3967849fb" providerId="ADAL" clId="{45106992-ACC4-415E-A83B-5F9C9C679F62}" dt="2023-01-11T15:19:29.622" v="289"/>
          <ac:spMkLst>
            <pc:docMk/>
            <pc:sldMk cId="1889622294" sldId="324"/>
            <ac:spMk id="4" creationId="{C712D9F6-4E94-BF65-90E0-1D71D55AC77C}"/>
          </ac:spMkLst>
        </pc:spChg>
        <pc:spChg chg="add del mod">
          <ac:chgData name="Ben C L FUNG" userId="2bc1a8d8-82cc-46fb-a66a-21e3967849fb" providerId="ADAL" clId="{45106992-ACC4-415E-A83B-5F9C9C679F62}" dt="2023-01-11T15:19:29.622" v="289"/>
          <ac:spMkLst>
            <pc:docMk/>
            <pc:sldMk cId="1889622294" sldId="324"/>
            <ac:spMk id="5" creationId="{9A991B21-CC6A-3088-C0D2-D5B977C781AC}"/>
          </ac:spMkLst>
        </pc:spChg>
        <pc:spChg chg="mod">
          <ac:chgData name="Ben C L FUNG" userId="2bc1a8d8-82cc-46fb-a66a-21e3967849fb" providerId="ADAL" clId="{45106992-ACC4-415E-A83B-5F9C9C679F62}" dt="2023-01-11T15:19:29.622" v="289"/>
          <ac:spMkLst>
            <pc:docMk/>
            <pc:sldMk cId="1889622294" sldId="324"/>
            <ac:spMk id="54274" creationId="{00000000-0000-0000-0000-000000000000}"/>
          </ac:spMkLst>
        </pc:spChg>
        <pc:spChg chg="mod">
          <ac:chgData name="Ben C L FUNG" userId="2bc1a8d8-82cc-46fb-a66a-21e3967849fb" providerId="ADAL" clId="{45106992-ACC4-415E-A83B-5F9C9C679F62}" dt="2023-01-11T15:19:29.679" v="290" actId="27636"/>
          <ac:spMkLst>
            <pc:docMk/>
            <pc:sldMk cId="1889622294" sldId="324"/>
            <ac:spMk id="54275" creationId="{00000000-0000-0000-0000-000000000000}"/>
          </ac:spMkLst>
        </pc:spChg>
      </pc:sldChg>
      <pc:sldChg chg="modSp mod">
        <pc:chgData name="Ben C L FUNG" userId="2bc1a8d8-82cc-46fb-a66a-21e3967849fb" providerId="ADAL" clId="{45106992-ACC4-415E-A83B-5F9C9C679F62}" dt="2023-01-11T15:25:53.609" v="532" actId="20577"/>
        <pc:sldMkLst>
          <pc:docMk/>
          <pc:sldMk cId="2215091214" sldId="325"/>
        </pc:sldMkLst>
        <pc:spChg chg="mod">
          <ac:chgData name="Ben C L FUNG" userId="2bc1a8d8-82cc-46fb-a66a-21e3967849fb" providerId="ADAL" clId="{45106992-ACC4-415E-A83B-5F9C9C679F62}" dt="2023-01-11T15:20:52.503" v="322" actId="20577"/>
          <ac:spMkLst>
            <pc:docMk/>
            <pc:sldMk cId="2215091214" sldId="325"/>
            <ac:spMk id="55298" creationId="{00000000-0000-0000-0000-000000000000}"/>
          </ac:spMkLst>
        </pc:spChg>
        <pc:spChg chg="mod">
          <ac:chgData name="Ben C L FUNG" userId="2bc1a8d8-82cc-46fb-a66a-21e3967849fb" providerId="ADAL" clId="{45106992-ACC4-415E-A83B-5F9C9C679F62}" dt="2023-01-11T15:25:53.609" v="532" actId="20577"/>
          <ac:spMkLst>
            <pc:docMk/>
            <pc:sldMk cId="2215091214" sldId="325"/>
            <ac:spMk id="55299" creationId="{00000000-0000-0000-0000-000000000000}"/>
          </ac:spMkLst>
        </pc:spChg>
      </pc:sldChg>
      <pc:sldChg chg="modSp mod">
        <pc:chgData name="Ben C L FUNG" userId="2bc1a8d8-82cc-46fb-a66a-21e3967849fb" providerId="ADAL" clId="{45106992-ACC4-415E-A83B-5F9C9C679F62}" dt="2023-01-11T15:25:36.450" v="511" actId="6549"/>
        <pc:sldMkLst>
          <pc:docMk/>
          <pc:sldMk cId="3021325755" sldId="326"/>
        </pc:sldMkLst>
        <pc:spChg chg="mod">
          <ac:chgData name="Ben C L FUNG" userId="2bc1a8d8-82cc-46fb-a66a-21e3967849fb" providerId="ADAL" clId="{45106992-ACC4-415E-A83B-5F9C9C679F62}" dt="2023-01-11T15:25:36.450" v="511" actId="6549"/>
          <ac:spMkLst>
            <pc:docMk/>
            <pc:sldMk cId="3021325755" sldId="326"/>
            <ac:spMk id="56322" creationId="{00000000-0000-0000-0000-000000000000}"/>
          </ac:spMkLst>
        </pc:spChg>
        <pc:picChg chg="mod">
          <ac:chgData name="Ben C L FUNG" userId="2bc1a8d8-82cc-46fb-a66a-21e3967849fb" providerId="ADAL" clId="{45106992-ACC4-415E-A83B-5F9C9C679F62}" dt="2023-01-11T15:23:22.942" v="415" actId="1076"/>
          <ac:picMkLst>
            <pc:docMk/>
            <pc:sldMk cId="3021325755" sldId="326"/>
            <ac:picMk id="56323" creationId="{00000000-0000-0000-0000-000000000000}"/>
          </ac:picMkLst>
        </pc:picChg>
      </pc:sldChg>
      <pc:sldChg chg="addSp delSp modSp mod">
        <pc:chgData name="Ben C L FUNG" userId="2bc1a8d8-82cc-46fb-a66a-21e3967849fb" providerId="ADAL" clId="{45106992-ACC4-415E-A83B-5F9C9C679F62}" dt="2023-01-11T15:26:39.735" v="541" actId="27636"/>
        <pc:sldMkLst>
          <pc:docMk/>
          <pc:sldMk cId="2965464839" sldId="327"/>
        </pc:sldMkLst>
        <pc:spChg chg="mod">
          <ac:chgData name="Ben C L FUNG" userId="2bc1a8d8-82cc-46fb-a66a-21e3967849fb" providerId="ADAL" clId="{45106992-ACC4-415E-A83B-5F9C9C679F62}" dt="2023-01-11T15:25:23.657" v="506"/>
          <ac:spMkLst>
            <pc:docMk/>
            <pc:sldMk cId="2965464839" sldId="327"/>
            <ac:spMk id="2" creationId="{00000000-0000-0000-0000-000000000000}"/>
          </ac:spMkLst>
        </pc:spChg>
        <pc:spChg chg="add del mod">
          <ac:chgData name="Ben C L FUNG" userId="2bc1a8d8-82cc-46fb-a66a-21e3967849fb" providerId="ADAL" clId="{45106992-ACC4-415E-A83B-5F9C9C679F62}" dt="2023-01-11T15:25:23.657" v="506"/>
          <ac:spMkLst>
            <pc:docMk/>
            <pc:sldMk cId="2965464839" sldId="327"/>
            <ac:spMk id="3" creationId="{9EC47E09-8815-0C41-B823-CE5742A4CF5B}"/>
          </ac:spMkLst>
        </pc:spChg>
        <pc:spChg chg="add del mod">
          <ac:chgData name="Ben C L FUNG" userId="2bc1a8d8-82cc-46fb-a66a-21e3967849fb" providerId="ADAL" clId="{45106992-ACC4-415E-A83B-5F9C9C679F62}" dt="2023-01-11T15:25:23.657" v="506"/>
          <ac:spMkLst>
            <pc:docMk/>
            <pc:sldMk cId="2965464839" sldId="327"/>
            <ac:spMk id="4" creationId="{8A99F045-4B30-71ED-E32F-437F0CE31D6D}"/>
          </ac:spMkLst>
        </pc:spChg>
        <pc:spChg chg="add del mod">
          <ac:chgData name="Ben C L FUNG" userId="2bc1a8d8-82cc-46fb-a66a-21e3967849fb" providerId="ADAL" clId="{45106992-ACC4-415E-A83B-5F9C9C679F62}" dt="2023-01-11T15:25:23.657" v="506"/>
          <ac:spMkLst>
            <pc:docMk/>
            <pc:sldMk cId="2965464839" sldId="327"/>
            <ac:spMk id="5" creationId="{FC9AA866-56B7-CEC9-1C8A-198F0ED20724}"/>
          </ac:spMkLst>
        </pc:spChg>
        <pc:spChg chg="mod">
          <ac:chgData name="Ben C L FUNG" userId="2bc1a8d8-82cc-46fb-a66a-21e3967849fb" providerId="ADAL" clId="{45106992-ACC4-415E-A83B-5F9C9C679F62}" dt="2023-01-11T15:25:27.549" v="510" actId="27636"/>
          <ac:spMkLst>
            <pc:docMk/>
            <pc:sldMk cId="2965464839" sldId="327"/>
            <ac:spMk id="57346" creationId="{00000000-0000-0000-0000-000000000000}"/>
          </ac:spMkLst>
        </pc:spChg>
        <pc:spChg chg="mod">
          <ac:chgData name="Ben C L FUNG" userId="2bc1a8d8-82cc-46fb-a66a-21e3967849fb" providerId="ADAL" clId="{45106992-ACC4-415E-A83B-5F9C9C679F62}" dt="2023-01-11T15:26:39.735" v="541" actId="27636"/>
          <ac:spMkLst>
            <pc:docMk/>
            <pc:sldMk cId="2965464839" sldId="327"/>
            <ac:spMk id="57347" creationId="{00000000-0000-0000-0000-000000000000}"/>
          </ac:spMkLst>
        </pc:spChg>
      </pc:sldChg>
      <pc:sldChg chg="addSp delSp modSp mod">
        <pc:chgData name="Ben C L FUNG" userId="2bc1a8d8-82cc-46fb-a66a-21e3967849fb" providerId="ADAL" clId="{45106992-ACC4-415E-A83B-5F9C9C679F62}" dt="2023-01-11T15:27:50.208" v="586" actId="15"/>
        <pc:sldMkLst>
          <pc:docMk/>
          <pc:sldMk cId="3160846026" sldId="328"/>
        </pc:sldMkLst>
        <pc:spChg chg="mod">
          <ac:chgData name="Ben C L FUNG" userId="2bc1a8d8-82cc-46fb-a66a-21e3967849fb" providerId="ADAL" clId="{45106992-ACC4-415E-A83B-5F9C9C679F62}" dt="2023-01-11T15:26:54.881" v="542"/>
          <ac:spMkLst>
            <pc:docMk/>
            <pc:sldMk cId="3160846026" sldId="328"/>
            <ac:spMk id="2" creationId="{00000000-0000-0000-0000-000000000000}"/>
          </ac:spMkLst>
        </pc:spChg>
        <pc:spChg chg="add del mod">
          <ac:chgData name="Ben C L FUNG" userId="2bc1a8d8-82cc-46fb-a66a-21e3967849fb" providerId="ADAL" clId="{45106992-ACC4-415E-A83B-5F9C9C679F62}" dt="2023-01-11T15:26:54.881" v="542"/>
          <ac:spMkLst>
            <pc:docMk/>
            <pc:sldMk cId="3160846026" sldId="328"/>
            <ac:spMk id="3" creationId="{E5FB6687-9323-E6F5-B588-A237D23AD500}"/>
          </ac:spMkLst>
        </pc:spChg>
        <pc:spChg chg="add del mod">
          <ac:chgData name="Ben C L FUNG" userId="2bc1a8d8-82cc-46fb-a66a-21e3967849fb" providerId="ADAL" clId="{45106992-ACC4-415E-A83B-5F9C9C679F62}" dt="2023-01-11T15:26:54.881" v="542"/>
          <ac:spMkLst>
            <pc:docMk/>
            <pc:sldMk cId="3160846026" sldId="328"/>
            <ac:spMk id="4" creationId="{77A1C16F-3716-D474-3A16-4A568A3852FE}"/>
          </ac:spMkLst>
        </pc:spChg>
        <pc:spChg chg="add del mod">
          <ac:chgData name="Ben C L FUNG" userId="2bc1a8d8-82cc-46fb-a66a-21e3967849fb" providerId="ADAL" clId="{45106992-ACC4-415E-A83B-5F9C9C679F62}" dt="2023-01-11T15:26:54.881" v="542"/>
          <ac:spMkLst>
            <pc:docMk/>
            <pc:sldMk cId="3160846026" sldId="328"/>
            <ac:spMk id="5" creationId="{7D590D5C-EF99-6840-A5AA-AFB58F48415F}"/>
          </ac:spMkLst>
        </pc:spChg>
        <pc:spChg chg="mod">
          <ac:chgData name="Ben C L FUNG" userId="2bc1a8d8-82cc-46fb-a66a-21e3967849fb" providerId="ADAL" clId="{45106992-ACC4-415E-A83B-5F9C9C679F62}" dt="2023-01-11T15:27:11.993" v="558" actId="20577"/>
          <ac:spMkLst>
            <pc:docMk/>
            <pc:sldMk cId="3160846026" sldId="328"/>
            <ac:spMk id="58370" creationId="{00000000-0000-0000-0000-000000000000}"/>
          </ac:spMkLst>
        </pc:spChg>
        <pc:spChg chg="mod">
          <ac:chgData name="Ben C L FUNG" userId="2bc1a8d8-82cc-46fb-a66a-21e3967849fb" providerId="ADAL" clId="{45106992-ACC4-415E-A83B-5F9C9C679F62}" dt="2023-01-11T15:27:50.208" v="586" actId="15"/>
          <ac:spMkLst>
            <pc:docMk/>
            <pc:sldMk cId="3160846026" sldId="328"/>
            <ac:spMk id="58371" creationId="{00000000-0000-0000-0000-000000000000}"/>
          </ac:spMkLst>
        </pc:spChg>
      </pc:sldChg>
      <pc:sldChg chg="delSp modSp mod">
        <pc:chgData name="Ben C L FUNG" userId="2bc1a8d8-82cc-46fb-a66a-21e3967849fb" providerId="ADAL" clId="{45106992-ACC4-415E-A83B-5F9C9C679F62}" dt="2023-01-11T15:28:08.950" v="589" actId="1076"/>
        <pc:sldMkLst>
          <pc:docMk/>
          <pc:sldMk cId="159348982" sldId="329"/>
        </pc:sldMkLst>
        <pc:spChg chg="del">
          <ac:chgData name="Ben C L FUNG" userId="2bc1a8d8-82cc-46fb-a66a-21e3967849fb" providerId="ADAL" clId="{45106992-ACC4-415E-A83B-5F9C9C679F62}" dt="2023-01-11T15:28:05.935" v="588" actId="478"/>
          <ac:spMkLst>
            <pc:docMk/>
            <pc:sldMk cId="159348982" sldId="329"/>
            <ac:spMk id="3" creationId="{00000000-0000-0000-0000-000000000000}"/>
          </ac:spMkLst>
        </pc:spChg>
        <pc:picChg chg="mod">
          <ac:chgData name="Ben C L FUNG" userId="2bc1a8d8-82cc-46fb-a66a-21e3967849fb" providerId="ADAL" clId="{45106992-ACC4-415E-A83B-5F9C9C679F62}" dt="2023-01-11T15:28:08.950" v="589" actId="1076"/>
          <ac:picMkLst>
            <pc:docMk/>
            <pc:sldMk cId="159348982" sldId="329"/>
            <ac:picMk id="5" creationId="{00000000-0000-0000-0000-000000000000}"/>
          </ac:picMkLst>
        </pc:picChg>
      </pc:sldChg>
      <pc:sldChg chg="addSp delSp modSp mod">
        <pc:chgData name="Ben C L FUNG" userId="2bc1a8d8-82cc-46fb-a66a-21e3967849fb" providerId="ADAL" clId="{45106992-ACC4-415E-A83B-5F9C9C679F62}" dt="2023-01-11T15:28:16.619" v="591" actId="27636"/>
        <pc:sldMkLst>
          <pc:docMk/>
          <pc:sldMk cId="2007442616" sldId="331"/>
        </pc:sldMkLst>
        <pc:spChg chg="mod">
          <ac:chgData name="Ben C L FUNG" userId="2bc1a8d8-82cc-46fb-a66a-21e3967849fb" providerId="ADAL" clId="{45106992-ACC4-415E-A83B-5F9C9C679F62}" dt="2023-01-11T15:28:16.569" v="590"/>
          <ac:spMkLst>
            <pc:docMk/>
            <pc:sldMk cId="2007442616" sldId="331"/>
            <ac:spMk id="2" creationId="{00000000-0000-0000-0000-000000000000}"/>
          </ac:spMkLst>
        </pc:spChg>
        <pc:spChg chg="mod">
          <ac:chgData name="Ben C L FUNG" userId="2bc1a8d8-82cc-46fb-a66a-21e3967849fb" providerId="ADAL" clId="{45106992-ACC4-415E-A83B-5F9C9C679F62}" dt="2023-01-11T15:28:16.619" v="591" actId="27636"/>
          <ac:spMkLst>
            <pc:docMk/>
            <pc:sldMk cId="2007442616" sldId="331"/>
            <ac:spMk id="3" creationId="{00000000-0000-0000-0000-000000000000}"/>
          </ac:spMkLst>
        </pc:spChg>
        <pc:spChg chg="mod">
          <ac:chgData name="Ben C L FUNG" userId="2bc1a8d8-82cc-46fb-a66a-21e3967849fb" providerId="ADAL" clId="{45106992-ACC4-415E-A83B-5F9C9C679F62}" dt="2023-01-11T15:28:16.569" v="590"/>
          <ac:spMkLst>
            <pc:docMk/>
            <pc:sldMk cId="2007442616" sldId="331"/>
            <ac:spMk id="4" creationId="{00000000-0000-0000-0000-000000000000}"/>
          </ac:spMkLst>
        </pc:spChg>
        <pc:spChg chg="add del mod">
          <ac:chgData name="Ben C L FUNG" userId="2bc1a8d8-82cc-46fb-a66a-21e3967849fb" providerId="ADAL" clId="{45106992-ACC4-415E-A83B-5F9C9C679F62}" dt="2023-01-11T15:28:16.569" v="590"/>
          <ac:spMkLst>
            <pc:docMk/>
            <pc:sldMk cId="2007442616" sldId="331"/>
            <ac:spMk id="5" creationId="{4A69B924-3F30-3C76-814A-6BBFEB6CAC1C}"/>
          </ac:spMkLst>
        </pc:spChg>
        <pc:spChg chg="add del mod">
          <ac:chgData name="Ben C L FUNG" userId="2bc1a8d8-82cc-46fb-a66a-21e3967849fb" providerId="ADAL" clId="{45106992-ACC4-415E-A83B-5F9C9C679F62}" dt="2023-01-11T15:28:16.569" v="590"/>
          <ac:spMkLst>
            <pc:docMk/>
            <pc:sldMk cId="2007442616" sldId="331"/>
            <ac:spMk id="6" creationId="{9B7E6D78-A98E-0F0E-605B-C7F181D850B7}"/>
          </ac:spMkLst>
        </pc:spChg>
        <pc:spChg chg="add del mod">
          <ac:chgData name="Ben C L FUNG" userId="2bc1a8d8-82cc-46fb-a66a-21e3967849fb" providerId="ADAL" clId="{45106992-ACC4-415E-A83B-5F9C9C679F62}" dt="2023-01-11T15:28:16.569" v="590"/>
          <ac:spMkLst>
            <pc:docMk/>
            <pc:sldMk cId="2007442616" sldId="331"/>
            <ac:spMk id="7" creationId="{FDEDAF8F-2B6C-AF49-B51E-038E9B37323B}"/>
          </ac:spMkLst>
        </pc:spChg>
      </pc:sldChg>
      <pc:sldChg chg="modSp mod">
        <pc:chgData name="Ben C L FUNG" userId="2bc1a8d8-82cc-46fb-a66a-21e3967849fb" providerId="ADAL" clId="{45106992-ACC4-415E-A83B-5F9C9C679F62}" dt="2023-01-11T15:13:59.454" v="74" actId="15"/>
        <pc:sldMkLst>
          <pc:docMk/>
          <pc:sldMk cId="1197716553" sldId="334"/>
        </pc:sldMkLst>
        <pc:spChg chg="mod">
          <ac:chgData name="Ben C L FUNG" userId="2bc1a8d8-82cc-46fb-a66a-21e3967849fb" providerId="ADAL" clId="{45106992-ACC4-415E-A83B-5F9C9C679F62}" dt="2023-01-11T15:13:59.454" v="74" actId="15"/>
          <ac:spMkLst>
            <pc:docMk/>
            <pc:sldMk cId="1197716553" sldId="334"/>
            <ac:spMk id="9219" creationId="{00000000-0000-0000-0000-000000000000}"/>
          </ac:spMkLst>
        </pc:spChg>
      </pc:sldChg>
      <pc:sldChg chg="modSp mod">
        <pc:chgData name="Ben C L FUNG" userId="2bc1a8d8-82cc-46fb-a66a-21e3967849fb" providerId="ADAL" clId="{45106992-ACC4-415E-A83B-5F9C9C679F62}" dt="2023-01-11T15:15:23.386" v="110" actId="5793"/>
        <pc:sldMkLst>
          <pc:docMk/>
          <pc:sldMk cId="1923947471" sldId="336"/>
        </pc:sldMkLst>
        <pc:spChg chg="mod">
          <ac:chgData name="Ben C L FUNG" userId="2bc1a8d8-82cc-46fb-a66a-21e3967849fb" providerId="ADAL" clId="{45106992-ACC4-415E-A83B-5F9C9C679F62}" dt="2023-01-11T15:15:23.386" v="110" actId="5793"/>
          <ac:spMkLst>
            <pc:docMk/>
            <pc:sldMk cId="1923947471" sldId="336"/>
            <ac:spMk id="11267" creationId="{00000000-0000-0000-0000-000000000000}"/>
          </ac:spMkLst>
        </pc:spChg>
      </pc:sldChg>
      <pc:sldChg chg="del">
        <pc:chgData name="Ben C L FUNG" userId="2bc1a8d8-82cc-46fb-a66a-21e3967849fb" providerId="ADAL" clId="{45106992-ACC4-415E-A83B-5F9C9C679F62}" dt="2023-01-11T15:44:09.028" v="707" actId="47"/>
        <pc:sldMkLst>
          <pc:docMk/>
          <pc:sldMk cId="448511932" sldId="337"/>
        </pc:sldMkLst>
      </pc:sldChg>
      <pc:sldChg chg="addSp delSp modSp new mod">
        <pc:chgData name="Ben C L FUNG" userId="2bc1a8d8-82cc-46fb-a66a-21e3967849fb" providerId="ADAL" clId="{45106992-ACC4-415E-A83B-5F9C9C679F62}" dt="2023-01-11T15:20:21.424" v="309" actId="20577"/>
        <pc:sldMkLst>
          <pc:docMk/>
          <pc:sldMk cId="3806349047" sldId="338"/>
        </pc:sldMkLst>
        <pc:spChg chg="mod">
          <ac:chgData name="Ben C L FUNG" userId="2bc1a8d8-82cc-46fb-a66a-21e3967849fb" providerId="ADAL" clId="{45106992-ACC4-415E-A83B-5F9C9C679F62}" dt="2023-01-11T15:20:21.424" v="309" actId="20577"/>
          <ac:spMkLst>
            <pc:docMk/>
            <pc:sldMk cId="3806349047" sldId="338"/>
            <ac:spMk id="2" creationId="{6AA805CA-A432-3D99-E5EB-2E832482CA56}"/>
          </ac:spMkLst>
        </pc:spChg>
        <pc:spChg chg="mod">
          <ac:chgData name="Ben C L FUNG" userId="2bc1a8d8-82cc-46fb-a66a-21e3967849fb" providerId="ADAL" clId="{45106992-ACC4-415E-A83B-5F9C9C679F62}" dt="2023-01-11T15:19:33.257" v="291"/>
          <ac:spMkLst>
            <pc:docMk/>
            <pc:sldMk cId="3806349047" sldId="338"/>
            <ac:spMk id="3" creationId="{002E0650-6576-BF38-2201-5BD6DD8897DC}"/>
          </ac:spMkLst>
        </pc:spChg>
        <pc:spChg chg="mod">
          <ac:chgData name="Ben C L FUNG" userId="2bc1a8d8-82cc-46fb-a66a-21e3967849fb" providerId="ADAL" clId="{45106992-ACC4-415E-A83B-5F9C9C679F62}" dt="2023-01-11T15:19:33.257" v="291"/>
          <ac:spMkLst>
            <pc:docMk/>
            <pc:sldMk cId="3806349047" sldId="338"/>
            <ac:spMk id="4" creationId="{969BB858-7CCA-5E4B-8EA9-80CCDF3EA051}"/>
          </ac:spMkLst>
        </pc:spChg>
        <pc:spChg chg="add del mod">
          <ac:chgData name="Ben C L FUNG" userId="2bc1a8d8-82cc-46fb-a66a-21e3967849fb" providerId="ADAL" clId="{45106992-ACC4-415E-A83B-5F9C9C679F62}" dt="2023-01-11T15:19:33.257" v="291"/>
          <ac:spMkLst>
            <pc:docMk/>
            <pc:sldMk cId="3806349047" sldId="338"/>
            <ac:spMk id="5" creationId="{19020F7F-3434-527A-750F-B74C73612D48}"/>
          </ac:spMkLst>
        </pc:spChg>
        <pc:spChg chg="add del mod">
          <ac:chgData name="Ben C L FUNG" userId="2bc1a8d8-82cc-46fb-a66a-21e3967849fb" providerId="ADAL" clId="{45106992-ACC4-415E-A83B-5F9C9C679F62}" dt="2023-01-11T15:19:33.257" v="291"/>
          <ac:spMkLst>
            <pc:docMk/>
            <pc:sldMk cId="3806349047" sldId="338"/>
            <ac:spMk id="6" creationId="{593F3F55-7C31-595B-A87F-0EF8E8278A4D}"/>
          </ac:spMkLst>
        </pc:spChg>
        <pc:spChg chg="add del mod">
          <ac:chgData name="Ben C L FUNG" userId="2bc1a8d8-82cc-46fb-a66a-21e3967849fb" providerId="ADAL" clId="{45106992-ACC4-415E-A83B-5F9C9C679F62}" dt="2023-01-11T15:19:33.257" v="291"/>
          <ac:spMkLst>
            <pc:docMk/>
            <pc:sldMk cId="3806349047" sldId="338"/>
            <ac:spMk id="7" creationId="{BF277EB9-09E6-F0E7-3010-818A069FF4C6}"/>
          </ac:spMkLst>
        </pc:spChg>
      </pc:sldChg>
      <pc:sldChg chg="addSp delSp modSp new mod modClrScheme chgLayout">
        <pc:chgData name="Ben C L FUNG" userId="2bc1a8d8-82cc-46fb-a66a-21e3967849fb" providerId="ADAL" clId="{45106992-ACC4-415E-A83B-5F9C9C679F62}" dt="2023-01-11T15:24:02.649" v="462" actId="20577"/>
        <pc:sldMkLst>
          <pc:docMk/>
          <pc:sldMk cId="618705715" sldId="339"/>
        </pc:sldMkLst>
        <pc:spChg chg="del mod ord">
          <ac:chgData name="Ben C L FUNG" userId="2bc1a8d8-82cc-46fb-a66a-21e3967849fb" providerId="ADAL" clId="{45106992-ACC4-415E-A83B-5F9C9C679F62}" dt="2023-01-11T15:17:07.651" v="132" actId="700"/>
          <ac:spMkLst>
            <pc:docMk/>
            <pc:sldMk cId="618705715" sldId="339"/>
            <ac:spMk id="2" creationId="{88CC13F9-7C94-2413-F4A1-D13B5C24074F}"/>
          </ac:spMkLst>
        </pc:spChg>
        <pc:spChg chg="del mod ord">
          <ac:chgData name="Ben C L FUNG" userId="2bc1a8d8-82cc-46fb-a66a-21e3967849fb" providerId="ADAL" clId="{45106992-ACC4-415E-A83B-5F9C9C679F62}" dt="2023-01-11T15:17:07.651" v="132" actId="700"/>
          <ac:spMkLst>
            <pc:docMk/>
            <pc:sldMk cId="618705715" sldId="339"/>
            <ac:spMk id="3" creationId="{61E36038-99C6-D519-8783-A8757299568B}"/>
          </ac:spMkLst>
        </pc:spChg>
        <pc:spChg chg="mod ord">
          <ac:chgData name="Ben C L FUNG" userId="2bc1a8d8-82cc-46fb-a66a-21e3967849fb" providerId="ADAL" clId="{45106992-ACC4-415E-A83B-5F9C9C679F62}" dt="2023-01-11T15:17:07.651" v="132" actId="700"/>
          <ac:spMkLst>
            <pc:docMk/>
            <pc:sldMk cId="618705715" sldId="339"/>
            <ac:spMk id="4" creationId="{B76BA5D4-33F3-5D46-A76F-B714F334E9D6}"/>
          </ac:spMkLst>
        </pc:spChg>
        <pc:spChg chg="add mod ord">
          <ac:chgData name="Ben C L FUNG" userId="2bc1a8d8-82cc-46fb-a66a-21e3967849fb" providerId="ADAL" clId="{45106992-ACC4-415E-A83B-5F9C9C679F62}" dt="2023-01-11T15:17:21.326" v="176" actId="20577"/>
          <ac:spMkLst>
            <pc:docMk/>
            <pc:sldMk cId="618705715" sldId="339"/>
            <ac:spMk id="5" creationId="{EB77FEC7-63CF-4204-CCDC-E6B85AD2D831}"/>
          </ac:spMkLst>
        </pc:spChg>
        <pc:spChg chg="add mod ord">
          <ac:chgData name="Ben C L FUNG" userId="2bc1a8d8-82cc-46fb-a66a-21e3967849fb" providerId="ADAL" clId="{45106992-ACC4-415E-A83B-5F9C9C679F62}" dt="2023-01-11T15:24:02.649" v="462" actId="20577"/>
          <ac:spMkLst>
            <pc:docMk/>
            <pc:sldMk cId="618705715" sldId="339"/>
            <ac:spMk id="6" creationId="{AA3969DF-8A53-07C4-3CD7-DC1ED88FE82A}"/>
          </ac:spMkLst>
        </pc:spChg>
      </pc:sldChg>
      <pc:sldChg chg="addSp delSp modSp new mod">
        <pc:chgData name="Ben C L FUNG" userId="2bc1a8d8-82cc-46fb-a66a-21e3967849fb" providerId="ADAL" clId="{45106992-ACC4-415E-A83B-5F9C9C679F62}" dt="2023-01-11T15:25:19.576" v="505" actId="27636"/>
        <pc:sldMkLst>
          <pc:docMk/>
          <pc:sldMk cId="3719621672" sldId="340"/>
        </pc:sldMkLst>
        <pc:spChg chg="mod">
          <ac:chgData name="Ben C L FUNG" userId="2bc1a8d8-82cc-46fb-a66a-21e3967849fb" providerId="ADAL" clId="{45106992-ACC4-415E-A83B-5F9C9C679F62}" dt="2023-01-11T15:25:19.576" v="505" actId="27636"/>
          <ac:spMkLst>
            <pc:docMk/>
            <pc:sldMk cId="3719621672" sldId="340"/>
            <ac:spMk id="2" creationId="{FC444DE1-E327-AD45-021E-24B199F4B20B}"/>
          </ac:spMkLst>
        </pc:spChg>
        <pc:spChg chg="mod">
          <ac:chgData name="Ben C L FUNG" userId="2bc1a8d8-82cc-46fb-a66a-21e3967849fb" providerId="ADAL" clId="{45106992-ACC4-415E-A83B-5F9C9C679F62}" dt="2023-01-11T15:25:19.575" v="504" actId="27636"/>
          <ac:spMkLst>
            <pc:docMk/>
            <pc:sldMk cId="3719621672" sldId="340"/>
            <ac:spMk id="3" creationId="{9EBE1EBA-4597-A869-26D1-315CF90E0906}"/>
          </ac:spMkLst>
        </pc:spChg>
        <pc:spChg chg="mod">
          <ac:chgData name="Ben C L FUNG" userId="2bc1a8d8-82cc-46fb-a66a-21e3967849fb" providerId="ADAL" clId="{45106992-ACC4-415E-A83B-5F9C9C679F62}" dt="2023-01-11T15:25:19.522" v="503"/>
          <ac:spMkLst>
            <pc:docMk/>
            <pc:sldMk cId="3719621672" sldId="340"/>
            <ac:spMk id="4" creationId="{874BA634-5691-EC60-C7E7-DDC3BD2AB620}"/>
          </ac:spMkLst>
        </pc:spChg>
        <pc:spChg chg="add del mod">
          <ac:chgData name="Ben C L FUNG" userId="2bc1a8d8-82cc-46fb-a66a-21e3967849fb" providerId="ADAL" clId="{45106992-ACC4-415E-A83B-5F9C9C679F62}" dt="2023-01-11T15:25:19.522" v="503"/>
          <ac:spMkLst>
            <pc:docMk/>
            <pc:sldMk cId="3719621672" sldId="340"/>
            <ac:spMk id="5" creationId="{260090F0-E981-7B5E-5601-81793D2E7639}"/>
          </ac:spMkLst>
        </pc:spChg>
        <pc:spChg chg="add del mod">
          <ac:chgData name="Ben C L FUNG" userId="2bc1a8d8-82cc-46fb-a66a-21e3967849fb" providerId="ADAL" clId="{45106992-ACC4-415E-A83B-5F9C9C679F62}" dt="2023-01-11T15:25:19.522" v="503"/>
          <ac:spMkLst>
            <pc:docMk/>
            <pc:sldMk cId="3719621672" sldId="340"/>
            <ac:spMk id="6" creationId="{D311EA0C-4E29-C44C-2C86-713B1B177121}"/>
          </ac:spMkLst>
        </pc:spChg>
        <pc:spChg chg="add del mod">
          <ac:chgData name="Ben C L FUNG" userId="2bc1a8d8-82cc-46fb-a66a-21e3967849fb" providerId="ADAL" clId="{45106992-ACC4-415E-A83B-5F9C9C679F62}" dt="2023-01-11T15:25:19.522" v="503"/>
          <ac:spMkLst>
            <pc:docMk/>
            <pc:sldMk cId="3719621672" sldId="340"/>
            <ac:spMk id="7" creationId="{706D9E52-1C75-E322-7766-3BA516773E0E}"/>
          </ac:spMkLst>
        </pc:spChg>
      </pc:sldChg>
      <pc:sldChg chg="addSp delSp modSp new mod modClrScheme chgLayout">
        <pc:chgData name="Ben C L FUNG" userId="2bc1a8d8-82cc-46fb-a66a-21e3967849fb" providerId="ADAL" clId="{45106992-ACC4-415E-A83B-5F9C9C679F62}" dt="2023-01-11T15:39:57.097" v="704" actId="20577"/>
        <pc:sldMkLst>
          <pc:docMk/>
          <pc:sldMk cId="1244147216" sldId="341"/>
        </pc:sldMkLst>
        <pc:spChg chg="del">
          <ac:chgData name="Ben C L FUNG" userId="2bc1a8d8-82cc-46fb-a66a-21e3967849fb" providerId="ADAL" clId="{45106992-ACC4-415E-A83B-5F9C9C679F62}" dt="2023-01-11T15:38:20.759" v="659" actId="700"/>
          <ac:spMkLst>
            <pc:docMk/>
            <pc:sldMk cId="1244147216" sldId="341"/>
            <ac:spMk id="2" creationId="{0DC802F0-C4D4-F4EA-C553-E33FE4CA9DC6}"/>
          </ac:spMkLst>
        </pc:spChg>
        <pc:spChg chg="del">
          <ac:chgData name="Ben C L FUNG" userId="2bc1a8d8-82cc-46fb-a66a-21e3967849fb" providerId="ADAL" clId="{45106992-ACC4-415E-A83B-5F9C9C679F62}" dt="2023-01-11T15:38:20.759" v="659" actId="700"/>
          <ac:spMkLst>
            <pc:docMk/>
            <pc:sldMk cId="1244147216" sldId="341"/>
            <ac:spMk id="3" creationId="{E2CB800B-3976-9D72-EAA2-81A9E52D64E5}"/>
          </ac:spMkLst>
        </pc:spChg>
        <pc:spChg chg="mod ord">
          <ac:chgData name="Ben C L FUNG" userId="2bc1a8d8-82cc-46fb-a66a-21e3967849fb" providerId="ADAL" clId="{45106992-ACC4-415E-A83B-5F9C9C679F62}" dt="2023-01-11T15:38:26.932" v="660" actId="700"/>
          <ac:spMkLst>
            <pc:docMk/>
            <pc:sldMk cId="1244147216" sldId="341"/>
            <ac:spMk id="4" creationId="{95308450-EDA9-F74D-F536-28FDB9D907C1}"/>
          </ac:spMkLst>
        </pc:spChg>
        <pc:spChg chg="add del mod ord">
          <ac:chgData name="Ben C L FUNG" userId="2bc1a8d8-82cc-46fb-a66a-21e3967849fb" providerId="ADAL" clId="{45106992-ACC4-415E-A83B-5F9C9C679F62}" dt="2023-01-11T15:38:26.932" v="660" actId="700"/>
          <ac:spMkLst>
            <pc:docMk/>
            <pc:sldMk cId="1244147216" sldId="341"/>
            <ac:spMk id="5" creationId="{BFE50D46-0207-2287-E24F-44369D44F382}"/>
          </ac:spMkLst>
        </pc:spChg>
        <pc:spChg chg="add del mod ord">
          <ac:chgData name="Ben C L FUNG" userId="2bc1a8d8-82cc-46fb-a66a-21e3967849fb" providerId="ADAL" clId="{45106992-ACC4-415E-A83B-5F9C9C679F62}" dt="2023-01-11T15:38:26.932" v="660" actId="700"/>
          <ac:spMkLst>
            <pc:docMk/>
            <pc:sldMk cId="1244147216" sldId="341"/>
            <ac:spMk id="6" creationId="{0460BB01-C905-0F3F-C7C4-52939ACA0A95}"/>
          </ac:spMkLst>
        </pc:spChg>
        <pc:spChg chg="add mod ord">
          <ac:chgData name="Ben C L FUNG" userId="2bc1a8d8-82cc-46fb-a66a-21e3967849fb" providerId="ADAL" clId="{45106992-ACC4-415E-A83B-5F9C9C679F62}" dt="2023-01-11T15:39:46.313" v="695" actId="20577"/>
          <ac:spMkLst>
            <pc:docMk/>
            <pc:sldMk cId="1244147216" sldId="341"/>
            <ac:spMk id="7" creationId="{EC85EE5A-156F-D06E-3E9D-93E4EEF28E0F}"/>
          </ac:spMkLst>
        </pc:spChg>
        <pc:spChg chg="add mod ord">
          <ac:chgData name="Ben C L FUNG" userId="2bc1a8d8-82cc-46fb-a66a-21e3967849fb" providerId="ADAL" clId="{45106992-ACC4-415E-A83B-5F9C9C679F62}" dt="2023-01-11T15:39:57.097" v="704" actId="20577"/>
          <ac:spMkLst>
            <pc:docMk/>
            <pc:sldMk cId="1244147216" sldId="341"/>
            <ac:spMk id="8" creationId="{02A4E731-772F-4711-27D4-4C98CF87BC7C}"/>
          </ac:spMkLst>
        </pc:spChg>
      </pc:sldChg>
      <pc:sldChg chg="addSp delSp modSp new mod">
        <pc:chgData name="Ben C L FUNG" userId="2bc1a8d8-82cc-46fb-a66a-21e3967849fb" providerId="ADAL" clId="{45106992-ACC4-415E-A83B-5F9C9C679F62}" dt="2023-01-11T15:52:40.665" v="877" actId="1076"/>
        <pc:sldMkLst>
          <pc:docMk/>
          <pc:sldMk cId="1388413500" sldId="342"/>
        </pc:sldMkLst>
        <pc:spChg chg="mod">
          <ac:chgData name="Ben C L FUNG" userId="2bc1a8d8-82cc-46fb-a66a-21e3967849fb" providerId="ADAL" clId="{45106992-ACC4-415E-A83B-5F9C9C679F62}" dt="2023-01-11T15:46:31.713" v="754" actId="20577"/>
          <ac:spMkLst>
            <pc:docMk/>
            <pc:sldMk cId="1388413500" sldId="342"/>
            <ac:spMk id="2" creationId="{2FC5416E-949D-B5BE-7DA9-1949B6BBE2F1}"/>
          </ac:spMkLst>
        </pc:spChg>
        <pc:spChg chg="del mod">
          <ac:chgData name="Ben C L FUNG" userId="2bc1a8d8-82cc-46fb-a66a-21e3967849fb" providerId="ADAL" clId="{45106992-ACC4-415E-A83B-5F9C9C679F62}" dt="2023-01-11T15:47:57.189" v="765" actId="478"/>
          <ac:spMkLst>
            <pc:docMk/>
            <pc:sldMk cId="1388413500" sldId="342"/>
            <ac:spMk id="3" creationId="{B48BB87B-71B8-2A70-DEFE-EF77D10F4C15}"/>
          </ac:spMkLst>
        </pc:spChg>
        <pc:spChg chg="add del mod">
          <ac:chgData name="Ben C L FUNG" userId="2bc1a8d8-82cc-46fb-a66a-21e3967849fb" providerId="ADAL" clId="{45106992-ACC4-415E-A83B-5F9C9C679F62}" dt="2023-01-11T15:50:33.257" v="830" actId="478"/>
          <ac:spMkLst>
            <pc:docMk/>
            <pc:sldMk cId="1388413500" sldId="342"/>
            <ac:spMk id="5" creationId="{55CD0722-12D7-4274-88D6-B358FBDCF184}"/>
          </ac:spMkLst>
        </pc:spChg>
        <pc:spChg chg="add del mod">
          <ac:chgData name="Ben C L FUNG" userId="2bc1a8d8-82cc-46fb-a66a-21e3967849fb" providerId="ADAL" clId="{45106992-ACC4-415E-A83B-5F9C9C679F62}" dt="2023-01-11T15:47:59.035" v="766" actId="478"/>
          <ac:spMkLst>
            <pc:docMk/>
            <pc:sldMk cId="1388413500" sldId="342"/>
            <ac:spMk id="7" creationId="{D9CA93C2-AE51-CCF3-2233-A98D7700B9D9}"/>
          </ac:spMkLst>
        </pc:spChg>
        <pc:spChg chg="add del mod">
          <ac:chgData name="Ben C L FUNG" userId="2bc1a8d8-82cc-46fb-a66a-21e3967849fb" providerId="ADAL" clId="{45106992-ACC4-415E-A83B-5F9C9C679F62}" dt="2023-01-11T15:50:33.257" v="830" actId="478"/>
          <ac:spMkLst>
            <pc:docMk/>
            <pc:sldMk cId="1388413500" sldId="342"/>
            <ac:spMk id="8" creationId="{1A5F938D-FF74-2316-348E-2137A589C0C4}"/>
          </ac:spMkLst>
        </pc:spChg>
        <pc:spChg chg="add del mod">
          <ac:chgData name="Ben C L FUNG" userId="2bc1a8d8-82cc-46fb-a66a-21e3967849fb" providerId="ADAL" clId="{45106992-ACC4-415E-A83B-5F9C9C679F62}" dt="2023-01-11T15:50:33.257" v="830" actId="478"/>
          <ac:spMkLst>
            <pc:docMk/>
            <pc:sldMk cId="1388413500" sldId="342"/>
            <ac:spMk id="9" creationId="{385D6641-4104-D374-69A8-F49478E80839}"/>
          </ac:spMkLst>
        </pc:spChg>
        <pc:spChg chg="add mod">
          <ac:chgData name="Ben C L FUNG" userId="2bc1a8d8-82cc-46fb-a66a-21e3967849fb" providerId="ADAL" clId="{45106992-ACC4-415E-A83B-5F9C9C679F62}" dt="2023-01-11T15:50:38.257" v="831" actId="1076"/>
          <ac:spMkLst>
            <pc:docMk/>
            <pc:sldMk cId="1388413500" sldId="342"/>
            <ac:spMk id="10" creationId="{EEF9084F-66EE-BA7B-51F6-C2193664029E}"/>
          </ac:spMkLst>
        </pc:spChg>
        <pc:spChg chg="add mod">
          <ac:chgData name="Ben C L FUNG" userId="2bc1a8d8-82cc-46fb-a66a-21e3967849fb" providerId="ADAL" clId="{45106992-ACC4-415E-A83B-5F9C9C679F62}" dt="2023-01-11T15:52:35" v="876" actId="1076"/>
          <ac:spMkLst>
            <pc:docMk/>
            <pc:sldMk cId="1388413500" sldId="342"/>
            <ac:spMk id="11" creationId="{73611C45-3E33-995B-AB69-7F0F86E40502}"/>
          </ac:spMkLst>
        </pc:spChg>
        <pc:spChg chg="add mod">
          <ac:chgData name="Ben C L FUNG" userId="2bc1a8d8-82cc-46fb-a66a-21e3967849fb" providerId="ADAL" clId="{45106992-ACC4-415E-A83B-5F9C9C679F62}" dt="2023-01-11T15:52:40.665" v="877" actId="1076"/>
          <ac:spMkLst>
            <pc:docMk/>
            <pc:sldMk cId="1388413500" sldId="342"/>
            <ac:spMk id="12" creationId="{527F8F61-8FC3-AEE9-A76B-FD57E2565F18}"/>
          </ac:spMkLst>
        </pc:spChg>
        <pc:spChg chg="add mod">
          <ac:chgData name="Ben C L FUNG" userId="2bc1a8d8-82cc-46fb-a66a-21e3967849fb" providerId="ADAL" clId="{45106992-ACC4-415E-A83B-5F9C9C679F62}" dt="2023-01-11T15:50:38.257" v="831" actId="1076"/>
          <ac:spMkLst>
            <pc:docMk/>
            <pc:sldMk cId="1388413500" sldId="342"/>
            <ac:spMk id="13" creationId="{052B2AA9-9CA7-E7C0-4E43-7B548AE54CFC}"/>
          </ac:spMkLst>
        </pc:spChg>
        <pc:spChg chg="add mod">
          <ac:chgData name="Ben C L FUNG" userId="2bc1a8d8-82cc-46fb-a66a-21e3967849fb" providerId="ADAL" clId="{45106992-ACC4-415E-A83B-5F9C9C679F62}" dt="2023-01-11T15:52:25.603" v="874" actId="408"/>
          <ac:spMkLst>
            <pc:docMk/>
            <pc:sldMk cId="1388413500" sldId="342"/>
            <ac:spMk id="14" creationId="{75722DBC-3089-755F-0C7A-618E3040BA44}"/>
          </ac:spMkLst>
        </pc:spChg>
        <pc:spChg chg="add mod">
          <ac:chgData name="Ben C L FUNG" userId="2bc1a8d8-82cc-46fb-a66a-21e3967849fb" providerId="ADAL" clId="{45106992-ACC4-415E-A83B-5F9C9C679F62}" dt="2023-01-11T15:50:38.257" v="831" actId="1076"/>
          <ac:spMkLst>
            <pc:docMk/>
            <pc:sldMk cId="1388413500" sldId="342"/>
            <ac:spMk id="15" creationId="{58682B80-6A7D-2ED6-4594-8C363E154726}"/>
          </ac:spMkLst>
        </pc:spChg>
        <pc:spChg chg="add mod">
          <ac:chgData name="Ben C L FUNG" userId="2bc1a8d8-82cc-46fb-a66a-21e3967849fb" providerId="ADAL" clId="{45106992-ACC4-415E-A83B-5F9C9C679F62}" dt="2023-01-11T15:52:25.603" v="874" actId="408"/>
          <ac:spMkLst>
            <pc:docMk/>
            <pc:sldMk cId="1388413500" sldId="342"/>
            <ac:spMk id="16" creationId="{ED44CED4-D1B4-966A-F002-654F3A76EECD}"/>
          </ac:spMkLst>
        </pc:spChg>
        <pc:spChg chg="add mod">
          <ac:chgData name="Ben C L FUNG" userId="2bc1a8d8-82cc-46fb-a66a-21e3967849fb" providerId="ADAL" clId="{45106992-ACC4-415E-A83B-5F9C9C679F62}" dt="2023-01-11T15:51:19.725" v="854" actId="13822"/>
          <ac:spMkLst>
            <pc:docMk/>
            <pc:sldMk cId="1388413500" sldId="342"/>
            <ac:spMk id="17" creationId="{22E31066-3027-2F97-1190-5D22101C12DB}"/>
          </ac:spMkLst>
        </pc:spChg>
        <pc:spChg chg="add mod">
          <ac:chgData name="Ben C L FUNG" userId="2bc1a8d8-82cc-46fb-a66a-21e3967849fb" providerId="ADAL" clId="{45106992-ACC4-415E-A83B-5F9C9C679F62}" dt="2023-01-11T15:52:08.856" v="872" actId="1076"/>
          <ac:spMkLst>
            <pc:docMk/>
            <pc:sldMk cId="1388413500" sldId="342"/>
            <ac:spMk id="18" creationId="{CE8310E4-3C92-E901-6FBF-0F6C6F11929A}"/>
          </ac:spMkLst>
        </pc:spChg>
        <pc:spChg chg="add mod">
          <ac:chgData name="Ben C L FUNG" userId="2bc1a8d8-82cc-46fb-a66a-21e3967849fb" providerId="ADAL" clId="{45106992-ACC4-415E-A83B-5F9C9C679F62}" dt="2023-01-11T15:52:15.001" v="873" actId="1076"/>
          <ac:spMkLst>
            <pc:docMk/>
            <pc:sldMk cId="1388413500" sldId="342"/>
            <ac:spMk id="19" creationId="{6B6F8365-827C-8AF0-B551-8C7359C69CD8}"/>
          </ac:spMkLst>
        </pc:spChg>
        <pc:spChg chg="add mod">
          <ac:chgData name="Ben C L FUNG" userId="2bc1a8d8-82cc-46fb-a66a-21e3967849fb" providerId="ADAL" clId="{45106992-ACC4-415E-A83B-5F9C9C679F62}" dt="2023-01-11T15:52:04.635" v="871" actId="1076"/>
          <ac:spMkLst>
            <pc:docMk/>
            <pc:sldMk cId="1388413500" sldId="342"/>
            <ac:spMk id="20" creationId="{BEFF8DA6-559D-A642-1E44-654329BECC0A}"/>
          </ac:spMkLst>
        </pc:spChg>
      </pc:sldChg>
    </pc:docChg>
  </pc:docChgLst>
  <pc:docChgLst>
    <pc:chgData name="Ben C L FUNG" userId="2bc1a8d8-82cc-46fb-a66a-21e3967849fb" providerId="ADAL" clId="{08BEB16A-03F6-4D4E-BC29-8B1D04F3E4C2}"/>
    <pc:docChg chg="undo custSel addSld delSld modSld sldOrd">
      <pc:chgData name="Ben C L FUNG" userId="2bc1a8d8-82cc-46fb-a66a-21e3967849fb" providerId="ADAL" clId="{08BEB16A-03F6-4D4E-BC29-8B1D04F3E4C2}" dt="2023-03-08T16:55:33.822" v="3627" actId="20577"/>
      <pc:docMkLst>
        <pc:docMk/>
      </pc:docMkLst>
      <pc:sldChg chg="modSp mod">
        <pc:chgData name="Ben C L FUNG" userId="2bc1a8d8-82cc-46fb-a66a-21e3967849fb" providerId="ADAL" clId="{08BEB16A-03F6-4D4E-BC29-8B1D04F3E4C2}" dt="2023-03-08T14:39:50.717" v="1289" actId="20577"/>
        <pc:sldMkLst>
          <pc:docMk/>
          <pc:sldMk cId="2368919398" sldId="259"/>
        </pc:sldMkLst>
        <pc:spChg chg="mod">
          <ac:chgData name="Ben C L FUNG" userId="2bc1a8d8-82cc-46fb-a66a-21e3967849fb" providerId="ADAL" clId="{08BEB16A-03F6-4D4E-BC29-8B1D04F3E4C2}" dt="2023-03-08T14:39:50.717" v="1289" actId="20577"/>
          <ac:spMkLst>
            <pc:docMk/>
            <pc:sldMk cId="2368919398" sldId="259"/>
            <ac:spMk id="5123" creationId="{00000000-0000-0000-0000-000000000000}"/>
          </ac:spMkLst>
        </pc:spChg>
      </pc:sldChg>
      <pc:sldChg chg="add">
        <pc:chgData name="Ben C L FUNG" userId="2bc1a8d8-82cc-46fb-a66a-21e3967849fb" providerId="ADAL" clId="{08BEB16A-03F6-4D4E-BC29-8B1D04F3E4C2}" dt="2023-03-08T14:40:55.541" v="1291"/>
        <pc:sldMkLst>
          <pc:docMk/>
          <pc:sldMk cId="721188801" sldId="260"/>
        </pc:sldMkLst>
      </pc:sldChg>
      <pc:sldChg chg="addSp delSp modSp new del mod modClrScheme chgLayout">
        <pc:chgData name="Ben C L FUNG" userId="2bc1a8d8-82cc-46fb-a66a-21e3967849fb" providerId="ADAL" clId="{08BEB16A-03F6-4D4E-BC29-8B1D04F3E4C2}" dt="2023-03-08T14:40:52.687" v="1290" actId="2696"/>
        <pc:sldMkLst>
          <pc:docMk/>
          <pc:sldMk cId="1353004499" sldId="260"/>
        </pc:sldMkLst>
        <pc:spChg chg="mod ord">
          <ac:chgData name="Ben C L FUNG" userId="2bc1a8d8-82cc-46fb-a66a-21e3967849fb" providerId="ADAL" clId="{08BEB16A-03F6-4D4E-BC29-8B1D04F3E4C2}" dt="2023-03-08T14:14:54.296" v="11" actId="27636"/>
          <ac:spMkLst>
            <pc:docMk/>
            <pc:sldMk cId="1353004499" sldId="260"/>
            <ac:spMk id="2" creationId="{795D147B-05CE-7139-CC64-3CA01FA738C1}"/>
          </ac:spMkLst>
        </pc:spChg>
        <pc:spChg chg="mod ord">
          <ac:chgData name="Ben C L FUNG" userId="2bc1a8d8-82cc-46fb-a66a-21e3967849fb" providerId="ADAL" clId="{08BEB16A-03F6-4D4E-BC29-8B1D04F3E4C2}" dt="2023-03-08T14:18:26.548" v="48" actId="15"/>
          <ac:spMkLst>
            <pc:docMk/>
            <pc:sldMk cId="1353004499" sldId="260"/>
            <ac:spMk id="3" creationId="{E64197C6-EF93-8595-407F-E90FF3B35356}"/>
          </ac:spMkLst>
        </pc:spChg>
        <pc:spChg chg="mod ord">
          <ac:chgData name="Ben C L FUNG" userId="2bc1a8d8-82cc-46fb-a66a-21e3967849fb" providerId="ADAL" clId="{08BEB16A-03F6-4D4E-BC29-8B1D04F3E4C2}" dt="2023-03-08T14:14:54.217" v="9"/>
          <ac:spMkLst>
            <pc:docMk/>
            <pc:sldMk cId="1353004499" sldId="260"/>
            <ac:spMk id="4" creationId="{EDA9C52D-A804-D371-F5FD-5A253A59184E}"/>
          </ac:spMkLst>
        </pc:spChg>
        <pc:spChg chg="add del mod">
          <ac:chgData name="Ben C L FUNG" userId="2bc1a8d8-82cc-46fb-a66a-21e3967849fb" providerId="ADAL" clId="{08BEB16A-03F6-4D4E-BC29-8B1D04F3E4C2}" dt="2023-03-08T14:14:54.217" v="9"/>
          <ac:spMkLst>
            <pc:docMk/>
            <pc:sldMk cId="1353004499" sldId="260"/>
            <ac:spMk id="5" creationId="{2E689A2C-D732-68C4-C454-12D801086D1C}"/>
          </ac:spMkLst>
        </pc:spChg>
        <pc:spChg chg="add del mod">
          <ac:chgData name="Ben C L FUNG" userId="2bc1a8d8-82cc-46fb-a66a-21e3967849fb" providerId="ADAL" clId="{08BEB16A-03F6-4D4E-BC29-8B1D04F3E4C2}" dt="2023-03-08T14:14:54.217" v="9"/>
          <ac:spMkLst>
            <pc:docMk/>
            <pc:sldMk cId="1353004499" sldId="260"/>
            <ac:spMk id="6" creationId="{3F59B01F-D8F5-DE7C-61AC-ABCF9203EB32}"/>
          </ac:spMkLst>
        </pc:spChg>
        <pc:spChg chg="add del mod">
          <ac:chgData name="Ben C L FUNG" userId="2bc1a8d8-82cc-46fb-a66a-21e3967849fb" providerId="ADAL" clId="{08BEB16A-03F6-4D4E-BC29-8B1D04F3E4C2}" dt="2023-03-08T14:14:54.217" v="9"/>
          <ac:spMkLst>
            <pc:docMk/>
            <pc:sldMk cId="1353004499" sldId="260"/>
            <ac:spMk id="7" creationId="{F5761CDF-B79D-85F8-9222-94A10157A695}"/>
          </ac:spMkLst>
        </pc:spChg>
      </pc:sldChg>
      <pc:sldChg chg="modSp add mod">
        <pc:chgData name="Ben C L FUNG" userId="2bc1a8d8-82cc-46fb-a66a-21e3967849fb" providerId="ADAL" clId="{08BEB16A-03F6-4D4E-BC29-8B1D04F3E4C2}" dt="2023-03-08T16:55:01.399" v="3610" actId="207"/>
        <pc:sldMkLst>
          <pc:docMk/>
          <pc:sldMk cId="2025092938" sldId="261"/>
        </pc:sldMkLst>
        <pc:spChg chg="mod">
          <ac:chgData name="Ben C L FUNG" userId="2bc1a8d8-82cc-46fb-a66a-21e3967849fb" providerId="ADAL" clId="{08BEB16A-03F6-4D4E-BC29-8B1D04F3E4C2}" dt="2023-03-08T16:55:01.399" v="3610" actId="207"/>
          <ac:spMkLst>
            <pc:docMk/>
            <pc:sldMk cId="2025092938" sldId="261"/>
            <ac:spMk id="2" creationId="{26BBAF2E-4E2A-FFC7-8E64-98ECA69DD29D}"/>
          </ac:spMkLst>
        </pc:spChg>
      </pc:sldChg>
      <pc:sldChg chg="modSp new del mod">
        <pc:chgData name="Ben C L FUNG" userId="2bc1a8d8-82cc-46fb-a66a-21e3967849fb" providerId="ADAL" clId="{08BEB16A-03F6-4D4E-BC29-8B1D04F3E4C2}" dt="2023-03-08T16:00:14.608" v="2401" actId="2696"/>
        <pc:sldMkLst>
          <pc:docMk/>
          <pc:sldMk cId="2760995109" sldId="261"/>
        </pc:sldMkLst>
        <pc:spChg chg="mod">
          <ac:chgData name="Ben C L FUNG" userId="2bc1a8d8-82cc-46fb-a66a-21e3967849fb" providerId="ADAL" clId="{08BEB16A-03F6-4D4E-BC29-8B1D04F3E4C2}" dt="2023-03-08T14:17:26.831" v="19" actId="20577"/>
          <ac:spMkLst>
            <pc:docMk/>
            <pc:sldMk cId="2760995109" sldId="261"/>
            <ac:spMk id="2" creationId="{26BBAF2E-4E2A-FFC7-8E64-98ECA69DD29D}"/>
          </ac:spMkLst>
        </pc:spChg>
        <pc:spChg chg="mod">
          <ac:chgData name="Ben C L FUNG" userId="2bc1a8d8-82cc-46fb-a66a-21e3967849fb" providerId="ADAL" clId="{08BEB16A-03F6-4D4E-BC29-8B1D04F3E4C2}" dt="2023-03-08T14:17:52.516" v="35" actId="20577"/>
          <ac:spMkLst>
            <pc:docMk/>
            <pc:sldMk cId="2760995109" sldId="261"/>
            <ac:spMk id="3" creationId="{ACC70E71-05AC-6983-3F58-B072F67AF03E}"/>
          </ac:spMkLst>
        </pc:spChg>
      </pc:sldChg>
      <pc:sldChg chg="modSp new mod">
        <pc:chgData name="Ben C L FUNG" userId="2bc1a8d8-82cc-46fb-a66a-21e3967849fb" providerId="ADAL" clId="{08BEB16A-03F6-4D4E-BC29-8B1D04F3E4C2}" dt="2023-03-08T14:20:51.660" v="197" actId="20577"/>
        <pc:sldMkLst>
          <pc:docMk/>
          <pc:sldMk cId="2165447341" sldId="262"/>
        </pc:sldMkLst>
        <pc:spChg chg="mod">
          <ac:chgData name="Ben C L FUNG" userId="2bc1a8d8-82cc-46fb-a66a-21e3967849fb" providerId="ADAL" clId="{08BEB16A-03F6-4D4E-BC29-8B1D04F3E4C2}" dt="2023-03-08T14:20:09.286" v="69" actId="20577"/>
          <ac:spMkLst>
            <pc:docMk/>
            <pc:sldMk cId="2165447341" sldId="262"/>
            <ac:spMk id="2" creationId="{CFC0765E-19AF-7437-5408-9CFA0587E867}"/>
          </ac:spMkLst>
        </pc:spChg>
        <pc:spChg chg="mod">
          <ac:chgData name="Ben C L FUNG" userId="2bc1a8d8-82cc-46fb-a66a-21e3967849fb" providerId="ADAL" clId="{08BEB16A-03F6-4D4E-BC29-8B1D04F3E4C2}" dt="2023-03-08T14:20:51.660" v="197" actId="20577"/>
          <ac:spMkLst>
            <pc:docMk/>
            <pc:sldMk cId="2165447341" sldId="262"/>
            <ac:spMk id="3" creationId="{596DB055-F2F1-5C2F-7507-D6AFEFFD6C29}"/>
          </ac:spMkLst>
        </pc:spChg>
      </pc:sldChg>
      <pc:sldChg chg="modSp new mod">
        <pc:chgData name="Ben C L FUNG" userId="2bc1a8d8-82cc-46fb-a66a-21e3967849fb" providerId="ADAL" clId="{08BEB16A-03F6-4D4E-BC29-8B1D04F3E4C2}" dt="2023-03-08T14:22:35.468" v="334" actId="14"/>
        <pc:sldMkLst>
          <pc:docMk/>
          <pc:sldMk cId="4285788513" sldId="263"/>
        </pc:sldMkLst>
        <pc:spChg chg="mod">
          <ac:chgData name="Ben C L FUNG" userId="2bc1a8d8-82cc-46fb-a66a-21e3967849fb" providerId="ADAL" clId="{08BEB16A-03F6-4D4E-BC29-8B1D04F3E4C2}" dt="2023-03-08T14:21:49.901" v="218" actId="20577"/>
          <ac:spMkLst>
            <pc:docMk/>
            <pc:sldMk cId="4285788513" sldId="263"/>
            <ac:spMk id="2" creationId="{89B858F1-5F39-1C6A-A8F7-32F23817849D}"/>
          </ac:spMkLst>
        </pc:spChg>
        <pc:spChg chg="mod">
          <ac:chgData name="Ben C L FUNG" userId="2bc1a8d8-82cc-46fb-a66a-21e3967849fb" providerId="ADAL" clId="{08BEB16A-03F6-4D4E-BC29-8B1D04F3E4C2}" dt="2023-03-08T14:22:35.468" v="334" actId="14"/>
          <ac:spMkLst>
            <pc:docMk/>
            <pc:sldMk cId="4285788513" sldId="263"/>
            <ac:spMk id="3" creationId="{F74C0963-8067-DF4D-2500-433109D36F01}"/>
          </ac:spMkLst>
        </pc:spChg>
      </pc:sldChg>
      <pc:sldChg chg="modSp new mod">
        <pc:chgData name="Ben C L FUNG" userId="2bc1a8d8-82cc-46fb-a66a-21e3967849fb" providerId="ADAL" clId="{08BEB16A-03F6-4D4E-BC29-8B1D04F3E4C2}" dt="2023-03-08T14:25:38.076" v="519" actId="20577"/>
        <pc:sldMkLst>
          <pc:docMk/>
          <pc:sldMk cId="3175207434" sldId="264"/>
        </pc:sldMkLst>
        <pc:spChg chg="mod">
          <ac:chgData name="Ben C L FUNG" userId="2bc1a8d8-82cc-46fb-a66a-21e3967849fb" providerId="ADAL" clId="{08BEB16A-03F6-4D4E-BC29-8B1D04F3E4C2}" dt="2023-03-08T14:24:48.180" v="357" actId="20577"/>
          <ac:spMkLst>
            <pc:docMk/>
            <pc:sldMk cId="3175207434" sldId="264"/>
            <ac:spMk id="2" creationId="{70E5C79E-8759-97DF-88B4-B42B88D545AF}"/>
          </ac:spMkLst>
        </pc:spChg>
        <pc:spChg chg="mod">
          <ac:chgData name="Ben C L FUNG" userId="2bc1a8d8-82cc-46fb-a66a-21e3967849fb" providerId="ADAL" clId="{08BEB16A-03F6-4D4E-BC29-8B1D04F3E4C2}" dt="2023-03-08T14:25:38.076" v="519" actId="20577"/>
          <ac:spMkLst>
            <pc:docMk/>
            <pc:sldMk cId="3175207434" sldId="264"/>
            <ac:spMk id="3" creationId="{2BDF2D58-103F-B1C8-C917-A95F38B70DA1}"/>
          </ac:spMkLst>
        </pc:spChg>
      </pc:sldChg>
      <pc:sldChg chg="new del">
        <pc:chgData name="Ben C L FUNG" userId="2bc1a8d8-82cc-46fb-a66a-21e3967849fb" providerId="ADAL" clId="{08BEB16A-03F6-4D4E-BC29-8B1D04F3E4C2}" dt="2023-03-08T14:24:37.519" v="336" actId="47"/>
        <pc:sldMkLst>
          <pc:docMk/>
          <pc:sldMk cId="3253492560" sldId="264"/>
        </pc:sldMkLst>
      </pc:sldChg>
      <pc:sldChg chg="addSp modSp new mod modNotesTx">
        <pc:chgData name="Ben C L FUNG" userId="2bc1a8d8-82cc-46fb-a66a-21e3967849fb" providerId="ADAL" clId="{08BEB16A-03F6-4D4E-BC29-8B1D04F3E4C2}" dt="2023-03-08T14:32:43.268" v="662" actId="6549"/>
        <pc:sldMkLst>
          <pc:docMk/>
          <pc:sldMk cId="474810154" sldId="265"/>
        </pc:sldMkLst>
        <pc:spChg chg="mod">
          <ac:chgData name="Ben C L FUNG" userId="2bc1a8d8-82cc-46fb-a66a-21e3967849fb" providerId="ADAL" clId="{08BEB16A-03F6-4D4E-BC29-8B1D04F3E4C2}" dt="2023-03-08T14:25:50.693" v="538" actId="20577"/>
          <ac:spMkLst>
            <pc:docMk/>
            <pc:sldMk cId="474810154" sldId="265"/>
            <ac:spMk id="2" creationId="{16500035-3DA8-5A8C-4DBE-4E8BF384F8F8}"/>
          </ac:spMkLst>
        </pc:spChg>
        <pc:spChg chg="mod">
          <ac:chgData name="Ben C L FUNG" userId="2bc1a8d8-82cc-46fb-a66a-21e3967849fb" providerId="ADAL" clId="{08BEB16A-03F6-4D4E-BC29-8B1D04F3E4C2}" dt="2023-03-08T14:32:43.268" v="662" actId="6549"/>
          <ac:spMkLst>
            <pc:docMk/>
            <pc:sldMk cId="474810154" sldId="265"/>
            <ac:spMk id="3" creationId="{F18D2168-F94E-D582-7188-BB5069A28B95}"/>
          </ac:spMkLst>
        </pc:spChg>
        <pc:spChg chg="add mod">
          <ac:chgData name="Ben C L FUNG" userId="2bc1a8d8-82cc-46fb-a66a-21e3967849fb" providerId="ADAL" clId="{08BEB16A-03F6-4D4E-BC29-8B1D04F3E4C2}" dt="2023-03-08T14:28:19.867" v="548" actId="1076"/>
          <ac:spMkLst>
            <pc:docMk/>
            <pc:sldMk cId="474810154" sldId="265"/>
            <ac:spMk id="6" creationId="{5439C38E-92BD-887E-389D-A4200032D396}"/>
          </ac:spMkLst>
        </pc:spChg>
        <pc:picChg chg="add mod">
          <ac:chgData name="Ben C L FUNG" userId="2bc1a8d8-82cc-46fb-a66a-21e3967849fb" providerId="ADAL" clId="{08BEB16A-03F6-4D4E-BC29-8B1D04F3E4C2}" dt="2023-03-08T14:29:29.859" v="554" actId="1076"/>
          <ac:picMkLst>
            <pc:docMk/>
            <pc:sldMk cId="474810154" sldId="265"/>
            <ac:picMk id="8" creationId="{5A32C1DE-CC5F-F10E-4D54-295E20F15805}"/>
          </ac:picMkLst>
        </pc:picChg>
      </pc:sldChg>
      <pc:sldChg chg="modSp new mod">
        <pc:chgData name="Ben C L FUNG" userId="2bc1a8d8-82cc-46fb-a66a-21e3967849fb" providerId="ADAL" clId="{08BEB16A-03F6-4D4E-BC29-8B1D04F3E4C2}" dt="2023-03-08T14:38:24.997" v="1217" actId="20577"/>
        <pc:sldMkLst>
          <pc:docMk/>
          <pc:sldMk cId="958752629" sldId="266"/>
        </pc:sldMkLst>
        <pc:spChg chg="mod">
          <ac:chgData name="Ben C L FUNG" userId="2bc1a8d8-82cc-46fb-a66a-21e3967849fb" providerId="ADAL" clId="{08BEB16A-03F6-4D4E-BC29-8B1D04F3E4C2}" dt="2023-03-08T14:38:24.997" v="1217" actId="20577"/>
          <ac:spMkLst>
            <pc:docMk/>
            <pc:sldMk cId="958752629" sldId="266"/>
            <ac:spMk id="2" creationId="{FF42CCC1-2D1D-EBE7-3909-FB86A893A7E0}"/>
          </ac:spMkLst>
        </pc:spChg>
        <pc:spChg chg="mod">
          <ac:chgData name="Ben C L FUNG" userId="2bc1a8d8-82cc-46fb-a66a-21e3967849fb" providerId="ADAL" clId="{08BEB16A-03F6-4D4E-BC29-8B1D04F3E4C2}" dt="2023-03-08T14:36:41.901" v="910" actId="20577"/>
          <ac:spMkLst>
            <pc:docMk/>
            <pc:sldMk cId="958752629" sldId="266"/>
            <ac:spMk id="3" creationId="{929D2044-0AC5-090D-0CAC-34E4B60709BE}"/>
          </ac:spMkLst>
        </pc:spChg>
      </pc:sldChg>
      <pc:sldChg chg="modSp new mod">
        <pc:chgData name="Ben C L FUNG" userId="2bc1a8d8-82cc-46fb-a66a-21e3967849fb" providerId="ADAL" clId="{08BEB16A-03F6-4D4E-BC29-8B1D04F3E4C2}" dt="2023-03-08T14:38:17.541" v="1201" actId="20577"/>
        <pc:sldMkLst>
          <pc:docMk/>
          <pc:sldMk cId="4236249112" sldId="267"/>
        </pc:sldMkLst>
        <pc:spChg chg="mod">
          <ac:chgData name="Ben C L FUNG" userId="2bc1a8d8-82cc-46fb-a66a-21e3967849fb" providerId="ADAL" clId="{08BEB16A-03F6-4D4E-BC29-8B1D04F3E4C2}" dt="2023-03-08T14:38:17.541" v="1201" actId="20577"/>
          <ac:spMkLst>
            <pc:docMk/>
            <pc:sldMk cId="4236249112" sldId="267"/>
            <ac:spMk id="2" creationId="{E0E182EC-7150-6653-1543-3A0585F9098F}"/>
          </ac:spMkLst>
        </pc:spChg>
        <pc:spChg chg="mod">
          <ac:chgData name="Ben C L FUNG" userId="2bc1a8d8-82cc-46fb-a66a-21e3967849fb" providerId="ADAL" clId="{08BEB16A-03F6-4D4E-BC29-8B1D04F3E4C2}" dt="2023-03-08T14:38:08.942" v="1178" actId="20577"/>
          <ac:spMkLst>
            <pc:docMk/>
            <pc:sldMk cId="4236249112" sldId="267"/>
            <ac:spMk id="3" creationId="{2099ABBE-55A1-3288-C7C7-688EC02ED81E}"/>
          </ac:spMkLst>
        </pc:spChg>
      </pc:sldChg>
      <pc:sldChg chg="modSp new mod">
        <pc:chgData name="Ben C L FUNG" userId="2bc1a8d8-82cc-46fb-a66a-21e3967849fb" providerId="ADAL" clId="{08BEB16A-03F6-4D4E-BC29-8B1D04F3E4C2}" dt="2023-03-08T16:55:33.822" v="3627" actId="20577"/>
        <pc:sldMkLst>
          <pc:docMk/>
          <pc:sldMk cId="2628382377" sldId="268"/>
        </pc:sldMkLst>
        <pc:spChg chg="mod">
          <ac:chgData name="Ben C L FUNG" userId="2bc1a8d8-82cc-46fb-a66a-21e3967849fb" providerId="ADAL" clId="{08BEB16A-03F6-4D4E-BC29-8B1D04F3E4C2}" dt="2023-03-08T14:39:04.682" v="1232" actId="20577"/>
          <ac:spMkLst>
            <pc:docMk/>
            <pc:sldMk cId="2628382377" sldId="268"/>
            <ac:spMk id="2" creationId="{D1BA06C8-76CC-DBB0-6615-740A46A0EE38}"/>
          </ac:spMkLst>
        </pc:spChg>
        <pc:spChg chg="mod">
          <ac:chgData name="Ben C L FUNG" userId="2bc1a8d8-82cc-46fb-a66a-21e3967849fb" providerId="ADAL" clId="{08BEB16A-03F6-4D4E-BC29-8B1D04F3E4C2}" dt="2023-03-08T16:55:33.822" v="3627" actId="20577"/>
          <ac:spMkLst>
            <pc:docMk/>
            <pc:sldMk cId="2628382377" sldId="268"/>
            <ac:spMk id="3" creationId="{BC3368A1-9C88-54D2-86ED-84D25F9F1B8F}"/>
          </ac:spMkLst>
        </pc:spChg>
      </pc:sldChg>
      <pc:sldChg chg="addSp modSp new mod">
        <pc:chgData name="Ben C L FUNG" userId="2bc1a8d8-82cc-46fb-a66a-21e3967849fb" providerId="ADAL" clId="{08BEB16A-03F6-4D4E-BC29-8B1D04F3E4C2}" dt="2023-03-08T15:56:01.978" v="2290" actId="14100"/>
        <pc:sldMkLst>
          <pc:docMk/>
          <pc:sldMk cId="3405741187" sldId="269"/>
        </pc:sldMkLst>
        <pc:spChg chg="mod">
          <ac:chgData name="Ben C L FUNG" userId="2bc1a8d8-82cc-46fb-a66a-21e3967849fb" providerId="ADAL" clId="{08BEB16A-03F6-4D4E-BC29-8B1D04F3E4C2}" dt="2023-03-08T14:57:23.959" v="1442" actId="20577"/>
          <ac:spMkLst>
            <pc:docMk/>
            <pc:sldMk cId="3405741187" sldId="269"/>
            <ac:spMk id="2" creationId="{6CFC912E-1047-80EE-C65D-A7DD4F8E5570}"/>
          </ac:spMkLst>
        </pc:spChg>
        <pc:spChg chg="mod">
          <ac:chgData name="Ben C L FUNG" userId="2bc1a8d8-82cc-46fb-a66a-21e3967849fb" providerId="ADAL" clId="{08BEB16A-03F6-4D4E-BC29-8B1D04F3E4C2}" dt="2023-03-08T15:01:45.586" v="1745" actId="14"/>
          <ac:spMkLst>
            <pc:docMk/>
            <pc:sldMk cId="3405741187" sldId="269"/>
            <ac:spMk id="3" creationId="{C5CB9671-79A6-1A15-BA50-F2300171DD57}"/>
          </ac:spMkLst>
        </pc:spChg>
        <pc:spChg chg="add mod">
          <ac:chgData name="Ben C L FUNG" userId="2bc1a8d8-82cc-46fb-a66a-21e3967849fb" providerId="ADAL" clId="{08BEB16A-03F6-4D4E-BC29-8B1D04F3E4C2}" dt="2023-03-08T15:56:01.978" v="2290" actId="14100"/>
          <ac:spMkLst>
            <pc:docMk/>
            <pc:sldMk cId="3405741187" sldId="269"/>
            <ac:spMk id="6" creationId="{5299775E-3EB6-4A93-098B-95CAF9DB9E86}"/>
          </ac:spMkLst>
        </pc:spChg>
      </pc:sldChg>
      <pc:sldChg chg="addSp delSp modSp new mod setBg">
        <pc:chgData name="Ben C L FUNG" userId="2bc1a8d8-82cc-46fb-a66a-21e3967849fb" providerId="ADAL" clId="{08BEB16A-03F6-4D4E-BC29-8B1D04F3E4C2}" dt="2023-03-08T14:49:56.837" v="1367" actId="20577"/>
        <pc:sldMkLst>
          <pc:docMk/>
          <pc:sldMk cId="4176012982" sldId="270"/>
        </pc:sldMkLst>
        <pc:spChg chg="mod">
          <ac:chgData name="Ben C L FUNG" userId="2bc1a8d8-82cc-46fb-a66a-21e3967849fb" providerId="ADAL" clId="{08BEB16A-03F6-4D4E-BC29-8B1D04F3E4C2}" dt="2023-03-08T14:49:56.837" v="1367" actId="20577"/>
          <ac:spMkLst>
            <pc:docMk/>
            <pc:sldMk cId="4176012982" sldId="270"/>
            <ac:spMk id="2" creationId="{FA9C3FE7-02B6-32BE-052A-FD2DFC00B8F2}"/>
          </ac:spMkLst>
        </pc:spChg>
        <pc:spChg chg="del">
          <ac:chgData name="Ben C L FUNG" userId="2bc1a8d8-82cc-46fb-a66a-21e3967849fb" providerId="ADAL" clId="{08BEB16A-03F6-4D4E-BC29-8B1D04F3E4C2}" dt="2023-03-08T14:48:51.850" v="1314"/>
          <ac:spMkLst>
            <pc:docMk/>
            <pc:sldMk cId="4176012982" sldId="270"/>
            <ac:spMk id="3" creationId="{C8C23EDC-1FDE-9856-372E-630039A36410}"/>
          </ac:spMkLst>
        </pc:spChg>
        <pc:spChg chg="mod">
          <ac:chgData name="Ben C L FUNG" userId="2bc1a8d8-82cc-46fb-a66a-21e3967849fb" providerId="ADAL" clId="{08BEB16A-03F6-4D4E-BC29-8B1D04F3E4C2}" dt="2023-03-08T14:49:08.120" v="1319" actId="26606"/>
          <ac:spMkLst>
            <pc:docMk/>
            <pc:sldMk cId="4176012982" sldId="270"/>
            <ac:spMk id="4" creationId="{E2181AE5-084C-3213-8E75-71EB363EC04F}"/>
          </ac:spMkLst>
        </pc:spChg>
        <pc:spChg chg="add del">
          <ac:chgData name="Ben C L FUNG" userId="2bc1a8d8-82cc-46fb-a66a-21e3967849fb" providerId="ADAL" clId="{08BEB16A-03F6-4D4E-BC29-8B1D04F3E4C2}" dt="2023-03-08T14:43:38.570" v="1313"/>
          <ac:spMkLst>
            <pc:docMk/>
            <pc:sldMk cId="4176012982" sldId="270"/>
            <ac:spMk id="5" creationId="{310547EA-8720-5B57-05C1-554B71B243CF}"/>
          </ac:spMkLst>
        </pc:spChg>
        <pc:spChg chg="add del">
          <ac:chgData name="Ben C L FUNG" userId="2bc1a8d8-82cc-46fb-a66a-21e3967849fb" providerId="ADAL" clId="{08BEB16A-03F6-4D4E-BC29-8B1D04F3E4C2}" dt="2023-03-08T14:49:01.687" v="1316" actId="26606"/>
          <ac:spMkLst>
            <pc:docMk/>
            <pc:sldMk cId="4176012982" sldId="270"/>
            <ac:spMk id="11" creationId="{BF7E8610-2DF7-4AF0-B876-0F3B7882A6B7}"/>
          </ac:spMkLst>
        </pc:spChg>
        <pc:spChg chg="add del">
          <ac:chgData name="Ben C L FUNG" userId="2bc1a8d8-82cc-46fb-a66a-21e3967849fb" providerId="ADAL" clId="{08BEB16A-03F6-4D4E-BC29-8B1D04F3E4C2}" dt="2023-03-08T14:49:01.687" v="1316" actId="26606"/>
          <ac:spMkLst>
            <pc:docMk/>
            <pc:sldMk cId="4176012982" sldId="270"/>
            <ac:spMk id="13" creationId="{C1C8C023-62A6-4DA0-8DF4-3F4EA94090DE}"/>
          </ac:spMkLst>
        </pc:spChg>
        <pc:spChg chg="add del">
          <ac:chgData name="Ben C L FUNG" userId="2bc1a8d8-82cc-46fb-a66a-21e3967849fb" providerId="ADAL" clId="{08BEB16A-03F6-4D4E-BC29-8B1D04F3E4C2}" dt="2023-03-08T14:49:01.687" v="1316" actId="26606"/>
          <ac:spMkLst>
            <pc:docMk/>
            <pc:sldMk cId="4176012982" sldId="270"/>
            <ac:spMk id="15" creationId="{26B9FE07-322E-43FB-8707-C9826BD903EB}"/>
          </ac:spMkLst>
        </pc:spChg>
        <pc:spChg chg="add del">
          <ac:chgData name="Ben C L FUNG" userId="2bc1a8d8-82cc-46fb-a66a-21e3967849fb" providerId="ADAL" clId="{08BEB16A-03F6-4D4E-BC29-8B1D04F3E4C2}" dt="2023-03-08T14:49:08.092" v="1318" actId="26606"/>
          <ac:spMkLst>
            <pc:docMk/>
            <pc:sldMk cId="4176012982" sldId="270"/>
            <ac:spMk id="17" creationId="{F966DD2F-FBF5-41CE-A3F4-565352D95DC3}"/>
          </ac:spMkLst>
        </pc:spChg>
        <pc:spChg chg="add del">
          <ac:chgData name="Ben C L FUNG" userId="2bc1a8d8-82cc-46fb-a66a-21e3967849fb" providerId="ADAL" clId="{08BEB16A-03F6-4D4E-BC29-8B1D04F3E4C2}" dt="2023-03-08T14:49:08.092" v="1318" actId="26606"/>
          <ac:spMkLst>
            <pc:docMk/>
            <pc:sldMk cId="4176012982" sldId="270"/>
            <ac:spMk id="18" creationId="{F46FCE2B-F2D2-466E-B0AA-8E341DB4981E}"/>
          </ac:spMkLst>
        </pc:spChg>
        <pc:spChg chg="add del">
          <ac:chgData name="Ben C L FUNG" userId="2bc1a8d8-82cc-46fb-a66a-21e3967849fb" providerId="ADAL" clId="{08BEB16A-03F6-4D4E-BC29-8B1D04F3E4C2}" dt="2023-03-08T14:49:08.092" v="1318" actId="26606"/>
          <ac:spMkLst>
            <pc:docMk/>
            <pc:sldMk cId="4176012982" sldId="270"/>
            <ac:spMk id="19" creationId="{2BD31C98-199A-4722-A1A5-4393A43E740B}"/>
          </ac:spMkLst>
        </pc:spChg>
        <pc:spChg chg="add">
          <ac:chgData name="Ben C L FUNG" userId="2bc1a8d8-82cc-46fb-a66a-21e3967849fb" providerId="ADAL" clId="{08BEB16A-03F6-4D4E-BC29-8B1D04F3E4C2}" dt="2023-03-08T14:49:08.120" v="1319" actId="26606"/>
          <ac:spMkLst>
            <pc:docMk/>
            <pc:sldMk cId="4176012982" sldId="270"/>
            <ac:spMk id="21" creationId="{BF7E8610-2DF7-4AF0-B876-0F3B7882A6B7}"/>
          </ac:spMkLst>
        </pc:spChg>
        <pc:spChg chg="add">
          <ac:chgData name="Ben C L FUNG" userId="2bc1a8d8-82cc-46fb-a66a-21e3967849fb" providerId="ADAL" clId="{08BEB16A-03F6-4D4E-BC29-8B1D04F3E4C2}" dt="2023-03-08T14:49:08.120" v="1319" actId="26606"/>
          <ac:spMkLst>
            <pc:docMk/>
            <pc:sldMk cId="4176012982" sldId="270"/>
            <ac:spMk id="22" creationId="{C1C8C023-62A6-4DA0-8DF4-3F4EA94090DE}"/>
          </ac:spMkLst>
        </pc:spChg>
        <pc:spChg chg="add">
          <ac:chgData name="Ben C L FUNG" userId="2bc1a8d8-82cc-46fb-a66a-21e3967849fb" providerId="ADAL" clId="{08BEB16A-03F6-4D4E-BC29-8B1D04F3E4C2}" dt="2023-03-08T14:49:08.120" v="1319" actId="26606"/>
          <ac:spMkLst>
            <pc:docMk/>
            <pc:sldMk cId="4176012982" sldId="270"/>
            <ac:spMk id="23" creationId="{26B9FE07-322E-43FB-8707-C9826BD903EB}"/>
          </ac:spMkLst>
        </pc:spChg>
        <pc:graphicFrameChg chg="add mod ord modGraphic">
          <ac:chgData name="Ben C L FUNG" userId="2bc1a8d8-82cc-46fb-a66a-21e3967849fb" providerId="ADAL" clId="{08BEB16A-03F6-4D4E-BC29-8B1D04F3E4C2}" dt="2023-03-08T14:49:25.738" v="1322" actId="121"/>
          <ac:graphicFrameMkLst>
            <pc:docMk/>
            <pc:sldMk cId="4176012982" sldId="270"/>
            <ac:graphicFrameMk id="6" creationId="{C0D9A0CB-3A9F-67B8-E415-B369C2C14FBD}"/>
          </ac:graphicFrameMkLst>
        </pc:graphicFrameChg>
      </pc:sldChg>
      <pc:sldChg chg="addSp delSp modSp new mod setBg">
        <pc:chgData name="Ben C L FUNG" userId="2bc1a8d8-82cc-46fb-a66a-21e3967849fb" providerId="ADAL" clId="{08BEB16A-03F6-4D4E-BC29-8B1D04F3E4C2}" dt="2023-03-08T14:51:04.941" v="1391" actId="20577"/>
        <pc:sldMkLst>
          <pc:docMk/>
          <pc:sldMk cId="1189190487" sldId="271"/>
        </pc:sldMkLst>
        <pc:spChg chg="mod">
          <ac:chgData name="Ben C L FUNG" userId="2bc1a8d8-82cc-46fb-a66a-21e3967849fb" providerId="ADAL" clId="{08BEB16A-03F6-4D4E-BC29-8B1D04F3E4C2}" dt="2023-03-08T14:51:04.941" v="1391" actId="20577"/>
          <ac:spMkLst>
            <pc:docMk/>
            <pc:sldMk cId="1189190487" sldId="271"/>
            <ac:spMk id="2" creationId="{C033A868-0003-3A6D-8518-25BBBDC5A374}"/>
          </ac:spMkLst>
        </pc:spChg>
        <pc:spChg chg="del">
          <ac:chgData name="Ben C L FUNG" userId="2bc1a8d8-82cc-46fb-a66a-21e3967849fb" providerId="ADAL" clId="{08BEB16A-03F6-4D4E-BC29-8B1D04F3E4C2}" dt="2023-03-08T14:50:46.309" v="1369"/>
          <ac:spMkLst>
            <pc:docMk/>
            <pc:sldMk cId="1189190487" sldId="271"/>
            <ac:spMk id="3" creationId="{0B117C8B-9257-BF11-A570-FD39A6EEF2CE}"/>
          </ac:spMkLst>
        </pc:spChg>
        <pc:spChg chg="mod">
          <ac:chgData name="Ben C L FUNG" userId="2bc1a8d8-82cc-46fb-a66a-21e3967849fb" providerId="ADAL" clId="{08BEB16A-03F6-4D4E-BC29-8B1D04F3E4C2}" dt="2023-03-08T14:50:49.573" v="1370" actId="26606"/>
          <ac:spMkLst>
            <pc:docMk/>
            <pc:sldMk cId="1189190487" sldId="271"/>
            <ac:spMk id="4" creationId="{76D48E0B-CC32-464C-BB64-4CBD7A2EA336}"/>
          </ac:spMkLst>
        </pc:spChg>
        <pc:spChg chg="add">
          <ac:chgData name="Ben C L FUNG" userId="2bc1a8d8-82cc-46fb-a66a-21e3967849fb" providerId="ADAL" clId="{08BEB16A-03F6-4D4E-BC29-8B1D04F3E4C2}" dt="2023-03-08T14:50:49.573" v="1370" actId="26606"/>
          <ac:spMkLst>
            <pc:docMk/>
            <pc:sldMk cId="1189190487" sldId="271"/>
            <ac:spMk id="10" creationId="{BF7E8610-2DF7-4AF0-B876-0F3B7882A6B7}"/>
          </ac:spMkLst>
        </pc:spChg>
        <pc:spChg chg="add">
          <ac:chgData name="Ben C L FUNG" userId="2bc1a8d8-82cc-46fb-a66a-21e3967849fb" providerId="ADAL" clId="{08BEB16A-03F6-4D4E-BC29-8B1D04F3E4C2}" dt="2023-03-08T14:50:49.573" v="1370" actId="26606"/>
          <ac:spMkLst>
            <pc:docMk/>
            <pc:sldMk cId="1189190487" sldId="271"/>
            <ac:spMk id="12" creationId="{C1C8C023-62A6-4DA0-8DF4-3F4EA94090DE}"/>
          </ac:spMkLst>
        </pc:spChg>
        <pc:spChg chg="add">
          <ac:chgData name="Ben C L FUNG" userId="2bc1a8d8-82cc-46fb-a66a-21e3967849fb" providerId="ADAL" clId="{08BEB16A-03F6-4D4E-BC29-8B1D04F3E4C2}" dt="2023-03-08T14:50:49.573" v="1370" actId="26606"/>
          <ac:spMkLst>
            <pc:docMk/>
            <pc:sldMk cId="1189190487" sldId="271"/>
            <ac:spMk id="14" creationId="{26B9FE07-322E-43FB-8707-C9826BD903EB}"/>
          </ac:spMkLst>
        </pc:spChg>
        <pc:graphicFrameChg chg="add mod ord">
          <ac:chgData name="Ben C L FUNG" userId="2bc1a8d8-82cc-46fb-a66a-21e3967849fb" providerId="ADAL" clId="{08BEB16A-03F6-4D4E-BC29-8B1D04F3E4C2}" dt="2023-03-08T14:50:49.573" v="1370" actId="26606"/>
          <ac:graphicFrameMkLst>
            <pc:docMk/>
            <pc:sldMk cId="1189190487" sldId="271"/>
            <ac:graphicFrameMk id="5" creationId="{C06C0BBA-BD07-24F0-9764-AD9FDA90A804}"/>
          </ac:graphicFrameMkLst>
        </pc:graphicFrameChg>
      </pc:sldChg>
      <pc:sldChg chg="addSp modSp new mod ord">
        <pc:chgData name="Ben C L FUNG" userId="2bc1a8d8-82cc-46fb-a66a-21e3967849fb" providerId="ADAL" clId="{08BEB16A-03F6-4D4E-BC29-8B1D04F3E4C2}" dt="2023-03-08T16:11:46.434" v="2478" actId="1076"/>
        <pc:sldMkLst>
          <pc:docMk/>
          <pc:sldMk cId="1549509598" sldId="272"/>
        </pc:sldMkLst>
        <pc:spChg chg="mod">
          <ac:chgData name="Ben C L FUNG" userId="2bc1a8d8-82cc-46fb-a66a-21e3967849fb" providerId="ADAL" clId="{08BEB16A-03F6-4D4E-BC29-8B1D04F3E4C2}" dt="2023-03-08T15:21:54.472" v="1763" actId="20577"/>
          <ac:spMkLst>
            <pc:docMk/>
            <pc:sldMk cId="1549509598" sldId="272"/>
            <ac:spMk id="2" creationId="{8F655D75-B15A-66E2-0F33-5B6C611B8FD1}"/>
          </ac:spMkLst>
        </pc:spChg>
        <pc:spChg chg="mod">
          <ac:chgData name="Ben C L FUNG" userId="2bc1a8d8-82cc-46fb-a66a-21e3967849fb" providerId="ADAL" clId="{08BEB16A-03F6-4D4E-BC29-8B1D04F3E4C2}" dt="2023-03-08T15:22:41.448" v="1815" actId="20577"/>
          <ac:spMkLst>
            <pc:docMk/>
            <pc:sldMk cId="1549509598" sldId="272"/>
            <ac:spMk id="3" creationId="{99EA868F-122C-8D05-16C9-8B7CA5085B8A}"/>
          </ac:spMkLst>
        </pc:spChg>
        <pc:spChg chg="add mod">
          <ac:chgData name="Ben C L FUNG" userId="2bc1a8d8-82cc-46fb-a66a-21e3967849fb" providerId="ADAL" clId="{08BEB16A-03F6-4D4E-BC29-8B1D04F3E4C2}" dt="2023-03-08T16:11:44.170" v="2477" actId="164"/>
          <ac:spMkLst>
            <pc:docMk/>
            <pc:sldMk cId="1549509598" sldId="272"/>
            <ac:spMk id="7" creationId="{5771156E-63B5-3B6B-BF65-3EB559167305}"/>
          </ac:spMkLst>
        </pc:spChg>
        <pc:spChg chg="add mod">
          <ac:chgData name="Ben C L FUNG" userId="2bc1a8d8-82cc-46fb-a66a-21e3967849fb" providerId="ADAL" clId="{08BEB16A-03F6-4D4E-BC29-8B1D04F3E4C2}" dt="2023-03-08T16:11:44.170" v="2477" actId="164"/>
          <ac:spMkLst>
            <pc:docMk/>
            <pc:sldMk cId="1549509598" sldId="272"/>
            <ac:spMk id="9" creationId="{4690C895-C040-4417-D6BC-3992C0D25829}"/>
          </ac:spMkLst>
        </pc:spChg>
        <pc:spChg chg="add mod">
          <ac:chgData name="Ben C L FUNG" userId="2bc1a8d8-82cc-46fb-a66a-21e3967849fb" providerId="ADAL" clId="{08BEB16A-03F6-4D4E-BC29-8B1D04F3E4C2}" dt="2023-03-08T16:11:44.170" v="2477" actId="164"/>
          <ac:spMkLst>
            <pc:docMk/>
            <pc:sldMk cId="1549509598" sldId="272"/>
            <ac:spMk id="11" creationId="{156A6274-576B-5FC6-6468-9951D2677D70}"/>
          </ac:spMkLst>
        </pc:spChg>
        <pc:spChg chg="add mod">
          <ac:chgData name="Ben C L FUNG" userId="2bc1a8d8-82cc-46fb-a66a-21e3967849fb" providerId="ADAL" clId="{08BEB16A-03F6-4D4E-BC29-8B1D04F3E4C2}" dt="2023-03-08T16:11:44.170" v="2477" actId="164"/>
          <ac:spMkLst>
            <pc:docMk/>
            <pc:sldMk cId="1549509598" sldId="272"/>
            <ac:spMk id="12" creationId="{E969D5A9-6ACD-8C89-F7CD-8C44C8F50239}"/>
          </ac:spMkLst>
        </pc:spChg>
        <pc:spChg chg="add mod">
          <ac:chgData name="Ben C L FUNG" userId="2bc1a8d8-82cc-46fb-a66a-21e3967849fb" providerId="ADAL" clId="{08BEB16A-03F6-4D4E-BC29-8B1D04F3E4C2}" dt="2023-03-08T16:11:44.170" v="2477" actId="164"/>
          <ac:spMkLst>
            <pc:docMk/>
            <pc:sldMk cId="1549509598" sldId="272"/>
            <ac:spMk id="14" creationId="{009D9219-9E6F-0607-4394-3A21768209B4}"/>
          </ac:spMkLst>
        </pc:spChg>
        <pc:grpChg chg="add mod">
          <ac:chgData name="Ben C L FUNG" userId="2bc1a8d8-82cc-46fb-a66a-21e3967849fb" providerId="ADAL" clId="{08BEB16A-03F6-4D4E-BC29-8B1D04F3E4C2}" dt="2023-03-08T16:11:46.434" v="2478" actId="1076"/>
          <ac:grpSpMkLst>
            <pc:docMk/>
            <pc:sldMk cId="1549509598" sldId="272"/>
            <ac:grpSpMk id="15" creationId="{8CD46048-24AE-6E46-0F08-E606690F8B85}"/>
          </ac:grpSpMkLst>
        </pc:grpChg>
        <pc:picChg chg="add mod">
          <ac:chgData name="Ben C L FUNG" userId="2bc1a8d8-82cc-46fb-a66a-21e3967849fb" providerId="ADAL" clId="{08BEB16A-03F6-4D4E-BC29-8B1D04F3E4C2}" dt="2023-03-08T16:11:44.170" v="2477" actId="164"/>
          <ac:picMkLst>
            <pc:docMk/>
            <pc:sldMk cId="1549509598" sldId="272"/>
            <ac:picMk id="6" creationId="{AFF66470-306D-85B9-2C02-65FAE8688F15}"/>
          </ac:picMkLst>
        </pc:picChg>
      </pc:sldChg>
      <pc:sldChg chg="addSp delSp modSp new del mod modClrScheme chgLayout">
        <pc:chgData name="Ben C L FUNG" userId="2bc1a8d8-82cc-46fb-a66a-21e3967849fb" providerId="ADAL" clId="{08BEB16A-03F6-4D4E-BC29-8B1D04F3E4C2}" dt="2023-03-08T14:56:38.313" v="1405" actId="47"/>
        <pc:sldMkLst>
          <pc:docMk/>
          <pc:sldMk cId="3908293270" sldId="272"/>
        </pc:sldMkLst>
        <pc:spChg chg="del mod ord">
          <ac:chgData name="Ben C L FUNG" userId="2bc1a8d8-82cc-46fb-a66a-21e3967849fb" providerId="ADAL" clId="{08BEB16A-03F6-4D4E-BC29-8B1D04F3E4C2}" dt="2023-03-08T14:56:02.892" v="1394" actId="700"/>
          <ac:spMkLst>
            <pc:docMk/>
            <pc:sldMk cId="3908293270" sldId="272"/>
            <ac:spMk id="2" creationId="{181DD7FC-91AC-1A09-227E-976A16C2903E}"/>
          </ac:spMkLst>
        </pc:spChg>
        <pc:spChg chg="del mod ord">
          <ac:chgData name="Ben C L FUNG" userId="2bc1a8d8-82cc-46fb-a66a-21e3967849fb" providerId="ADAL" clId="{08BEB16A-03F6-4D4E-BC29-8B1D04F3E4C2}" dt="2023-03-08T14:56:02.892" v="1394" actId="700"/>
          <ac:spMkLst>
            <pc:docMk/>
            <pc:sldMk cId="3908293270" sldId="272"/>
            <ac:spMk id="3" creationId="{AF2D528C-D77E-94C6-30FA-A60568B99CE1}"/>
          </ac:spMkLst>
        </pc:spChg>
        <pc:spChg chg="mod ord">
          <ac:chgData name="Ben C L FUNG" userId="2bc1a8d8-82cc-46fb-a66a-21e3967849fb" providerId="ADAL" clId="{08BEB16A-03F6-4D4E-BC29-8B1D04F3E4C2}" dt="2023-03-08T14:56:02.892" v="1394" actId="700"/>
          <ac:spMkLst>
            <pc:docMk/>
            <pc:sldMk cId="3908293270" sldId="272"/>
            <ac:spMk id="4" creationId="{8E47B972-3991-0FDB-6A61-A289C08224C5}"/>
          </ac:spMkLst>
        </pc:spChg>
        <pc:spChg chg="add del mod">
          <ac:chgData name="Ben C L FUNG" userId="2bc1a8d8-82cc-46fb-a66a-21e3967849fb" providerId="ADAL" clId="{08BEB16A-03F6-4D4E-BC29-8B1D04F3E4C2}" dt="2023-03-08T14:56:30.494" v="1404"/>
          <ac:spMkLst>
            <pc:docMk/>
            <pc:sldMk cId="3908293270" sldId="272"/>
            <ac:spMk id="6" creationId="{DD8FAB30-979F-A353-3342-1625AB77F43B}"/>
          </ac:spMkLst>
        </pc:spChg>
        <pc:spChg chg="add mod ord">
          <ac:chgData name="Ben C L FUNG" userId="2bc1a8d8-82cc-46fb-a66a-21e3967849fb" providerId="ADAL" clId="{08BEB16A-03F6-4D4E-BC29-8B1D04F3E4C2}" dt="2023-03-08T14:56:02.892" v="1394" actId="700"/>
          <ac:spMkLst>
            <pc:docMk/>
            <pc:sldMk cId="3908293270" sldId="272"/>
            <ac:spMk id="7" creationId="{97ABCDE0-22A9-143E-FF05-4157102A2E8A}"/>
          </ac:spMkLst>
        </pc:spChg>
        <pc:spChg chg="add mod ord">
          <ac:chgData name="Ben C L FUNG" userId="2bc1a8d8-82cc-46fb-a66a-21e3967849fb" providerId="ADAL" clId="{08BEB16A-03F6-4D4E-BC29-8B1D04F3E4C2}" dt="2023-03-08T14:56:16.441" v="1401" actId="27636"/>
          <ac:spMkLst>
            <pc:docMk/>
            <pc:sldMk cId="3908293270" sldId="272"/>
            <ac:spMk id="8" creationId="{3E097634-2247-8091-BFD0-303B2801B1B2}"/>
          </ac:spMkLst>
        </pc:spChg>
        <pc:spChg chg="add mod ord">
          <ac:chgData name="Ben C L FUNG" userId="2bc1a8d8-82cc-46fb-a66a-21e3967849fb" providerId="ADAL" clId="{08BEB16A-03F6-4D4E-BC29-8B1D04F3E4C2}" dt="2023-03-08T14:56:16.443" v="1402" actId="27636"/>
          <ac:spMkLst>
            <pc:docMk/>
            <pc:sldMk cId="3908293270" sldId="272"/>
            <ac:spMk id="9" creationId="{B09B3352-85DF-018E-C2C3-C7360587C6CA}"/>
          </ac:spMkLst>
        </pc:spChg>
      </pc:sldChg>
      <pc:sldChg chg="modSp new mod">
        <pc:chgData name="Ben C L FUNG" userId="2bc1a8d8-82cc-46fb-a66a-21e3967849fb" providerId="ADAL" clId="{08BEB16A-03F6-4D4E-BC29-8B1D04F3E4C2}" dt="2023-03-08T16:16:42.636" v="2543" actId="20577"/>
        <pc:sldMkLst>
          <pc:docMk/>
          <pc:sldMk cId="564569542" sldId="273"/>
        </pc:sldMkLst>
        <pc:spChg chg="mod">
          <ac:chgData name="Ben C L FUNG" userId="2bc1a8d8-82cc-46fb-a66a-21e3967849fb" providerId="ADAL" clId="{08BEB16A-03F6-4D4E-BC29-8B1D04F3E4C2}" dt="2023-03-08T16:16:42.636" v="2543" actId="20577"/>
          <ac:spMkLst>
            <pc:docMk/>
            <pc:sldMk cId="564569542" sldId="273"/>
            <ac:spMk id="2" creationId="{D813D87D-D011-CE1B-6D5A-814E775C07B2}"/>
          </ac:spMkLst>
        </pc:spChg>
        <pc:spChg chg="mod">
          <ac:chgData name="Ben C L FUNG" userId="2bc1a8d8-82cc-46fb-a66a-21e3967849fb" providerId="ADAL" clId="{08BEB16A-03F6-4D4E-BC29-8B1D04F3E4C2}" dt="2023-03-08T15:43:55.681" v="2050" actId="20577"/>
          <ac:spMkLst>
            <pc:docMk/>
            <pc:sldMk cId="564569542" sldId="273"/>
            <ac:spMk id="3" creationId="{9B021383-F063-E037-1B30-2A141CBAF021}"/>
          </ac:spMkLst>
        </pc:spChg>
      </pc:sldChg>
      <pc:sldChg chg="addSp delSp modSp new mod">
        <pc:chgData name="Ben C L FUNG" userId="2bc1a8d8-82cc-46fb-a66a-21e3967849fb" providerId="ADAL" clId="{08BEB16A-03F6-4D4E-BC29-8B1D04F3E4C2}" dt="2023-03-08T16:04:39.624" v="2425" actId="207"/>
        <pc:sldMkLst>
          <pc:docMk/>
          <pc:sldMk cId="216419523" sldId="274"/>
        </pc:sldMkLst>
        <pc:spChg chg="mod">
          <ac:chgData name="Ben C L FUNG" userId="2bc1a8d8-82cc-46fb-a66a-21e3967849fb" providerId="ADAL" clId="{08BEB16A-03F6-4D4E-BC29-8B1D04F3E4C2}" dt="2023-03-08T15:46:06.881" v="2076" actId="20577"/>
          <ac:spMkLst>
            <pc:docMk/>
            <pc:sldMk cId="216419523" sldId="274"/>
            <ac:spMk id="2" creationId="{F8B98E8C-C9C7-499D-BF58-186241F5E8F4}"/>
          </ac:spMkLst>
        </pc:spChg>
        <pc:spChg chg="mod">
          <ac:chgData name="Ben C L FUNG" userId="2bc1a8d8-82cc-46fb-a66a-21e3967849fb" providerId="ADAL" clId="{08BEB16A-03F6-4D4E-BC29-8B1D04F3E4C2}" dt="2023-03-08T16:04:39.624" v="2425" actId="207"/>
          <ac:spMkLst>
            <pc:docMk/>
            <pc:sldMk cId="216419523" sldId="274"/>
            <ac:spMk id="3" creationId="{3AA0ACC7-A29A-F624-9B8C-F22F283940B0}"/>
          </ac:spMkLst>
        </pc:spChg>
        <pc:spChg chg="add mod">
          <ac:chgData name="Ben C L FUNG" userId="2bc1a8d8-82cc-46fb-a66a-21e3967849fb" providerId="ADAL" clId="{08BEB16A-03F6-4D4E-BC29-8B1D04F3E4C2}" dt="2023-03-08T15:54:30.105" v="2262" actId="1076"/>
          <ac:spMkLst>
            <pc:docMk/>
            <pc:sldMk cId="216419523" sldId="274"/>
            <ac:spMk id="6" creationId="{A75E6E75-B134-DB48-26D5-72D154DEC771}"/>
          </ac:spMkLst>
        </pc:spChg>
        <pc:spChg chg="add del mod">
          <ac:chgData name="Ben C L FUNG" userId="2bc1a8d8-82cc-46fb-a66a-21e3967849fb" providerId="ADAL" clId="{08BEB16A-03F6-4D4E-BC29-8B1D04F3E4C2}" dt="2023-03-08T15:53:28.610" v="2248" actId="478"/>
          <ac:spMkLst>
            <pc:docMk/>
            <pc:sldMk cId="216419523" sldId="274"/>
            <ac:spMk id="8" creationId="{1EE5425C-E914-FD7F-A9BC-B2F12D5EC7FF}"/>
          </ac:spMkLst>
        </pc:spChg>
        <pc:graphicFrameChg chg="add mod modGraphic">
          <ac:chgData name="Ben C L FUNG" userId="2bc1a8d8-82cc-46fb-a66a-21e3967849fb" providerId="ADAL" clId="{08BEB16A-03F6-4D4E-BC29-8B1D04F3E4C2}" dt="2023-03-08T16:04:14.736" v="2423" actId="207"/>
          <ac:graphicFrameMkLst>
            <pc:docMk/>
            <pc:sldMk cId="216419523" sldId="274"/>
            <ac:graphicFrameMk id="9" creationId="{F9250277-0779-6F90-B92B-ACC757540060}"/>
          </ac:graphicFrameMkLst>
        </pc:graphicFrameChg>
      </pc:sldChg>
      <pc:sldChg chg="modSp add mod ord">
        <pc:chgData name="Ben C L FUNG" userId="2bc1a8d8-82cc-46fb-a66a-21e3967849fb" providerId="ADAL" clId="{08BEB16A-03F6-4D4E-BC29-8B1D04F3E4C2}" dt="2023-03-08T15:59:59.330" v="2400" actId="20577"/>
        <pc:sldMkLst>
          <pc:docMk/>
          <pc:sldMk cId="3394436688" sldId="294"/>
        </pc:sldMkLst>
        <pc:spChg chg="mod">
          <ac:chgData name="Ben C L FUNG" userId="2bc1a8d8-82cc-46fb-a66a-21e3967849fb" providerId="ADAL" clId="{08BEB16A-03F6-4D4E-BC29-8B1D04F3E4C2}" dt="2023-03-08T15:59:59.330" v="2400" actId="20577"/>
          <ac:spMkLst>
            <pc:docMk/>
            <pc:sldMk cId="3394436688" sldId="294"/>
            <ac:spMk id="2" creationId="{00000000-0000-0000-0000-000000000000}"/>
          </ac:spMkLst>
        </pc:spChg>
      </pc:sldChg>
      <pc:sldChg chg="modSp add mod">
        <pc:chgData name="Ben C L FUNG" userId="2bc1a8d8-82cc-46fb-a66a-21e3967849fb" providerId="ADAL" clId="{08BEB16A-03F6-4D4E-BC29-8B1D04F3E4C2}" dt="2023-03-08T16:01:05.451" v="2413" actId="27636"/>
        <pc:sldMkLst>
          <pc:docMk/>
          <pc:sldMk cId="2513187030" sldId="316"/>
        </pc:sldMkLst>
        <pc:spChg chg="mod">
          <ac:chgData name="Ben C L FUNG" userId="2bc1a8d8-82cc-46fb-a66a-21e3967849fb" providerId="ADAL" clId="{08BEB16A-03F6-4D4E-BC29-8B1D04F3E4C2}" dt="2023-03-08T16:01:05.451" v="2413" actId="27636"/>
          <ac:spMkLst>
            <pc:docMk/>
            <pc:sldMk cId="2513187030" sldId="316"/>
            <ac:spMk id="2" creationId="{00000000-0000-0000-0000-000000000000}"/>
          </ac:spMkLst>
        </pc:spChg>
      </pc:sldChg>
      <pc:sldChg chg="addSp delSp modSp new mod setBg">
        <pc:chgData name="Ben C L FUNG" userId="2bc1a8d8-82cc-46fb-a66a-21e3967849fb" providerId="ADAL" clId="{08BEB16A-03F6-4D4E-BC29-8B1D04F3E4C2}" dt="2023-03-08T16:09:43.787" v="2476" actId="14100"/>
        <pc:sldMkLst>
          <pc:docMk/>
          <pc:sldMk cId="2503447893" sldId="317"/>
        </pc:sldMkLst>
        <pc:spChg chg="add del mod">
          <ac:chgData name="Ben C L FUNG" userId="2bc1a8d8-82cc-46fb-a66a-21e3967849fb" providerId="ADAL" clId="{08BEB16A-03F6-4D4E-BC29-8B1D04F3E4C2}" dt="2023-03-08T16:09:43.787" v="2476" actId="14100"/>
          <ac:spMkLst>
            <pc:docMk/>
            <pc:sldMk cId="2503447893" sldId="317"/>
            <ac:spMk id="2" creationId="{7FA09C08-049F-A63F-EFAD-A4BD0504F6E4}"/>
          </ac:spMkLst>
        </pc:spChg>
        <pc:spChg chg="del">
          <ac:chgData name="Ben C L FUNG" userId="2bc1a8d8-82cc-46fb-a66a-21e3967849fb" providerId="ADAL" clId="{08BEB16A-03F6-4D4E-BC29-8B1D04F3E4C2}" dt="2023-03-08T16:07:11.443" v="2439"/>
          <ac:spMkLst>
            <pc:docMk/>
            <pc:sldMk cId="2503447893" sldId="317"/>
            <ac:spMk id="3" creationId="{59AFDE8B-E75D-8FA4-683A-42555164B835}"/>
          </ac:spMkLst>
        </pc:spChg>
        <pc:spChg chg="mod ord">
          <ac:chgData name="Ben C L FUNG" userId="2bc1a8d8-82cc-46fb-a66a-21e3967849fb" providerId="ADAL" clId="{08BEB16A-03F6-4D4E-BC29-8B1D04F3E4C2}" dt="2023-03-08T16:09:13.965" v="2468" actId="26606"/>
          <ac:spMkLst>
            <pc:docMk/>
            <pc:sldMk cId="2503447893" sldId="317"/>
            <ac:spMk id="4" creationId="{01356A39-E55F-11B4-6556-F6AF54075A73}"/>
          </ac:spMkLst>
        </pc:spChg>
        <pc:spChg chg="add del mod">
          <ac:chgData name="Ben C L FUNG" userId="2bc1a8d8-82cc-46fb-a66a-21e3967849fb" providerId="ADAL" clId="{08BEB16A-03F6-4D4E-BC29-8B1D04F3E4C2}" dt="2023-03-08T16:08:48.557" v="2460" actId="21"/>
          <ac:spMkLst>
            <pc:docMk/>
            <pc:sldMk cId="2503447893" sldId="317"/>
            <ac:spMk id="6" creationId="{A8A973DA-11D3-67F0-BC6F-BF1058B00A02}"/>
          </ac:spMkLst>
        </pc:spChg>
        <pc:spChg chg="add del mod">
          <ac:chgData name="Ben C L FUNG" userId="2bc1a8d8-82cc-46fb-a66a-21e3967849fb" providerId="ADAL" clId="{08BEB16A-03F6-4D4E-BC29-8B1D04F3E4C2}" dt="2023-03-08T16:08:42.193" v="2458" actId="478"/>
          <ac:spMkLst>
            <pc:docMk/>
            <pc:sldMk cId="2503447893" sldId="317"/>
            <ac:spMk id="8" creationId="{4A106A0C-C97C-A352-02AF-6A2F47AC45D1}"/>
          </ac:spMkLst>
        </pc:spChg>
        <pc:spChg chg="add mod">
          <ac:chgData name="Ben C L FUNG" userId="2bc1a8d8-82cc-46fb-a66a-21e3967849fb" providerId="ADAL" clId="{08BEB16A-03F6-4D4E-BC29-8B1D04F3E4C2}" dt="2023-03-08T16:09:35.674" v="2474" actId="1076"/>
          <ac:spMkLst>
            <pc:docMk/>
            <pc:sldMk cId="2503447893" sldId="317"/>
            <ac:spMk id="9" creationId="{5C7A7357-A101-3695-A6B9-43A46F08942B}"/>
          </ac:spMkLst>
        </pc:spChg>
        <pc:spChg chg="add del">
          <ac:chgData name="Ben C L FUNG" userId="2bc1a8d8-82cc-46fb-a66a-21e3967849fb" providerId="ADAL" clId="{08BEB16A-03F6-4D4E-BC29-8B1D04F3E4C2}" dt="2023-03-08T16:09:13.965" v="2468" actId="26606"/>
          <ac:spMkLst>
            <pc:docMk/>
            <pc:sldMk cId="2503447893" sldId="317"/>
            <ac:spMk id="3079" creationId="{3F4C104D-5F30-4811-9376-566B26E4719A}"/>
          </ac:spMkLst>
        </pc:spChg>
        <pc:spChg chg="add del">
          <ac:chgData name="Ben C L FUNG" userId="2bc1a8d8-82cc-46fb-a66a-21e3967849fb" providerId="ADAL" clId="{08BEB16A-03F6-4D4E-BC29-8B1D04F3E4C2}" dt="2023-03-08T16:09:13.965" v="2468" actId="26606"/>
          <ac:spMkLst>
            <pc:docMk/>
            <pc:sldMk cId="2503447893" sldId="317"/>
            <ac:spMk id="3081" creationId="{0815E34B-5D02-4E01-A936-E8E1C0AB6F12}"/>
          </ac:spMkLst>
        </pc:spChg>
        <pc:spChg chg="add del">
          <ac:chgData name="Ben C L FUNG" userId="2bc1a8d8-82cc-46fb-a66a-21e3967849fb" providerId="ADAL" clId="{08BEB16A-03F6-4D4E-BC29-8B1D04F3E4C2}" dt="2023-03-08T16:09:13.965" v="2468" actId="26606"/>
          <ac:spMkLst>
            <pc:docMk/>
            <pc:sldMk cId="2503447893" sldId="317"/>
            <ac:spMk id="3083" creationId="{7DE3414B-B032-4710-A468-D3285E38C5FF}"/>
          </ac:spMkLst>
        </pc:spChg>
        <pc:spChg chg="add del">
          <ac:chgData name="Ben C L FUNG" userId="2bc1a8d8-82cc-46fb-a66a-21e3967849fb" providerId="ADAL" clId="{08BEB16A-03F6-4D4E-BC29-8B1D04F3E4C2}" dt="2023-03-08T16:08:57.371" v="2462" actId="26606"/>
          <ac:spMkLst>
            <pc:docMk/>
            <pc:sldMk cId="2503447893" sldId="317"/>
            <ac:spMk id="3087" creationId="{26E11845-6EB0-0B35-501F-BB178E0B56F1}"/>
          </ac:spMkLst>
        </pc:spChg>
        <pc:spChg chg="add del">
          <ac:chgData name="Ben C L FUNG" userId="2bc1a8d8-82cc-46fb-a66a-21e3967849fb" providerId="ADAL" clId="{08BEB16A-03F6-4D4E-BC29-8B1D04F3E4C2}" dt="2023-03-08T16:09:13.965" v="2468" actId="26606"/>
          <ac:spMkLst>
            <pc:docMk/>
            <pc:sldMk cId="2503447893" sldId="317"/>
            <ac:spMk id="3089" creationId="{3BFD5415-ADDD-8F28-EA82-2243BB612F1A}"/>
          </ac:spMkLst>
        </pc:spChg>
        <pc:picChg chg="add mod ord">
          <ac:chgData name="Ben C L FUNG" userId="2bc1a8d8-82cc-46fb-a66a-21e3967849fb" providerId="ADAL" clId="{08BEB16A-03F6-4D4E-BC29-8B1D04F3E4C2}" dt="2023-03-08T16:09:25.538" v="2471" actId="1076"/>
          <ac:picMkLst>
            <pc:docMk/>
            <pc:sldMk cId="2503447893" sldId="317"/>
            <ac:picMk id="3074" creationId="{93F484CB-47F8-58F1-B9D5-E216D1A987FB}"/>
          </ac:picMkLst>
        </pc:picChg>
      </pc:sldChg>
      <pc:sldChg chg="addSp modSp new mod">
        <pc:chgData name="Ben C L FUNG" userId="2bc1a8d8-82cc-46fb-a66a-21e3967849fb" providerId="ADAL" clId="{08BEB16A-03F6-4D4E-BC29-8B1D04F3E4C2}" dt="2023-03-08T16:46:48.797" v="3394" actId="20577"/>
        <pc:sldMkLst>
          <pc:docMk/>
          <pc:sldMk cId="3307386918" sldId="318"/>
        </pc:sldMkLst>
        <pc:spChg chg="mod">
          <ac:chgData name="Ben C L FUNG" userId="2bc1a8d8-82cc-46fb-a66a-21e3967849fb" providerId="ADAL" clId="{08BEB16A-03F6-4D4E-BC29-8B1D04F3E4C2}" dt="2023-03-08T16:15:02.092" v="2519" actId="20577"/>
          <ac:spMkLst>
            <pc:docMk/>
            <pc:sldMk cId="3307386918" sldId="318"/>
            <ac:spMk id="2" creationId="{EF3A68FE-30FA-3126-ABAF-8EBE30A5BE4A}"/>
          </ac:spMkLst>
        </pc:spChg>
        <pc:spChg chg="mod">
          <ac:chgData name="Ben C L FUNG" userId="2bc1a8d8-82cc-46fb-a66a-21e3967849fb" providerId="ADAL" clId="{08BEB16A-03F6-4D4E-BC29-8B1D04F3E4C2}" dt="2023-03-08T16:46:48.797" v="3394" actId="20577"/>
          <ac:spMkLst>
            <pc:docMk/>
            <pc:sldMk cId="3307386918" sldId="318"/>
            <ac:spMk id="3" creationId="{7C6B2A41-B58F-4C64-FA4C-CC72686D014C}"/>
          </ac:spMkLst>
        </pc:spChg>
        <pc:spChg chg="add mod">
          <ac:chgData name="Ben C L FUNG" userId="2bc1a8d8-82cc-46fb-a66a-21e3967849fb" providerId="ADAL" clId="{08BEB16A-03F6-4D4E-BC29-8B1D04F3E4C2}" dt="2023-03-08T16:15:44.915" v="2522" actId="14100"/>
          <ac:spMkLst>
            <pc:docMk/>
            <pc:sldMk cId="3307386918" sldId="318"/>
            <ac:spMk id="6" creationId="{CFA1D47B-0714-DED6-73DF-B6E1F705AC12}"/>
          </ac:spMkLst>
        </pc:spChg>
      </pc:sldChg>
      <pc:sldChg chg="modSp new mod">
        <pc:chgData name="Ben C L FUNG" userId="2bc1a8d8-82cc-46fb-a66a-21e3967849fb" providerId="ADAL" clId="{08BEB16A-03F6-4D4E-BC29-8B1D04F3E4C2}" dt="2023-03-08T16:49:20.461" v="3508" actId="20577"/>
        <pc:sldMkLst>
          <pc:docMk/>
          <pc:sldMk cId="2732989297" sldId="319"/>
        </pc:sldMkLst>
        <pc:spChg chg="mod">
          <ac:chgData name="Ben C L FUNG" userId="2bc1a8d8-82cc-46fb-a66a-21e3967849fb" providerId="ADAL" clId="{08BEB16A-03F6-4D4E-BC29-8B1D04F3E4C2}" dt="2023-03-08T16:46:09.029" v="3329" actId="20577"/>
          <ac:spMkLst>
            <pc:docMk/>
            <pc:sldMk cId="2732989297" sldId="319"/>
            <ac:spMk id="2" creationId="{D236A50E-9978-D35A-C5E6-5323D9DA331C}"/>
          </ac:spMkLst>
        </pc:spChg>
        <pc:spChg chg="mod">
          <ac:chgData name="Ben C L FUNG" userId="2bc1a8d8-82cc-46fb-a66a-21e3967849fb" providerId="ADAL" clId="{08BEB16A-03F6-4D4E-BC29-8B1D04F3E4C2}" dt="2023-03-08T16:49:20.461" v="3508" actId="20577"/>
          <ac:spMkLst>
            <pc:docMk/>
            <pc:sldMk cId="2732989297" sldId="319"/>
            <ac:spMk id="3" creationId="{8C8A9769-B1C4-3D73-17BB-804A09A3D887}"/>
          </ac:spMkLst>
        </pc:spChg>
      </pc:sldChg>
      <pc:sldChg chg="addSp delSp modSp new mod">
        <pc:chgData name="Ben C L FUNG" userId="2bc1a8d8-82cc-46fb-a66a-21e3967849fb" providerId="ADAL" clId="{08BEB16A-03F6-4D4E-BC29-8B1D04F3E4C2}" dt="2023-03-08T16:40:18.686" v="3182" actId="6549"/>
        <pc:sldMkLst>
          <pc:docMk/>
          <pc:sldMk cId="2658833535" sldId="320"/>
        </pc:sldMkLst>
        <pc:spChg chg="mod">
          <ac:chgData name="Ben C L FUNG" userId="2bc1a8d8-82cc-46fb-a66a-21e3967849fb" providerId="ADAL" clId="{08BEB16A-03F6-4D4E-BC29-8B1D04F3E4C2}" dt="2023-03-08T16:39:06.701" v="3122"/>
          <ac:spMkLst>
            <pc:docMk/>
            <pc:sldMk cId="2658833535" sldId="320"/>
            <ac:spMk id="2" creationId="{2092E816-C4E7-D3B5-DDA7-3A7DD7B243FF}"/>
          </ac:spMkLst>
        </pc:spChg>
        <pc:spChg chg="mod">
          <ac:chgData name="Ben C L FUNG" userId="2bc1a8d8-82cc-46fb-a66a-21e3967849fb" providerId="ADAL" clId="{08BEB16A-03F6-4D4E-BC29-8B1D04F3E4C2}" dt="2023-03-08T16:40:18.686" v="3182" actId="6549"/>
          <ac:spMkLst>
            <pc:docMk/>
            <pc:sldMk cId="2658833535" sldId="320"/>
            <ac:spMk id="3" creationId="{33C1F753-8275-0E43-BEDA-DDC5342A7B9F}"/>
          </ac:spMkLst>
        </pc:spChg>
        <pc:spChg chg="mod">
          <ac:chgData name="Ben C L FUNG" userId="2bc1a8d8-82cc-46fb-a66a-21e3967849fb" providerId="ADAL" clId="{08BEB16A-03F6-4D4E-BC29-8B1D04F3E4C2}" dt="2023-03-08T16:39:06.701" v="3122"/>
          <ac:spMkLst>
            <pc:docMk/>
            <pc:sldMk cId="2658833535" sldId="320"/>
            <ac:spMk id="4" creationId="{63428C9B-4166-F7C4-7BB9-A3C74F933181}"/>
          </ac:spMkLst>
        </pc:spChg>
        <pc:spChg chg="add mod">
          <ac:chgData name="Ben C L FUNG" userId="2bc1a8d8-82cc-46fb-a66a-21e3967849fb" providerId="ADAL" clId="{08BEB16A-03F6-4D4E-BC29-8B1D04F3E4C2}" dt="2023-03-08T16:29:03.525" v="2796" actId="1076"/>
          <ac:spMkLst>
            <pc:docMk/>
            <pc:sldMk cId="2658833535" sldId="320"/>
            <ac:spMk id="6" creationId="{EAD0267C-F7DD-39F8-C030-00EB549C3778}"/>
          </ac:spMkLst>
        </pc:spChg>
        <pc:spChg chg="add del mod">
          <ac:chgData name="Ben C L FUNG" userId="2bc1a8d8-82cc-46fb-a66a-21e3967849fb" providerId="ADAL" clId="{08BEB16A-03F6-4D4E-BC29-8B1D04F3E4C2}" dt="2023-03-08T16:39:06.701" v="3122"/>
          <ac:spMkLst>
            <pc:docMk/>
            <pc:sldMk cId="2658833535" sldId="320"/>
            <ac:spMk id="7" creationId="{711C2FE9-91B1-B5A6-43CF-14129B79AC82}"/>
          </ac:spMkLst>
        </pc:spChg>
        <pc:spChg chg="add del mod">
          <ac:chgData name="Ben C L FUNG" userId="2bc1a8d8-82cc-46fb-a66a-21e3967849fb" providerId="ADAL" clId="{08BEB16A-03F6-4D4E-BC29-8B1D04F3E4C2}" dt="2023-03-08T16:39:06.701" v="3122"/>
          <ac:spMkLst>
            <pc:docMk/>
            <pc:sldMk cId="2658833535" sldId="320"/>
            <ac:spMk id="8" creationId="{55C509A4-B12B-9AFB-959A-1C9E5B11CC1B}"/>
          </ac:spMkLst>
        </pc:spChg>
        <pc:spChg chg="add del mod">
          <ac:chgData name="Ben C L FUNG" userId="2bc1a8d8-82cc-46fb-a66a-21e3967849fb" providerId="ADAL" clId="{08BEB16A-03F6-4D4E-BC29-8B1D04F3E4C2}" dt="2023-03-08T16:39:06.701" v="3122"/>
          <ac:spMkLst>
            <pc:docMk/>
            <pc:sldMk cId="2658833535" sldId="320"/>
            <ac:spMk id="9" creationId="{334E509A-50A8-4FE2-A4D4-4E9D6D93EE91}"/>
          </ac:spMkLst>
        </pc:spChg>
      </pc:sldChg>
      <pc:sldChg chg="addSp delSp modSp new mod setBg chgLayout modNotesTx">
        <pc:chgData name="Ben C L FUNG" userId="2bc1a8d8-82cc-46fb-a66a-21e3967849fb" providerId="ADAL" clId="{08BEB16A-03F6-4D4E-BC29-8B1D04F3E4C2}" dt="2023-03-08T16:53:04.317" v="3576" actId="14100"/>
        <pc:sldMkLst>
          <pc:docMk/>
          <pc:sldMk cId="3318363916" sldId="321"/>
        </pc:sldMkLst>
        <pc:spChg chg="mod ord">
          <ac:chgData name="Ben C L FUNG" userId="2bc1a8d8-82cc-46fb-a66a-21e3967849fb" providerId="ADAL" clId="{08BEB16A-03F6-4D4E-BC29-8B1D04F3E4C2}" dt="2023-03-08T16:53:04.317" v="3576" actId="14100"/>
          <ac:spMkLst>
            <pc:docMk/>
            <pc:sldMk cId="3318363916" sldId="321"/>
            <ac:spMk id="2" creationId="{9436D019-D4FD-126F-03ED-EAE7F39D9DC5}"/>
          </ac:spMkLst>
        </pc:spChg>
        <pc:spChg chg="mod ord">
          <ac:chgData name="Ben C L FUNG" userId="2bc1a8d8-82cc-46fb-a66a-21e3967849fb" providerId="ADAL" clId="{08BEB16A-03F6-4D4E-BC29-8B1D04F3E4C2}" dt="2023-03-08T16:41:18.140" v="3199" actId="14100"/>
          <ac:spMkLst>
            <pc:docMk/>
            <pc:sldMk cId="3318363916" sldId="321"/>
            <ac:spMk id="3" creationId="{B6246410-60EB-0E4E-4594-4D55EDEEDB30}"/>
          </ac:spMkLst>
        </pc:spChg>
        <pc:spChg chg="mod ord">
          <ac:chgData name="Ben C L FUNG" userId="2bc1a8d8-82cc-46fb-a66a-21e3967849fb" providerId="ADAL" clId="{08BEB16A-03F6-4D4E-BC29-8B1D04F3E4C2}" dt="2023-03-08T16:40:59.753" v="3196" actId="26606"/>
          <ac:spMkLst>
            <pc:docMk/>
            <pc:sldMk cId="3318363916" sldId="321"/>
            <ac:spMk id="4" creationId="{8EFE398F-21BA-4495-1E3A-4AF239EF7070}"/>
          </ac:spMkLst>
        </pc:spChg>
        <pc:spChg chg="add del mod">
          <ac:chgData name="Ben C L FUNG" userId="2bc1a8d8-82cc-46fb-a66a-21e3967849fb" providerId="ADAL" clId="{08BEB16A-03F6-4D4E-BC29-8B1D04F3E4C2}" dt="2023-03-08T16:38:40.368" v="3115"/>
          <ac:spMkLst>
            <pc:docMk/>
            <pc:sldMk cId="3318363916" sldId="321"/>
            <ac:spMk id="6" creationId="{8FEEF879-592E-98D1-F930-A6116D654077}"/>
          </ac:spMkLst>
        </pc:spChg>
        <pc:spChg chg="add del mod">
          <ac:chgData name="Ben C L FUNG" userId="2bc1a8d8-82cc-46fb-a66a-21e3967849fb" providerId="ADAL" clId="{08BEB16A-03F6-4D4E-BC29-8B1D04F3E4C2}" dt="2023-03-08T16:38:40.368" v="3115"/>
          <ac:spMkLst>
            <pc:docMk/>
            <pc:sldMk cId="3318363916" sldId="321"/>
            <ac:spMk id="7" creationId="{2B167E59-A0BE-0F57-E943-2321031A5D4A}"/>
          </ac:spMkLst>
        </pc:spChg>
        <pc:spChg chg="add del mod">
          <ac:chgData name="Ben C L FUNG" userId="2bc1a8d8-82cc-46fb-a66a-21e3967849fb" providerId="ADAL" clId="{08BEB16A-03F6-4D4E-BC29-8B1D04F3E4C2}" dt="2023-03-08T16:38:40.368" v="3115"/>
          <ac:spMkLst>
            <pc:docMk/>
            <pc:sldMk cId="3318363916" sldId="321"/>
            <ac:spMk id="8" creationId="{5B081232-28AD-B5EA-EE9B-8C7EEC795C45}"/>
          </ac:spMkLst>
        </pc:spChg>
        <pc:spChg chg="add del mod">
          <ac:chgData name="Ben C L FUNG" userId="2bc1a8d8-82cc-46fb-a66a-21e3967849fb" providerId="ADAL" clId="{08BEB16A-03F6-4D4E-BC29-8B1D04F3E4C2}" dt="2023-03-08T16:40:44.437" v="3185"/>
          <ac:spMkLst>
            <pc:docMk/>
            <pc:sldMk cId="3318363916" sldId="321"/>
            <ac:spMk id="9" creationId="{90E9CA03-5DAF-B430-A93F-9A5C6AFF3FD6}"/>
          </ac:spMkLst>
        </pc:spChg>
        <pc:spChg chg="add del mod">
          <ac:chgData name="Ben C L FUNG" userId="2bc1a8d8-82cc-46fb-a66a-21e3967849fb" providerId="ADAL" clId="{08BEB16A-03F6-4D4E-BC29-8B1D04F3E4C2}" dt="2023-03-08T16:40:44.437" v="3185"/>
          <ac:spMkLst>
            <pc:docMk/>
            <pc:sldMk cId="3318363916" sldId="321"/>
            <ac:spMk id="10" creationId="{C4EB55A8-8254-D6E2-A4E2-3DBA523AAC67}"/>
          </ac:spMkLst>
        </pc:spChg>
        <pc:spChg chg="add del mod">
          <ac:chgData name="Ben C L FUNG" userId="2bc1a8d8-82cc-46fb-a66a-21e3967849fb" providerId="ADAL" clId="{08BEB16A-03F6-4D4E-BC29-8B1D04F3E4C2}" dt="2023-03-08T16:40:44.437" v="3185"/>
          <ac:spMkLst>
            <pc:docMk/>
            <pc:sldMk cId="3318363916" sldId="321"/>
            <ac:spMk id="11" creationId="{0316CAB8-7437-863F-D760-EF8076484F38}"/>
          </ac:spMkLst>
        </pc:spChg>
        <pc:spChg chg="add del">
          <ac:chgData name="Ben C L FUNG" userId="2bc1a8d8-82cc-46fb-a66a-21e3967849fb" providerId="ADAL" clId="{08BEB16A-03F6-4D4E-BC29-8B1D04F3E4C2}" dt="2023-03-08T16:40:51.928" v="3187" actId="26606"/>
          <ac:spMkLst>
            <pc:docMk/>
            <pc:sldMk cId="3318363916" sldId="321"/>
            <ac:spMk id="12" creationId="{0815E34B-5D02-4E01-A936-E8E1C0AB6F12}"/>
          </ac:spMkLst>
        </pc:spChg>
        <pc:spChg chg="add del">
          <ac:chgData name="Ben C L FUNG" userId="2bc1a8d8-82cc-46fb-a66a-21e3967849fb" providerId="ADAL" clId="{08BEB16A-03F6-4D4E-BC29-8B1D04F3E4C2}" dt="2023-03-08T16:40:51.928" v="3187" actId="26606"/>
          <ac:spMkLst>
            <pc:docMk/>
            <pc:sldMk cId="3318363916" sldId="321"/>
            <ac:spMk id="13" creationId="{3F4C104D-5F30-4811-9376-566B26E4719A}"/>
          </ac:spMkLst>
        </pc:spChg>
        <pc:spChg chg="add del">
          <ac:chgData name="Ben C L FUNG" userId="2bc1a8d8-82cc-46fb-a66a-21e3967849fb" providerId="ADAL" clId="{08BEB16A-03F6-4D4E-BC29-8B1D04F3E4C2}" dt="2023-03-08T16:40:51.928" v="3187" actId="26606"/>
          <ac:spMkLst>
            <pc:docMk/>
            <pc:sldMk cId="3318363916" sldId="321"/>
            <ac:spMk id="14" creationId="{7DE3414B-B032-4710-A468-D3285E38C5FF}"/>
          </ac:spMkLst>
        </pc:spChg>
        <pc:spChg chg="add del">
          <ac:chgData name="Ben C L FUNG" userId="2bc1a8d8-82cc-46fb-a66a-21e3967849fb" providerId="ADAL" clId="{08BEB16A-03F6-4D4E-BC29-8B1D04F3E4C2}" dt="2023-03-08T16:40:59.735" v="3195" actId="26606"/>
          <ac:spMkLst>
            <pc:docMk/>
            <pc:sldMk cId="3318363916" sldId="321"/>
            <ac:spMk id="15" creationId="{1EDD21E1-BAF0-4314-AB31-82ECB8AC9EA9}"/>
          </ac:spMkLst>
        </pc:spChg>
        <pc:spChg chg="add del">
          <ac:chgData name="Ben C L FUNG" userId="2bc1a8d8-82cc-46fb-a66a-21e3967849fb" providerId="ADAL" clId="{08BEB16A-03F6-4D4E-BC29-8B1D04F3E4C2}" dt="2023-03-08T16:40:54.055" v="3189" actId="26606"/>
          <ac:spMkLst>
            <pc:docMk/>
            <pc:sldMk cId="3318363916" sldId="321"/>
            <ac:spMk id="16" creationId="{3F4C104D-5F30-4811-9376-566B26E4719A}"/>
          </ac:spMkLst>
        </pc:spChg>
        <pc:spChg chg="add del">
          <ac:chgData name="Ben C L FUNG" userId="2bc1a8d8-82cc-46fb-a66a-21e3967849fb" providerId="ADAL" clId="{08BEB16A-03F6-4D4E-BC29-8B1D04F3E4C2}" dt="2023-03-08T16:40:54.055" v="3189" actId="26606"/>
          <ac:spMkLst>
            <pc:docMk/>
            <pc:sldMk cId="3318363916" sldId="321"/>
            <ac:spMk id="17" creationId="{0815E34B-5D02-4E01-A936-E8E1C0AB6F12}"/>
          </ac:spMkLst>
        </pc:spChg>
        <pc:spChg chg="add del">
          <ac:chgData name="Ben C L FUNG" userId="2bc1a8d8-82cc-46fb-a66a-21e3967849fb" providerId="ADAL" clId="{08BEB16A-03F6-4D4E-BC29-8B1D04F3E4C2}" dt="2023-03-08T16:40:54.055" v="3189" actId="26606"/>
          <ac:spMkLst>
            <pc:docMk/>
            <pc:sldMk cId="3318363916" sldId="321"/>
            <ac:spMk id="18" creationId="{7DE3414B-B032-4710-A468-D3285E38C5FF}"/>
          </ac:spMkLst>
        </pc:spChg>
        <pc:spChg chg="add del">
          <ac:chgData name="Ben C L FUNG" userId="2bc1a8d8-82cc-46fb-a66a-21e3967849fb" providerId="ADAL" clId="{08BEB16A-03F6-4D4E-BC29-8B1D04F3E4C2}" dt="2023-03-08T16:40:59.735" v="3195" actId="26606"/>
          <ac:spMkLst>
            <pc:docMk/>
            <pc:sldMk cId="3318363916" sldId="321"/>
            <ac:spMk id="19" creationId="{FDC8619C-F25D-468E-95FA-2A2151D7DDD2}"/>
          </ac:spMkLst>
        </pc:spChg>
        <pc:spChg chg="add del">
          <ac:chgData name="Ben C L FUNG" userId="2bc1a8d8-82cc-46fb-a66a-21e3967849fb" providerId="ADAL" clId="{08BEB16A-03F6-4D4E-BC29-8B1D04F3E4C2}" dt="2023-03-08T16:40:59.735" v="3195" actId="26606"/>
          <ac:spMkLst>
            <pc:docMk/>
            <pc:sldMk cId="3318363916" sldId="321"/>
            <ac:spMk id="20" creationId="{7D9439D6-DEAD-4CEB-A61B-BE3D64D1B598}"/>
          </ac:spMkLst>
        </pc:spChg>
        <pc:spChg chg="add">
          <ac:chgData name="Ben C L FUNG" userId="2bc1a8d8-82cc-46fb-a66a-21e3967849fb" providerId="ADAL" clId="{08BEB16A-03F6-4D4E-BC29-8B1D04F3E4C2}" dt="2023-03-08T16:40:59.753" v="3196" actId="26606"/>
          <ac:spMkLst>
            <pc:docMk/>
            <pc:sldMk cId="3318363916" sldId="321"/>
            <ac:spMk id="22" creationId="{1EDD21E1-BAF0-4314-AB31-82ECB8AC9EA9}"/>
          </ac:spMkLst>
        </pc:spChg>
        <pc:spChg chg="add">
          <ac:chgData name="Ben C L FUNG" userId="2bc1a8d8-82cc-46fb-a66a-21e3967849fb" providerId="ADAL" clId="{08BEB16A-03F6-4D4E-BC29-8B1D04F3E4C2}" dt="2023-03-08T16:40:59.753" v="3196" actId="26606"/>
          <ac:spMkLst>
            <pc:docMk/>
            <pc:sldMk cId="3318363916" sldId="321"/>
            <ac:spMk id="23" creationId="{FDC8619C-F25D-468E-95FA-2A2151D7DDD2}"/>
          </ac:spMkLst>
        </pc:spChg>
        <pc:spChg chg="add">
          <ac:chgData name="Ben C L FUNG" userId="2bc1a8d8-82cc-46fb-a66a-21e3967849fb" providerId="ADAL" clId="{08BEB16A-03F6-4D4E-BC29-8B1D04F3E4C2}" dt="2023-03-08T16:40:59.753" v="3196" actId="26606"/>
          <ac:spMkLst>
            <pc:docMk/>
            <pc:sldMk cId="3318363916" sldId="321"/>
            <ac:spMk id="24" creationId="{7D9439D6-DEAD-4CEB-A61B-BE3D64D1B598}"/>
          </ac:spMkLst>
        </pc:spChg>
        <pc:graphicFrameChg chg="add mod modGraphic">
          <ac:chgData name="Ben C L FUNG" userId="2bc1a8d8-82cc-46fb-a66a-21e3967849fb" providerId="ADAL" clId="{08BEB16A-03F6-4D4E-BC29-8B1D04F3E4C2}" dt="2023-03-08T16:42:06.277" v="3214" actId="20577"/>
          <ac:graphicFrameMkLst>
            <pc:docMk/>
            <pc:sldMk cId="3318363916" sldId="321"/>
            <ac:graphicFrameMk id="5" creationId="{CFE91221-A6D1-58D3-D3A5-4A14829B2ACE}"/>
          </ac:graphicFrameMkLst>
        </pc:graphicFrameChg>
      </pc:sldChg>
      <pc:sldChg chg="addSp modSp new mod">
        <pc:chgData name="Ben C L FUNG" userId="2bc1a8d8-82cc-46fb-a66a-21e3967849fb" providerId="ADAL" clId="{08BEB16A-03F6-4D4E-BC29-8B1D04F3E4C2}" dt="2023-03-08T16:53:19.611" v="3580" actId="27636"/>
        <pc:sldMkLst>
          <pc:docMk/>
          <pc:sldMk cId="361048048" sldId="322"/>
        </pc:sldMkLst>
        <pc:spChg chg="mod">
          <ac:chgData name="Ben C L FUNG" userId="2bc1a8d8-82cc-46fb-a66a-21e3967849fb" providerId="ADAL" clId="{08BEB16A-03F6-4D4E-BC29-8B1D04F3E4C2}" dt="2023-03-08T16:46:04.509" v="3321" actId="20577"/>
          <ac:spMkLst>
            <pc:docMk/>
            <pc:sldMk cId="361048048" sldId="322"/>
            <ac:spMk id="2" creationId="{9A098259-FDF1-81EB-8202-AB072C677EDE}"/>
          </ac:spMkLst>
        </pc:spChg>
        <pc:spChg chg="mod">
          <ac:chgData name="Ben C L FUNG" userId="2bc1a8d8-82cc-46fb-a66a-21e3967849fb" providerId="ADAL" clId="{08BEB16A-03F6-4D4E-BC29-8B1D04F3E4C2}" dt="2023-03-08T16:53:19.611" v="3580" actId="27636"/>
          <ac:spMkLst>
            <pc:docMk/>
            <pc:sldMk cId="361048048" sldId="322"/>
            <ac:spMk id="3" creationId="{C4C58668-C9E7-8CE5-0BA7-52F1BC76052B}"/>
          </ac:spMkLst>
        </pc:spChg>
        <pc:graphicFrameChg chg="add mod modGraphic">
          <ac:chgData name="Ben C L FUNG" userId="2bc1a8d8-82cc-46fb-a66a-21e3967849fb" providerId="ADAL" clId="{08BEB16A-03F6-4D4E-BC29-8B1D04F3E4C2}" dt="2023-03-08T16:51:27.189" v="3557" actId="20577"/>
          <ac:graphicFrameMkLst>
            <pc:docMk/>
            <pc:sldMk cId="361048048" sldId="322"/>
            <ac:graphicFrameMk id="5" creationId="{D128D870-CA40-4D4A-E35A-083B72471609}"/>
          </ac:graphicFrameMkLst>
        </pc:graphicFrameChg>
      </pc:sldChg>
    </pc:docChg>
  </pc:docChgLst>
  <pc:docChgLst>
    <pc:chgData name="Ben C L FUNG" userId="2bc1a8d8-82cc-46fb-a66a-21e3967849fb" providerId="ADAL" clId="{8B799C89-C87E-4820-A850-4650139C5FD2}"/>
    <pc:docChg chg="undo custSel delSld modSld modMainMaster">
      <pc:chgData name="Ben C L FUNG" userId="2bc1a8d8-82cc-46fb-a66a-21e3967849fb" providerId="ADAL" clId="{8B799C89-C87E-4820-A850-4650139C5FD2}" dt="2023-02-22T13:53:46.996" v="14" actId="6549"/>
      <pc:docMkLst>
        <pc:docMk/>
      </pc:docMkLst>
      <pc:sldChg chg="modSp mod">
        <pc:chgData name="Ben C L FUNG" userId="2bc1a8d8-82cc-46fb-a66a-21e3967849fb" providerId="ADAL" clId="{8B799C89-C87E-4820-A850-4650139C5FD2}" dt="2023-02-22T13:53:46.996" v="14" actId="6549"/>
        <pc:sldMkLst>
          <pc:docMk/>
          <pc:sldMk cId="1613474009" sldId="257"/>
        </pc:sldMkLst>
        <pc:spChg chg="mod">
          <ac:chgData name="Ben C L FUNG" userId="2bc1a8d8-82cc-46fb-a66a-21e3967849fb" providerId="ADAL" clId="{8B799C89-C87E-4820-A850-4650139C5FD2}" dt="2023-02-22T13:53:46.996" v="14" actId="6549"/>
          <ac:spMkLst>
            <pc:docMk/>
            <pc:sldMk cId="1613474009" sldId="257"/>
            <ac:spMk id="2" creationId="{00000000-0000-0000-0000-000000000000}"/>
          </ac:spMkLst>
        </pc:spChg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3884615205" sldId="332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34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35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36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37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39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40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41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43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44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46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47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48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49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50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51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52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53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54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55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56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57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59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60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61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62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66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67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70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71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72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73"/>
        </pc:sldMkLst>
      </pc:sldChg>
      <pc:sldMasterChg chg="modSldLayout">
        <pc:chgData name="Ben C L FUNG" userId="2bc1a8d8-82cc-46fb-a66a-21e3967849fb" providerId="ADAL" clId="{8B799C89-C87E-4820-A850-4650139C5FD2}" dt="2023-02-22T13:53:08.251" v="13" actId="1076"/>
        <pc:sldMasterMkLst>
          <pc:docMk/>
          <pc:sldMasterMk cId="1159863621" sldId="2147483922"/>
        </pc:sldMasterMkLst>
        <pc:sldLayoutChg chg="delSp modSp mod">
          <pc:chgData name="Ben C L FUNG" userId="2bc1a8d8-82cc-46fb-a66a-21e3967849fb" providerId="ADAL" clId="{8B799C89-C87E-4820-A850-4650139C5FD2}" dt="2023-02-22T13:52:12.845" v="3" actId="1076"/>
          <pc:sldLayoutMkLst>
            <pc:docMk/>
            <pc:sldMasterMk cId="1159863621" sldId="2147483922"/>
            <pc:sldLayoutMk cId="1378745871" sldId="2147483923"/>
          </pc:sldLayoutMkLst>
          <pc:spChg chg="del mod">
            <ac:chgData name="Ben C L FUNG" userId="2bc1a8d8-82cc-46fb-a66a-21e3967849fb" providerId="ADAL" clId="{8B799C89-C87E-4820-A850-4650139C5FD2}" dt="2023-02-22T13:52:08.064" v="2" actId="478"/>
            <ac:spMkLst>
              <pc:docMk/>
              <pc:sldMasterMk cId="1159863621" sldId="2147483922"/>
              <pc:sldLayoutMk cId="1378745871" sldId="2147483923"/>
              <ac:spMk id="4" creationId="{00000000-0000-0000-0000-000000000000}"/>
            </ac:spMkLst>
          </pc:spChg>
          <pc:spChg chg="mod">
            <ac:chgData name="Ben C L FUNG" userId="2bc1a8d8-82cc-46fb-a66a-21e3967849fb" providerId="ADAL" clId="{8B799C89-C87E-4820-A850-4650139C5FD2}" dt="2023-02-22T13:52:12.845" v="3" actId="1076"/>
            <ac:spMkLst>
              <pc:docMk/>
              <pc:sldMasterMk cId="1159863621" sldId="2147483922"/>
              <pc:sldLayoutMk cId="1378745871" sldId="2147483923"/>
              <ac:spMk id="6" creationId="{00000000-0000-0000-0000-000000000000}"/>
            </ac:spMkLst>
          </pc:spChg>
        </pc:sldLayoutChg>
        <pc:sldLayoutChg chg="delSp modSp mod">
          <pc:chgData name="Ben C L FUNG" userId="2bc1a8d8-82cc-46fb-a66a-21e3967849fb" providerId="ADAL" clId="{8B799C89-C87E-4820-A850-4650139C5FD2}" dt="2023-02-22T13:52:28.099" v="5" actId="1076"/>
          <pc:sldLayoutMkLst>
            <pc:docMk/>
            <pc:sldMasterMk cId="1159863621" sldId="2147483922"/>
            <pc:sldLayoutMk cId="2412465725" sldId="2147483925"/>
          </pc:sldLayoutMkLst>
          <pc:spChg chg="del">
            <ac:chgData name="Ben C L FUNG" userId="2bc1a8d8-82cc-46fb-a66a-21e3967849fb" providerId="ADAL" clId="{8B799C89-C87E-4820-A850-4650139C5FD2}" dt="2023-02-22T13:52:18.932" v="4" actId="478"/>
            <ac:spMkLst>
              <pc:docMk/>
              <pc:sldMasterMk cId="1159863621" sldId="2147483922"/>
              <pc:sldLayoutMk cId="2412465725" sldId="2147483925"/>
              <ac:spMk id="4" creationId="{00000000-0000-0000-0000-000000000000}"/>
            </ac:spMkLst>
          </pc:spChg>
          <pc:spChg chg="mod">
            <ac:chgData name="Ben C L FUNG" userId="2bc1a8d8-82cc-46fb-a66a-21e3967849fb" providerId="ADAL" clId="{8B799C89-C87E-4820-A850-4650139C5FD2}" dt="2023-02-22T13:52:28.099" v="5" actId="1076"/>
            <ac:spMkLst>
              <pc:docMk/>
              <pc:sldMasterMk cId="1159863621" sldId="2147483922"/>
              <pc:sldLayoutMk cId="2412465725" sldId="2147483925"/>
              <ac:spMk id="6" creationId="{00000000-0000-0000-0000-000000000000}"/>
            </ac:spMkLst>
          </pc:spChg>
        </pc:sldLayoutChg>
        <pc:sldLayoutChg chg="delSp modSp mod">
          <pc:chgData name="Ben C L FUNG" userId="2bc1a8d8-82cc-46fb-a66a-21e3967849fb" providerId="ADAL" clId="{8B799C89-C87E-4820-A850-4650139C5FD2}" dt="2023-02-22T13:53:08.251" v="13" actId="1076"/>
          <pc:sldLayoutMkLst>
            <pc:docMk/>
            <pc:sldMasterMk cId="1159863621" sldId="2147483922"/>
            <pc:sldLayoutMk cId="373592849" sldId="2147483926"/>
          </pc:sldLayoutMkLst>
          <pc:spChg chg="del">
            <ac:chgData name="Ben C L FUNG" userId="2bc1a8d8-82cc-46fb-a66a-21e3967849fb" providerId="ADAL" clId="{8B799C89-C87E-4820-A850-4650139C5FD2}" dt="2023-02-22T13:52:56.581" v="10" actId="478"/>
            <ac:spMkLst>
              <pc:docMk/>
              <pc:sldMasterMk cId="1159863621" sldId="2147483922"/>
              <pc:sldLayoutMk cId="373592849" sldId="2147483926"/>
              <ac:spMk id="5" creationId="{00000000-0000-0000-0000-000000000000}"/>
            </ac:spMkLst>
          </pc:spChg>
          <pc:spChg chg="mod">
            <ac:chgData name="Ben C L FUNG" userId="2bc1a8d8-82cc-46fb-a66a-21e3967849fb" providerId="ADAL" clId="{8B799C89-C87E-4820-A850-4650139C5FD2}" dt="2023-02-22T13:53:02.297" v="12" actId="1076"/>
            <ac:spMkLst>
              <pc:docMk/>
              <pc:sldMasterMk cId="1159863621" sldId="2147483922"/>
              <pc:sldLayoutMk cId="373592849" sldId="2147483926"/>
              <ac:spMk id="10" creationId="{00000000-0000-0000-0000-000000000000}"/>
            </ac:spMkLst>
          </pc:spChg>
          <pc:spChg chg="mod">
            <ac:chgData name="Ben C L FUNG" userId="2bc1a8d8-82cc-46fb-a66a-21e3967849fb" providerId="ADAL" clId="{8B799C89-C87E-4820-A850-4650139C5FD2}" dt="2023-02-22T13:53:08.251" v="13" actId="1076"/>
            <ac:spMkLst>
              <pc:docMk/>
              <pc:sldMasterMk cId="1159863621" sldId="2147483922"/>
              <pc:sldLayoutMk cId="373592849" sldId="2147483926"/>
              <ac:spMk id="11" creationId="{00000000-0000-0000-0000-000000000000}"/>
            </ac:spMkLst>
          </pc:spChg>
        </pc:sldLayoutChg>
        <pc:sldLayoutChg chg="delSp modSp mod">
          <pc:chgData name="Ben C L FUNG" userId="2bc1a8d8-82cc-46fb-a66a-21e3967849fb" providerId="ADAL" clId="{8B799C89-C87E-4820-A850-4650139C5FD2}" dt="2023-02-22T13:52:51.900" v="9" actId="1076"/>
          <pc:sldLayoutMkLst>
            <pc:docMk/>
            <pc:sldMasterMk cId="1159863621" sldId="2147483922"/>
            <pc:sldLayoutMk cId="3671377588" sldId="2147483927"/>
          </pc:sldLayoutMkLst>
          <pc:spChg chg="del">
            <ac:chgData name="Ben C L FUNG" userId="2bc1a8d8-82cc-46fb-a66a-21e3967849fb" providerId="ADAL" clId="{8B799C89-C87E-4820-A850-4650139C5FD2}" dt="2023-02-22T13:52:47.499" v="8" actId="478"/>
            <ac:spMkLst>
              <pc:docMk/>
              <pc:sldMasterMk cId="1159863621" sldId="2147483922"/>
              <pc:sldLayoutMk cId="3671377588" sldId="2147483927"/>
              <ac:spMk id="7" creationId="{00000000-0000-0000-0000-000000000000}"/>
            </ac:spMkLst>
          </pc:spChg>
          <pc:spChg chg="mod">
            <ac:chgData name="Ben C L FUNG" userId="2bc1a8d8-82cc-46fb-a66a-21e3967849fb" providerId="ADAL" clId="{8B799C89-C87E-4820-A850-4650139C5FD2}" dt="2023-02-22T13:52:51.900" v="9" actId="1076"/>
            <ac:spMkLst>
              <pc:docMk/>
              <pc:sldMasterMk cId="1159863621" sldId="2147483922"/>
              <pc:sldLayoutMk cId="3671377588" sldId="2147483927"/>
              <ac:spMk id="13" creationId="{00000000-0000-0000-0000-000000000000}"/>
            </ac:spMkLst>
          </pc:spChg>
        </pc:sldLayoutChg>
        <pc:sldLayoutChg chg="delSp mod">
          <pc:chgData name="Ben C L FUNG" userId="2bc1a8d8-82cc-46fb-a66a-21e3967849fb" providerId="ADAL" clId="{8B799C89-C87E-4820-A850-4650139C5FD2}" dt="2023-02-22T13:52:37.980" v="6" actId="478"/>
          <pc:sldLayoutMkLst>
            <pc:docMk/>
            <pc:sldMasterMk cId="1159863621" sldId="2147483922"/>
            <pc:sldLayoutMk cId="3321136998" sldId="2147483928"/>
          </pc:sldLayoutMkLst>
          <pc:spChg chg="del">
            <ac:chgData name="Ben C L FUNG" userId="2bc1a8d8-82cc-46fb-a66a-21e3967849fb" providerId="ADAL" clId="{8B799C89-C87E-4820-A850-4650139C5FD2}" dt="2023-02-22T13:52:37.980" v="6" actId="478"/>
            <ac:spMkLst>
              <pc:docMk/>
              <pc:sldMasterMk cId="1159863621" sldId="2147483922"/>
              <pc:sldLayoutMk cId="3321136998" sldId="2147483928"/>
              <ac:spMk id="3" creationId="{00000000-0000-0000-0000-00000000000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160520" cy="36703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r>
              <a:rPr lang="en-US"/>
              <a:t>HDDS1104 - Topic 01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438458" y="1"/>
            <a:ext cx="4160520" cy="36703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948171"/>
            <a:ext cx="4160520" cy="367029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438458" y="6948171"/>
            <a:ext cx="4160520" cy="367029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9FAAD913-96EF-4EA9-ADDA-FE0DC9AF64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602133"/>
      </p:ext>
    </p:extLst>
  </p:cSld>
  <p:clrMap bg1="lt1" tx1="dk1" bg2="lt2" tx2="dk2" accent1="accent1" accent2="accent2" accent3="accent3" accent4="accent4" accent5="accent5" accent6="accent6" hlink="hlink" folHlink="folHlink"/>
  <p:hf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160520" cy="36703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r>
              <a:rPr lang="en-US"/>
              <a:t>HDDS1104 - Topic 01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438458" y="1"/>
            <a:ext cx="4160520" cy="36703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606675" y="914400"/>
            <a:ext cx="4387850" cy="24685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60120" y="3520439"/>
            <a:ext cx="7680960" cy="2880361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948171"/>
            <a:ext cx="4160520" cy="367029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438458" y="6948171"/>
            <a:ext cx="4160520" cy="367029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4B962BF7-79F0-4370-B9BD-36EED38D3B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199656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6681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85372" indent="-302066" defTabSz="976681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208265" indent="-241653" defTabSz="976681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91571" indent="-241653" defTabSz="976681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174878" indent="-241653" defTabSz="976681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658184" indent="-241653" defTabSz="97668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3141490" indent="-241653" defTabSz="97668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624796" indent="-241653" defTabSz="97668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4108102" indent="-241653" defTabSz="97668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FFE4FB0-76ED-465E-B9F5-9BC6CD6DD3C0}" type="slidenum">
              <a:rPr lang="en-US" altLang="en-US">
                <a:latin typeface="Times New Roman" panose="02020603050405020304" pitchFamily="18" charset="0"/>
              </a:rPr>
              <a:pPr/>
              <a:t>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Header Placeholder 2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US"/>
              <a:t>HDDS1104 - Topic 01</a:t>
            </a:r>
          </a:p>
        </p:txBody>
      </p:sp>
    </p:spTree>
    <p:extLst>
      <p:ext uri="{BB962C8B-B14F-4D97-AF65-F5344CB8AC3E}">
        <p14:creationId xmlns:p14="http://schemas.microsoft.com/office/powerpoint/2010/main" val="2818361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39975" y="557213"/>
            <a:ext cx="4956175" cy="2789237"/>
          </a:xfrm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64565" y="3533141"/>
            <a:ext cx="7707630" cy="3346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7716" tIns="48858" rIns="97716" bIns="48858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962BF7-79F0-4370-B9BD-36EED38D3BC0}" type="slidenum">
              <a:rPr lang="en-US" smtClean="0"/>
              <a:t>2</a:t>
            </a:fld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en-US"/>
              <a:t>HDDS1104 - Topic 01</a:t>
            </a:r>
          </a:p>
        </p:txBody>
      </p:sp>
    </p:spTree>
    <p:extLst>
      <p:ext uri="{BB962C8B-B14F-4D97-AF65-F5344CB8AC3E}">
        <p14:creationId xmlns:p14="http://schemas.microsoft.com/office/powerpoint/2010/main" val="17609185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By Michel </a:t>
            </a:r>
            <a:r>
              <a:rPr lang="en-US" dirty="0" err="1"/>
              <a:t>Bakni</a:t>
            </a:r>
            <a:r>
              <a:rPr lang="en-US" dirty="0"/>
              <a:t> - </a:t>
            </a:r>
            <a:r>
              <a:rPr lang="en-US" dirty="0" err="1"/>
              <a:t>Postel</a:t>
            </a:r>
            <a:r>
              <a:rPr lang="en-US" dirty="0"/>
              <a:t>, J. (September 1981) RFC 791, Internet Protocol, DARPA Internet Program Protocol Specification, The Internet Society, p. 11 DOI: 10.17487/RFC0791., CC BY-SA 4.0, https://commons.wikimedia.org/w/index.php?curid=79949694</a:t>
            </a:r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HDDS1104 - Topic 01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962BF7-79F0-4370-B9BD-36EED38D3BC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757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HK" dirty="0"/>
              <a:t>As of 2023-12-14</a:t>
            </a:r>
          </a:p>
          <a:p>
            <a:r>
              <a:rPr lang="en-US" altLang="zh-HK" dirty="0"/>
              <a:t>https://blog.cloudflare.com/ipv6-from-dns-pov</a:t>
            </a:r>
            <a:endParaRPr lang="zh-HK" alt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HDDS1104 - Topic 01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962BF7-79F0-4370-B9BD-36EED38D3BC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4137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Internet Engineering Task Force (IETF) has directed the Internet Assigned Numbers Authority (IANA) 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HDDS1104 - Topic 01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962BF7-79F0-4370-B9BD-36EED38D3BC0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2129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By Michel </a:t>
            </a:r>
            <a:r>
              <a:rPr lang="en-US" dirty="0" err="1"/>
              <a:t>Bakni</a:t>
            </a:r>
            <a:r>
              <a:rPr lang="en-US" dirty="0"/>
              <a:t> - This file was derived </a:t>
            </a:r>
            <a:r>
              <a:rPr lang="en-US" dirty="0" err="1"/>
              <a:t>from:Server</a:t>
            </a:r>
            <a:r>
              <a:rPr lang="en-US" dirty="0"/>
              <a:t> symbol-</a:t>
            </a:r>
            <a:r>
              <a:rPr lang="en-US" dirty="0" err="1"/>
              <a:t>blue.svgNetwork</a:t>
            </a:r>
            <a:r>
              <a:rPr lang="en-US" dirty="0"/>
              <a:t> cloud </a:t>
            </a:r>
            <a:r>
              <a:rPr lang="en-US" dirty="0" err="1"/>
              <a:t>symbol.svgWorkstation</a:t>
            </a:r>
            <a:r>
              <a:rPr lang="en-US" dirty="0"/>
              <a:t> symbol-</a:t>
            </a:r>
            <a:r>
              <a:rPr lang="en-US" dirty="0" err="1"/>
              <a:t>Blue.svgRouter</a:t>
            </a:r>
            <a:r>
              <a:rPr lang="en-US" dirty="0"/>
              <a:t> symbol-</a:t>
            </a:r>
            <a:r>
              <a:rPr lang="en-US" dirty="0" err="1"/>
              <a:t>Blue.svgWendell</a:t>
            </a:r>
            <a:r>
              <a:rPr lang="en-US" dirty="0"/>
              <a:t> Odom (2013) (in English) Cisco CCENT/CCNA ICND1 100-101 Official Cert Guide (Academic ed.), Pearson Education, Inc., p. 582 ISBN: 1587144859., CC BY-SA 4.0, https://commons.wikimedia.org/w/index.php?curid=86017447</a:t>
            </a:r>
          </a:p>
          <a:p>
            <a:endParaRPr lang="en-HK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By Michel </a:t>
            </a:r>
            <a:r>
              <a:rPr lang="en-US" dirty="0" err="1"/>
              <a:t>Bakni</a:t>
            </a:r>
            <a:r>
              <a:rPr lang="en-US" dirty="0"/>
              <a:t> CC BY-SA 4.0, https://commons.wikimedia.org/w/index.php?curid=86017447</a:t>
            </a:r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HDDS1104 - Topic 01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62BF7-79F0-4370-B9BD-36EED38D3BC0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925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HK"/>
          </a:p>
        </p:txBody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HK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B7D56C66-7DD4-4596-BE8A-A6AFA333297B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1878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8016C-4F3B-44BF-9558-A646D7E291CC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1020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FAA55-792F-4B61-AE65-7BDA08BBEC53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0788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5310D-D1D2-40D2-8D1A-9D0F88581607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75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46E30-90D0-4B4B-9980-CAAD4B6F65CA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853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F9F93-E101-402D-B12F-F5665EC370F8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776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B8C3C-F09F-4D36-B04A-E7AA9255AD61}" type="datetime1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942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40312-2E0E-4DC0-878D-18E4220471DD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7371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40B5-B4DB-494B-9A72-E019CED22D7B}" type="datetime1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6047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6C030-C5CD-48D0-9060-BA0D36C36EEE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6798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04C92-0AB3-420F-AD87-B23CEE9E5F61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02082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F7960CB3-5E11-48C5-A7BB-7849AA03B786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156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65F683E1-97C8-49E5-BCBF-2AD6CA5A3166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2037908-16EE-4428-8F70-7D05C8EAE2D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2310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1" r:id="rId1"/>
    <p:sldLayoutId id="2147483942" r:id="rId2"/>
    <p:sldLayoutId id="2147483943" r:id="rId3"/>
    <p:sldLayoutId id="2147483944" r:id="rId4"/>
    <p:sldLayoutId id="2147483945" r:id="rId5"/>
    <p:sldLayoutId id="2147483946" r:id="rId6"/>
    <p:sldLayoutId id="2147483947" r:id="rId7"/>
    <p:sldLayoutId id="2147483948" r:id="rId8"/>
    <p:sldLayoutId id="2147483949" r:id="rId9"/>
    <p:sldLayoutId id="2147483950" r:id="rId10"/>
    <p:sldLayoutId id="2147483951" r:id="rId11"/>
    <p:sldLayoutId id="2147483952" r:id="rId12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blog.cloudflare.com/ipv6-from-dns-pov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Classful_network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s_Ntt6eTn94&amp;t=12s" TargetMode="External"/><Relationship Id="rId2" Type="http://schemas.openxmlformats.org/officeDocument/2006/relationships/hyperlink" Target="https://www.geeksforgeeks.org/computer-networks/role-of-subnet-mask/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Classless_Inter-Domain_Routing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ana.org/assignments/iana-ipv4-special-registry/iana-ipv4-special-registry.xhtml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HDDS1104</a:t>
            </a:r>
            <a:br>
              <a:rPr lang="en-US" altLang="en-US" dirty="0"/>
            </a:br>
            <a:r>
              <a:rPr lang="en-US" altLang="en-US" dirty="0"/>
              <a:t>Operating Systems and Networking</a:t>
            </a:r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Topic 07a – </a:t>
            </a:r>
            <a:r>
              <a:rPr lang="en-US"/>
              <a:t>Network Layer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474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Intended Learning Outcomes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Describe the IP Datagram format</a:t>
            </a:r>
          </a:p>
          <a:p>
            <a:r>
              <a:rPr lang="en-US" altLang="en-US" dirty="0"/>
              <a:t>Explain the classful &amp; classless IP addressing</a:t>
            </a:r>
          </a:p>
          <a:p>
            <a:r>
              <a:rPr lang="en-HK" altLang="en-US" dirty="0"/>
              <a:t>Design a subnet for a network</a:t>
            </a:r>
            <a:endParaRPr lang="en-US" altLang="en-US" dirty="0"/>
          </a:p>
          <a:p>
            <a:r>
              <a:rPr lang="en-US" altLang="en-US" dirty="0"/>
              <a:t>Distinguish the d</a:t>
            </a:r>
            <a:r>
              <a:rPr lang="en-US" dirty="0"/>
              <a:t>ifference between classful and classless IP addressing</a:t>
            </a:r>
          </a:p>
          <a:p>
            <a:r>
              <a:rPr lang="en-HK" altLang="en-US" dirty="0"/>
              <a:t>Describe NAT &amp; DHCP protocols</a:t>
            </a:r>
          </a:p>
          <a:p>
            <a:r>
              <a:rPr lang="en-HK" altLang="en-US" dirty="0"/>
              <a:t>Briefly describe IPv6 addressing</a:t>
            </a:r>
            <a:endParaRPr lang="en-US" alt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919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HK" dirty="0"/>
              <a:t>(Recall) Internet Protocol Data Flow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3253-7BD4-4690-AF9A-ADCF94750643}" type="slidenum">
              <a:rPr lang="en-US" smtClean="0"/>
              <a:t>3</a:t>
            </a:fld>
            <a:endParaRPr lang="en-US"/>
          </a:p>
        </p:txBody>
      </p:sp>
      <p:grpSp>
        <p:nvGrpSpPr>
          <p:cNvPr id="38" name="Group 37"/>
          <p:cNvGrpSpPr/>
          <p:nvPr/>
        </p:nvGrpSpPr>
        <p:grpSpPr>
          <a:xfrm>
            <a:off x="1318845" y="2567354"/>
            <a:ext cx="1538657" cy="3177987"/>
            <a:chOff x="1318845" y="2567354"/>
            <a:chExt cx="1538657" cy="3177987"/>
          </a:xfrm>
        </p:grpSpPr>
        <p:sp>
          <p:nvSpPr>
            <p:cNvPr id="4" name="Rounded Rectangle 3"/>
            <p:cNvSpPr/>
            <p:nvPr/>
          </p:nvSpPr>
          <p:spPr>
            <a:xfrm>
              <a:off x="1318845" y="2567354"/>
              <a:ext cx="1538656" cy="606669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HK" dirty="0"/>
                <a:t>Application Layer</a:t>
              </a:r>
              <a:endParaRPr lang="en-US" dirty="0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318846" y="3424460"/>
              <a:ext cx="1538656" cy="606669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HK" dirty="0"/>
                <a:t>Transport Layer</a:t>
              </a:r>
              <a:endParaRPr lang="en-US" dirty="0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318845" y="4281566"/>
              <a:ext cx="1538656" cy="606669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HK" dirty="0"/>
                <a:t>Network Layer</a:t>
              </a:r>
              <a:endParaRPr lang="en-US" dirty="0"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318845" y="5138672"/>
              <a:ext cx="1538656" cy="606669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HK" dirty="0"/>
                <a:t>Data-Link Layer</a:t>
              </a:r>
              <a:endParaRPr lang="en-US" dirty="0"/>
            </a:p>
          </p:txBody>
        </p:sp>
        <p:cxnSp>
          <p:nvCxnSpPr>
            <p:cNvPr id="10" name="Straight Arrow Connector 9"/>
            <p:cNvCxnSpPr>
              <a:stCxn id="4" idx="2"/>
              <a:endCxn id="6" idx="0"/>
            </p:cNvCxnSpPr>
            <p:nvPr/>
          </p:nvCxnSpPr>
          <p:spPr>
            <a:xfrm>
              <a:off x="2088173" y="3174023"/>
              <a:ext cx="1" cy="250437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>
              <a:stCxn id="6" idx="2"/>
              <a:endCxn id="7" idx="0"/>
            </p:cNvCxnSpPr>
            <p:nvPr/>
          </p:nvCxnSpPr>
          <p:spPr>
            <a:xfrm flipH="1">
              <a:off x="2088173" y="4031129"/>
              <a:ext cx="1" cy="250437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>
              <a:off x="2088173" y="4869924"/>
              <a:ext cx="1" cy="250437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/>
          <p:cNvGrpSpPr/>
          <p:nvPr/>
        </p:nvGrpSpPr>
        <p:grpSpPr>
          <a:xfrm>
            <a:off x="9136522" y="2567354"/>
            <a:ext cx="1538657" cy="3177987"/>
            <a:chOff x="1318845" y="2567354"/>
            <a:chExt cx="1538657" cy="3177987"/>
          </a:xfrm>
        </p:grpSpPr>
        <p:sp>
          <p:nvSpPr>
            <p:cNvPr id="40" name="Rounded Rectangle 39"/>
            <p:cNvSpPr/>
            <p:nvPr/>
          </p:nvSpPr>
          <p:spPr>
            <a:xfrm>
              <a:off x="1318845" y="2567354"/>
              <a:ext cx="1538656" cy="606669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HK" dirty="0"/>
                <a:t>Application Layer</a:t>
              </a:r>
              <a:endParaRPr lang="en-US" dirty="0"/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1318846" y="3424460"/>
              <a:ext cx="1538656" cy="606669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HK" dirty="0"/>
                <a:t>Transport Layer</a:t>
              </a:r>
              <a:endParaRPr lang="en-US" dirty="0"/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1318845" y="4281566"/>
              <a:ext cx="1538656" cy="606669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HK" dirty="0"/>
                <a:t>Network Layer</a:t>
              </a:r>
              <a:endParaRPr lang="en-US" dirty="0"/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1318845" y="5138672"/>
              <a:ext cx="1538656" cy="606669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HK" dirty="0"/>
                <a:t>Data-Link Layer</a:t>
              </a:r>
              <a:endParaRPr lang="en-US" dirty="0"/>
            </a:p>
          </p:txBody>
        </p:sp>
        <p:cxnSp>
          <p:nvCxnSpPr>
            <p:cNvPr id="44" name="Straight Arrow Connector 43"/>
            <p:cNvCxnSpPr>
              <a:stCxn id="40" idx="2"/>
              <a:endCxn id="41" idx="0"/>
            </p:cNvCxnSpPr>
            <p:nvPr/>
          </p:nvCxnSpPr>
          <p:spPr>
            <a:xfrm>
              <a:off x="2088173" y="3174023"/>
              <a:ext cx="1" cy="250437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stCxn id="41" idx="2"/>
              <a:endCxn id="42" idx="0"/>
            </p:cNvCxnSpPr>
            <p:nvPr/>
          </p:nvCxnSpPr>
          <p:spPr>
            <a:xfrm flipH="1">
              <a:off x="2088173" y="4031129"/>
              <a:ext cx="1" cy="250437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/>
            <p:nvPr/>
          </p:nvCxnSpPr>
          <p:spPr>
            <a:xfrm>
              <a:off x="2088173" y="4869924"/>
              <a:ext cx="1" cy="250437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Rounded Rectangle 49"/>
          <p:cNvSpPr/>
          <p:nvPr/>
        </p:nvSpPr>
        <p:spPr>
          <a:xfrm>
            <a:off x="3207648" y="4281566"/>
            <a:ext cx="1538656" cy="606669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dirty="0"/>
              <a:t>Network Layer</a:t>
            </a:r>
            <a:endParaRPr lang="en-US" dirty="0"/>
          </a:p>
        </p:txBody>
      </p:sp>
      <p:sp>
        <p:nvSpPr>
          <p:cNvPr id="51" name="Rounded Rectangle 50"/>
          <p:cNvSpPr/>
          <p:nvPr/>
        </p:nvSpPr>
        <p:spPr>
          <a:xfrm>
            <a:off x="3207648" y="5138672"/>
            <a:ext cx="1538656" cy="606669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dirty="0"/>
              <a:t>Data-Link Layer</a:t>
            </a:r>
            <a:endParaRPr lang="en-US" dirty="0"/>
          </a:p>
        </p:txBody>
      </p:sp>
      <p:cxnSp>
        <p:nvCxnSpPr>
          <p:cNvPr id="54" name="Straight Arrow Connector 53"/>
          <p:cNvCxnSpPr/>
          <p:nvPr/>
        </p:nvCxnSpPr>
        <p:spPr>
          <a:xfrm>
            <a:off x="3976976" y="4869924"/>
            <a:ext cx="1" cy="25043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4" name="Group 63"/>
          <p:cNvGrpSpPr/>
          <p:nvPr/>
        </p:nvGrpSpPr>
        <p:grpSpPr>
          <a:xfrm>
            <a:off x="7156053" y="4281565"/>
            <a:ext cx="1538656" cy="1463775"/>
            <a:chOff x="6734020" y="4281565"/>
            <a:chExt cx="1538656" cy="1463775"/>
          </a:xfrm>
        </p:grpSpPr>
        <p:sp>
          <p:nvSpPr>
            <p:cNvPr id="58" name="Rounded Rectangle 57"/>
            <p:cNvSpPr/>
            <p:nvPr/>
          </p:nvSpPr>
          <p:spPr>
            <a:xfrm>
              <a:off x="6734020" y="4281565"/>
              <a:ext cx="1538656" cy="606669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HK" dirty="0"/>
                <a:t>Network Layer</a:t>
              </a:r>
              <a:endParaRPr lang="en-US" dirty="0"/>
            </a:p>
          </p:txBody>
        </p:sp>
        <p:sp>
          <p:nvSpPr>
            <p:cNvPr id="59" name="Rounded Rectangle 58"/>
            <p:cNvSpPr/>
            <p:nvPr/>
          </p:nvSpPr>
          <p:spPr>
            <a:xfrm>
              <a:off x="6734020" y="5138671"/>
              <a:ext cx="1538656" cy="606669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HK" dirty="0"/>
                <a:t>Data-Link Layer</a:t>
              </a:r>
              <a:endParaRPr lang="en-US" dirty="0"/>
            </a:p>
          </p:txBody>
        </p:sp>
        <p:cxnSp>
          <p:nvCxnSpPr>
            <p:cNvPr id="62" name="Straight Arrow Connector 61"/>
            <p:cNvCxnSpPr/>
            <p:nvPr/>
          </p:nvCxnSpPr>
          <p:spPr>
            <a:xfrm>
              <a:off x="7503348" y="4869923"/>
              <a:ext cx="1" cy="250437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Cloud 62"/>
          <p:cNvSpPr/>
          <p:nvPr/>
        </p:nvSpPr>
        <p:spPr>
          <a:xfrm>
            <a:off x="5175585" y="5013452"/>
            <a:ext cx="1568532" cy="857106"/>
          </a:xfrm>
          <a:prstGeom prst="cloud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sz="1600" dirty="0">
                <a:solidFill>
                  <a:schemeClr val="tx1"/>
                </a:solidFill>
              </a:rPr>
              <a:t>Internet</a:t>
            </a:r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66" name="Straight Arrow Connector 65"/>
          <p:cNvCxnSpPr>
            <a:stCxn id="51" idx="1"/>
            <a:endCxn id="8" idx="3"/>
          </p:cNvCxnSpPr>
          <p:nvPr/>
        </p:nvCxnSpPr>
        <p:spPr>
          <a:xfrm flipH="1">
            <a:off x="2857501" y="5442007"/>
            <a:ext cx="35014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>
            <a:stCxn id="51" idx="3"/>
            <a:endCxn id="63" idx="2"/>
          </p:cNvCxnSpPr>
          <p:nvPr/>
        </p:nvCxnSpPr>
        <p:spPr>
          <a:xfrm flipV="1">
            <a:off x="4746304" y="5442005"/>
            <a:ext cx="434146" cy="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>
            <a:stCxn id="63" idx="0"/>
            <a:endCxn id="59" idx="1"/>
          </p:cNvCxnSpPr>
          <p:nvPr/>
        </p:nvCxnSpPr>
        <p:spPr>
          <a:xfrm>
            <a:off x="6742810" y="5442005"/>
            <a:ext cx="413243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>
            <a:stCxn id="59" idx="3"/>
            <a:endCxn id="43" idx="1"/>
          </p:cNvCxnSpPr>
          <p:nvPr/>
        </p:nvCxnSpPr>
        <p:spPr>
          <a:xfrm>
            <a:off x="8694709" y="5442006"/>
            <a:ext cx="441813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187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5C79E-8759-97DF-88B4-B42B88D54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Layer – IPv4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F2D58-103F-B1C8-C917-A95F38B70D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IPv4 Datagram Format</a:t>
            </a:r>
          </a:p>
          <a:p>
            <a:r>
              <a:rPr lang="en-US" dirty="0"/>
              <a:t>IP Fragmentation &amp; Reassembly</a:t>
            </a:r>
          </a:p>
          <a:p>
            <a:r>
              <a:rPr lang="en-US" dirty="0"/>
              <a:t>IP Addressing</a:t>
            </a:r>
          </a:p>
          <a:p>
            <a:r>
              <a:rPr lang="en-US" dirty="0"/>
              <a:t>Network Address Translation (NAT)</a:t>
            </a:r>
          </a:p>
          <a:p>
            <a:r>
              <a:rPr lang="en-US" dirty="0"/>
              <a:t>Dynamic Host Control Protocol (DHCP)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2A01CF-0533-D51E-4259-3FF991DE2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207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00035-3DA8-5A8C-4DBE-4E8BF384F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IPv4 Datagram Format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8D2168-F94E-D582-7188-BB5069A28B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6704" y="2053342"/>
            <a:ext cx="2491573" cy="3777622"/>
          </a:xfrm>
        </p:spPr>
        <p:txBody>
          <a:bodyPr>
            <a:normAutofit/>
          </a:bodyPr>
          <a:lstStyle/>
          <a:p>
            <a:r>
              <a:rPr lang="en-US" dirty="0"/>
              <a:t>IHL </a:t>
            </a:r>
          </a:p>
          <a:p>
            <a:pPr lvl="1"/>
            <a:r>
              <a:rPr lang="en-US" dirty="0"/>
              <a:t>Header Length</a:t>
            </a:r>
          </a:p>
          <a:p>
            <a:r>
              <a:rPr lang="en-US" dirty="0"/>
              <a:t>TOS</a:t>
            </a:r>
          </a:p>
          <a:p>
            <a:pPr lvl="1"/>
            <a:r>
              <a:rPr lang="en-US" dirty="0"/>
              <a:t>Type of Service</a:t>
            </a:r>
          </a:p>
          <a:p>
            <a:r>
              <a:rPr lang="en-US" dirty="0"/>
              <a:t>TTL</a:t>
            </a:r>
          </a:p>
          <a:p>
            <a:pPr lvl="1"/>
            <a:r>
              <a:rPr lang="en-US" dirty="0"/>
              <a:t>Time to Live</a:t>
            </a:r>
          </a:p>
          <a:p>
            <a:r>
              <a:rPr lang="en-US" dirty="0"/>
              <a:t>Protocol</a:t>
            </a:r>
          </a:p>
          <a:p>
            <a:pPr lvl="1"/>
            <a:r>
              <a:rPr lang="en-US" dirty="0"/>
              <a:t>Upper Layer Protocol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87CB73-1976-0757-8ACE-89C9DDFAA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39C38E-92BD-887E-389D-A4200032D396}"/>
              </a:ext>
            </a:extLst>
          </p:cNvPr>
          <p:cNvSpPr txBox="1"/>
          <p:nvPr/>
        </p:nvSpPr>
        <p:spPr>
          <a:xfrm>
            <a:off x="1641230" y="5995204"/>
            <a:ext cx="82463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By Michel </a:t>
            </a:r>
            <a:r>
              <a:rPr lang="en-US" dirty="0" err="1"/>
              <a:t>Bakni</a:t>
            </a:r>
            <a:r>
              <a:rPr lang="en-US" dirty="0"/>
              <a:t>, CC BY-SA 4.0, https://commons.wikimedia.org/w/index.php?curid=79949694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A32C1DE-CC5F-F10E-4D54-295E20F158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5546" y="2276967"/>
            <a:ext cx="7961558" cy="3490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810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2CCC1-2D1D-EBE7-3909-FB86A893A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 Header fields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D2044-0AC5-090D-0CAC-34E4B6070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Header length</a:t>
            </a:r>
          </a:p>
          <a:p>
            <a:pPr lvl="1"/>
            <a:r>
              <a:rPr lang="en-US" dirty="0"/>
              <a:t>Units of 32-bit words</a:t>
            </a:r>
          </a:p>
          <a:p>
            <a:r>
              <a:rPr lang="en-US" dirty="0"/>
              <a:t>Identification</a:t>
            </a:r>
          </a:p>
          <a:p>
            <a:pPr lvl="1"/>
            <a:r>
              <a:rPr lang="en-US" dirty="0"/>
              <a:t>Sending host puts an Identification number in each datagram</a:t>
            </a:r>
          </a:p>
          <a:p>
            <a:r>
              <a:rPr lang="en-US" dirty="0"/>
              <a:t>Total length</a:t>
            </a:r>
          </a:p>
          <a:p>
            <a:pPr lvl="1"/>
            <a:r>
              <a:rPr lang="en-US" dirty="0"/>
              <a:t>Length of user data + header in bytes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8BB11C-E342-9ED6-E051-22EA9050F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6</a:t>
            </a:fld>
            <a:endParaRPr lang="en-US" dirty="0"/>
          </a:p>
        </p:txBody>
      </p:sp>
      <p:pic>
        <p:nvPicPr>
          <p:cNvPr id="5" name="Picture 4" descr="Diagram, timeline&#10;&#10;Description automatically generated with medium confidence">
            <a:extLst>
              <a:ext uri="{FF2B5EF4-FFF2-40B4-BE49-F238E27FC236}">
                <a16:creationId xmlns:a16="http://schemas.microsoft.com/office/drawing/2014/main" id="{D7D44BEB-9BC4-9254-7E7E-CC4B10B624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2004" y="3048001"/>
            <a:ext cx="4958232" cy="309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7526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182EC-7150-6653-1543-3A0585F90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 Fragmentation fields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9ABBE-55A1-3288-C7C7-688EC02ED8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Fragment offset</a:t>
            </a:r>
          </a:p>
          <a:p>
            <a:pPr lvl="1"/>
            <a:r>
              <a:rPr lang="en-US" dirty="0"/>
              <a:t>Position of fragment in original datagram</a:t>
            </a:r>
          </a:p>
          <a:p>
            <a:pPr lvl="1"/>
            <a:r>
              <a:rPr lang="en-US" dirty="0"/>
              <a:t>Multiples of 8byte block</a:t>
            </a:r>
          </a:p>
          <a:p>
            <a:r>
              <a:rPr lang="en-US" dirty="0"/>
              <a:t>More fragments flag</a:t>
            </a:r>
          </a:p>
          <a:p>
            <a:pPr lvl="1"/>
            <a:r>
              <a:rPr lang="en-US" dirty="0"/>
              <a:t>Indicates that this is not the last fragment</a:t>
            </a:r>
          </a:p>
          <a:p>
            <a:r>
              <a:rPr lang="en-US" dirty="0"/>
              <a:t>Datagram can be fragmented/re-fragmented at any router</a:t>
            </a:r>
          </a:p>
          <a:p>
            <a:r>
              <a:rPr lang="en-US" dirty="0"/>
              <a:t>Datagrams are reassembled only at the destination host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DE4D85-1BD2-2935-1185-AA2A19DE8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62491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00A85-25D5-1A2E-65C9-BCB8A0F24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Internet Protocol version 6 (IPv6)</a:t>
            </a:r>
            <a:endParaRPr lang="zh-HK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247A74-3F9C-B8C0-7C2E-CB7445CD8B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HK" dirty="0"/>
                  <a:t>most recent version of the Internet Protocol (IP)</a:t>
                </a:r>
              </a:p>
              <a:p>
                <a:pPr lvl="1"/>
                <a:r>
                  <a:rPr lang="en-US" altLang="zh-HK" dirty="0"/>
                  <a:t>set of rules governing the format of data sent over the internet or local networks. </a:t>
                </a:r>
              </a:p>
              <a:p>
                <a:pPr lvl="1"/>
                <a:r>
                  <a:rPr lang="en-US" altLang="zh-HK" dirty="0"/>
                  <a:t>developed by the Internet Engineering Task Force (IETF) to replace IPv4 (since 1983)</a:t>
                </a:r>
              </a:p>
              <a:p>
                <a:r>
                  <a:rPr lang="en-US" altLang="zh-HK" dirty="0"/>
                  <a:t>main motivation: exhaustion of IPv4 addresses. </a:t>
                </a:r>
              </a:p>
              <a:p>
                <a:pPr lvl="1"/>
                <a:r>
                  <a:rPr lang="en-US" altLang="zh-HK" dirty="0"/>
                  <a:t>IPv4 uses a 32-bit addressing scheme, </a:t>
                </a:r>
              </a:p>
              <a:p>
                <a:pPr lvl="2"/>
                <a:r>
                  <a:rPr lang="en-US" altLang="zh-HK" dirty="0"/>
                  <a:t>~  4.3 billion unique addresses, </a:t>
                </a:r>
              </a:p>
              <a:p>
                <a:pPr lvl="2"/>
                <a:r>
                  <a:rPr lang="en-US" altLang="zh-HK" dirty="0"/>
                  <a:t>pool of addresses is running out. </a:t>
                </a:r>
              </a:p>
              <a:p>
                <a:pPr lvl="1"/>
                <a:r>
                  <a:rPr lang="en-US" altLang="zh-HK" dirty="0"/>
                  <a:t>IPv6 uses a 128-bit addressing scheme, </a:t>
                </a:r>
              </a:p>
              <a:p>
                <a:pPr lvl="2"/>
                <a:r>
                  <a:rPr lang="en-US" altLang="zh-HK" dirty="0"/>
                  <a:t>allows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HK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HK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HK" i="1" dirty="0" smtClean="0">
                            <a:latin typeface="Cambria Math" panose="02040503050406030204" pitchFamily="18" charset="0"/>
                          </a:rPr>
                          <m:t>128</m:t>
                        </m:r>
                      </m:sup>
                    </m:sSup>
                  </m:oMath>
                </a14:m>
                <a:r>
                  <a:rPr lang="en-US" altLang="zh-HK" dirty="0"/>
                  <a:t> address ~= 340 undecillion (3.4×10^38) unique addresses, </a:t>
                </a:r>
              </a:p>
              <a:p>
                <a:pPr lvl="2"/>
                <a:r>
                  <a:rPr lang="en-US" altLang="zh-HK" dirty="0"/>
                  <a:t>a vast expansion of address space.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247A74-3F9C-B8C0-7C2E-CB7445CD8B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61" t="-2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43B98D-83A7-1F55-3B13-FE5923B09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557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422B5-42EF-C60C-F0CC-F4ABA921B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Key Features of IPv6</a:t>
            </a:r>
            <a:endParaRPr lang="zh-HK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D6BFD2-DC76-EE01-4088-550B00A23A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70774" y="1649338"/>
                <a:ext cx="9573427" cy="4660022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altLang="zh-HK" dirty="0"/>
                  <a:t>Larger Address Space</a:t>
                </a:r>
              </a:p>
              <a:p>
                <a:pPr marL="914400" lvl="1" indent="-514350"/>
                <a:r>
                  <a:rPr lang="en-US" altLang="zh-HK" dirty="0"/>
                  <a:t>most significant improvement</a:t>
                </a:r>
              </a:p>
              <a:p>
                <a:pPr marL="914400" lvl="1" indent="-514350"/>
                <a:r>
                  <a:rPr lang="en-US" altLang="zh-HK" dirty="0"/>
                  <a:t>can accommodate the growing number of devices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altLang="zh-HK" dirty="0"/>
                  <a:t>Simplified Header </a:t>
                </a:r>
              </a:p>
              <a:p>
                <a:pPr marL="914400" lvl="1" indent="-514350"/>
                <a:r>
                  <a:rPr lang="en-US" altLang="zh-HK" dirty="0"/>
                  <a:t>simplified packet header compared to IPv4</a:t>
                </a:r>
              </a:p>
              <a:p>
                <a:pPr marL="914400" lvl="1" indent="-514350"/>
                <a:r>
                  <a:rPr lang="en-US" altLang="zh-HK" dirty="0"/>
                  <a:t>improves packet processing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altLang="zh-HK" dirty="0"/>
                  <a:t>Improved Multicast and Anycast Support </a:t>
                </a:r>
              </a:p>
              <a:p>
                <a:pPr marL="914400" lvl="1" indent="-514350"/>
                <a:r>
                  <a:rPr lang="en-US" altLang="zh-HK" dirty="0"/>
                  <a:t>more efficient for streaming media</a:t>
                </a:r>
              </a:p>
              <a:p>
                <a:pPr marL="514350" indent="-514350">
                  <a:buFont typeface="+mj-lt"/>
                  <a:buAutoNum type="arabicPeriod" startAt="4"/>
                </a:pPr>
                <a:r>
                  <a:rPr lang="en-US" altLang="zh-HK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No Need for Network Address Translation (NAT)</a:t>
                </a:r>
                <a:endParaRPr lang="zh-HK" altLang="zh-HK" dirty="0"/>
              </a:p>
              <a:p>
                <a:pPr marL="914400" lvl="3" indent="-512763"/>
                <a:r>
                  <a:rPr lang="en-US" altLang="zh-HK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NAT often used in IPv4 to deal with the shortage of IP addresses. </a:t>
                </a:r>
                <a:endParaRPr lang="zh-HK" altLang="zh-HK" dirty="0"/>
              </a:p>
              <a:p>
                <a:pPr marL="914400" lvl="3" indent="-512763"/>
                <a:r>
                  <a:rPr lang="en-US" altLang="zh-HK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HK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HK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HK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128</m:t>
                        </m:r>
                      </m:sup>
                    </m:sSup>
                  </m:oMath>
                </a14:m>
                <a:r>
                  <a:rPr lang="en-US" altLang="zh-HK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address space in IPv6, </a:t>
                </a:r>
              </a:p>
              <a:p>
                <a:pPr marL="1255713" lvl="4" indent="-334963"/>
                <a:r>
                  <a:rPr lang="en-US" altLang="zh-HK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NAT is generally not necessary, </a:t>
                </a:r>
                <a:endParaRPr lang="zh-HK" altLang="zh-HK" dirty="0"/>
              </a:p>
              <a:p>
                <a:pPr marL="914400" lvl="3" indent="-512763"/>
                <a:r>
                  <a:rPr lang="en-US" altLang="zh-HK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allowing for end-to-end connectivity at the IP layer.</a:t>
                </a:r>
                <a:endParaRPr lang="zh-HK" altLang="zh-HK" dirty="0"/>
              </a:p>
              <a:p>
                <a:pPr marL="914400" lvl="1" indent="-514350"/>
                <a:endParaRPr lang="en-US" altLang="zh-HK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D6BFD2-DC76-EE01-4088-550B00A23A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70774" y="1649338"/>
                <a:ext cx="9573427" cy="4660022"/>
              </a:xfrm>
              <a:blipFill>
                <a:blip r:embed="rId2"/>
                <a:stretch>
                  <a:fillRect l="-1146" t="-1571"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B4F09D-0345-2929-5D5C-82F099DC4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4717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F7434EE-241E-D32B-0BAA-0395A0D6A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Key Features of IPv6 </a:t>
            </a:r>
            <a:endParaRPr lang="zh-HK" alt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A533FC7-591E-CBA5-AAD3-84E63E98E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8045" y="1760434"/>
            <a:ext cx="9616156" cy="454892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5"/>
            </a:pPr>
            <a:r>
              <a:rPr lang="en-US" altLang="zh-HK" dirty="0"/>
              <a:t>Autoconfiguration: </a:t>
            </a:r>
          </a:p>
          <a:p>
            <a:pPr marL="914400" lvl="1" indent="-514350"/>
            <a:r>
              <a:rPr lang="en-US" altLang="zh-HK" dirty="0"/>
              <a:t>supports stateless address autoconfiguration (SLAAC)</a:t>
            </a:r>
          </a:p>
          <a:p>
            <a:pPr marL="914400" lvl="1" indent="-514350"/>
            <a:r>
              <a:rPr lang="en-US" altLang="zh-HK" dirty="0"/>
              <a:t>allows devices to configure themselves automatically when connected to a network, </a:t>
            </a:r>
          </a:p>
          <a:p>
            <a:pPr marL="914400" lvl="1" indent="-514350"/>
            <a:r>
              <a:rPr lang="en-US" altLang="zh-HK" dirty="0"/>
              <a:t>simplifying network management.</a:t>
            </a:r>
          </a:p>
          <a:p>
            <a:pPr marL="514350" indent="-514350">
              <a:buFont typeface="+mj-lt"/>
              <a:buAutoNum type="arabicPeriod" startAt="5"/>
            </a:pPr>
            <a:r>
              <a:rPr lang="en-US" altLang="zh-HK" dirty="0"/>
              <a:t>Better Security: designed with IPsec, </a:t>
            </a:r>
          </a:p>
          <a:p>
            <a:pPr marL="914400" lvl="1" indent="-514350"/>
            <a:r>
              <a:rPr lang="en-US" altLang="zh-HK" dirty="0"/>
              <a:t>a suite of protocols for securing internet protocol communications </a:t>
            </a:r>
          </a:p>
          <a:p>
            <a:pPr marL="914400" lvl="1" indent="-514350"/>
            <a:r>
              <a:rPr lang="en-US" altLang="zh-HK" dirty="0"/>
              <a:t>by authenticating and encrypting each IP packet of a communication session.</a:t>
            </a:r>
          </a:p>
          <a:p>
            <a:pPr marL="514350" indent="-514350">
              <a:buFont typeface="+mj-lt"/>
              <a:buAutoNum type="arabicPeriod" startAt="7"/>
            </a:pPr>
            <a:r>
              <a:rPr lang="en-US" altLang="zh-HK" dirty="0"/>
              <a:t>Mobility</a:t>
            </a:r>
          </a:p>
          <a:p>
            <a:pPr marL="914400" lvl="1" indent="-515938"/>
            <a:r>
              <a:rPr lang="en-US" altLang="zh-HK" dirty="0"/>
              <a:t>allowing mobile devices to move between different networks without losing their connections.</a:t>
            </a:r>
          </a:p>
          <a:p>
            <a:pPr marL="514350" indent="-514350">
              <a:buFont typeface="+mj-lt"/>
              <a:buAutoNum type="arabicPeriod" startAt="8"/>
            </a:pPr>
            <a:r>
              <a:rPr lang="en-US" altLang="zh-HK" dirty="0"/>
              <a:t>Extensibility</a:t>
            </a:r>
          </a:p>
          <a:p>
            <a:pPr marL="914400" lvl="1" indent="-515938"/>
            <a:r>
              <a:rPr lang="en-US" altLang="zh-HK" dirty="0"/>
              <a:t>easily extended for new features </a:t>
            </a:r>
          </a:p>
          <a:p>
            <a:pPr marL="914400" lvl="1" indent="-515938"/>
            <a:r>
              <a:rPr lang="en-US" altLang="zh-HK" dirty="0"/>
              <a:t>by adding extension headers after the IPv6 header.</a:t>
            </a:r>
          </a:p>
          <a:p>
            <a:pPr marL="914400" lvl="1" indent="-514350"/>
            <a:endParaRPr lang="en-US" altLang="zh-H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BA3648-D74F-A6A7-7F74-49732420F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4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2E4E6-1F9C-4769-9FE7-B924B6C50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HK" dirty="0"/>
              <a:t>Estimate IPv6 adoption</a:t>
            </a:r>
            <a:endParaRPr lang="zh-HK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CD6959B-3EF6-A08F-753A-ECA33951F27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8844" y="1905000"/>
            <a:ext cx="8636000" cy="3778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0CAE4D-9639-3930-59F9-680A330E2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11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6089EB-3DC6-C4C9-5400-A6AA229C0B78}"/>
              </a:ext>
            </a:extLst>
          </p:cNvPr>
          <p:cNvSpPr txBox="1"/>
          <p:nvPr/>
        </p:nvSpPr>
        <p:spPr>
          <a:xfrm>
            <a:off x="2088844" y="5854602"/>
            <a:ext cx="71398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dirty="0"/>
              <a:t>Source: “Using DNS to estimate the worldwide state of IPv6 adoption” - </a:t>
            </a:r>
            <a:r>
              <a:rPr lang="zh-HK" altLang="en-US" dirty="0">
                <a:hlinkClick r:id="rId4"/>
              </a:rPr>
              <a:t>https://blog.cloudflare.com/ipv6-from-dns-pov</a:t>
            </a:r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35423401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8D63C-8CB6-49A8-9609-A66D37EC5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Transition to IPv6</a:t>
            </a:r>
            <a:endParaRPr lang="zh-HK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45ECE-C988-D05E-C891-94AF60BA27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HK" dirty="0"/>
              <a:t>Despite the advantages, </a:t>
            </a:r>
          </a:p>
          <a:p>
            <a:r>
              <a:rPr lang="en-US" altLang="zh-HK" dirty="0"/>
              <a:t>transition to IPv6 has been gradual </a:t>
            </a:r>
          </a:p>
          <a:p>
            <a:pPr lvl="1"/>
            <a:r>
              <a:rPr lang="en-US" altLang="zh-HK" dirty="0"/>
              <a:t>need to update infrastructure </a:t>
            </a:r>
          </a:p>
          <a:p>
            <a:pPr lvl="1"/>
            <a:r>
              <a:rPr lang="en-US" altLang="zh-HK" dirty="0"/>
              <a:t>IPv4 &amp; IPv6 networks are not directly compatible. </a:t>
            </a:r>
          </a:p>
          <a:p>
            <a:r>
              <a:rPr lang="en-US" altLang="zh-HK" dirty="0"/>
              <a:t>Dual-stack networks, </a:t>
            </a:r>
          </a:p>
          <a:p>
            <a:pPr lvl="1"/>
            <a:r>
              <a:rPr lang="en-US" altLang="zh-HK" dirty="0"/>
              <a:t>devices run both IPv4 and IPv6, </a:t>
            </a:r>
          </a:p>
          <a:p>
            <a:pPr lvl="1"/>
            <a:r>
              <a:rPr lang="en-US" altLang="zh-HK" dirty="0"/>
              <a:t>common during this transition period</a:t>
            </a:r>
            <a:endParaRPr lang="zh-HK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E6B23B-AEF5-8A63-FBEF-AD708383F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8554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09C08-049F-A63F-EFAD-A4BD0504F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509" y="3087364"/>
            <a:ext cx="4179421" cy="68598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/>
              <a:t>IPv4 Address</a:t>
            </a:r>
          </a:p>
        </p:txBody>
      </p:sp>
      <p:pic>
        <p:nvPicPr>
          <p:cNvPr id="3074" name="Picture 2" descr="What-s--address-">
            <a:extLst>
              <a:ext uri="{FF2B5EF4-FFF2-40B4-BE49-F238E27FC236}">
                <a16:creationId xmlns:a16="http://schemas.microsoft.com/office/drawing/2014/main" id="{93F484CB-47F8-58F1-B9D5-E216D1A987F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862085" y="281827"/>
            <a:ext cx="5376932" cy="6288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356A39-E55F-11B4-6556-F6AF54075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1514" y="6133610"/>
            <a:ext cx="77976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fld id="{42037908-16EE-4428-8F70-7D05C8EAE2D6}" type="slidenum">
              <a:rPr lang="en-US" sz="1900" smtClean="0">
                <a:solidFill>
                  <a:srgbClr val="FEFFFF"/>
                </a:solidFill>
              </a:rPr>
              <a:pPr defTabSz="914400">
                <a:lnSpc>
                  <a:spcPct val="90000"/>
                </a:lnSpc>
                <a:spcAft>
                  <a:spcPts val="600"/>
                </a:spcAft>
              </a:pPr>
              <a:t>13</a:t>
            </a:fld>
            <a:endParaRPr lang="en-US" sz="1900">
              <a:solidFill>
                <a:srgbClr val="FEFFFF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7A7357-A101-3695-A6B9-43A46F08942B}"/>
              </a:ext>
            </a:extLst>
          </p:cNvPr>
          <p:cNvSpPr txBox="1"/>
          <p:nvPr/>
        </p:nvSpPr>
        <p:spPr>
          <a:xfrm>
            <a:off x="1567178" y="6216752"/>
            <a:ext cx="3650278" cy="506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https://imgur.com/fbrxjMk</a:t>
            </a:r>
          </a:p>
        </p:txBody>
      </p:sp>
    </p:spTree>
    <p:extLst>
      <p:ext uri="{BB962C8B-B14F-4D97-AF65-F5344CB8AC3E}">
        <p14:creationId xmlns:p14="http://schemas.microsoft.com/office/powerpoint/2010/main" val="25034478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Recall - IP Address  (Topic 05)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numeric label used for network interface identification and location addressing</a:t>
            </a:r>
          </a:p>
          <a:p>
            <a:r>
              <a:rPr lang="en-US" dirty="0"/>
              <a:t>Each network interface has a unique IP address inside a network</a:t>
            </a:r>
          </a:p>
          <a:p>
            <a:r>
              <a:rPr lang="en-US" dirty="0"/>
              <a:t>IPv4</a:t>
            </a:r>
          </a:p>
          <a:p>
            <a:pPr lvl="1"/>
            <a:r>
              <a:rPr lang="en-US" dirty="0"/>
              <a:t>A 32-bit number</a:t>
            </a:r>
          </a:p>
          <a:p>
            <a:pPr lvl="1"/>
            <a:r>
              <a:rPr lang="en-US" dirty="0"/>
              <a:t>E.g.: 192.0.2.1</a:t>
            </a:r>
          </a:p>
          <a:p>
            <a:r>
              <a:rPr lang="en-US" dirty="0"/>
              <a:t>IPv6</a:t>
            </a:r>
          </a:p>
          <a:p>
            <a:pPr lvl="1"/>
            <a:r>
              <a:rPr lang="en-US" dirty="0"/>
              <a:t>128-bit number</a:t>
            </a:r>
          </a:p>
          <a:p>
            <a:pPr lvl="1"/>
            <a:r>
              <a:rPr lang="en-US" dirty="0"/>
              <a:t>E.g.: </a:t>
            </a:r>
            <a:r>
              <a:rPr lang="en-US" i="1" dirty="0">
                <a:effectLst/>
              </a:rPr>
              <a:t>2001:db8:0:1234:0:567:8:1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3253-7BD4-4690-AF9A-ADCF94750643}" type="slidenum">
              <a:rPr lang="en-US" smtClean="0"/>
              <a:t>14</a:t>
            </a:fld>
            <a:endParaRPr lang="en-US"/>
          </a:p>
        </p:txBody>
      </p:sp>
      <p:pic>
        <p:nvPicPr>
          <p:cNvPr id="5" name="Picture 4" descr="Decomposition of an IPv4 address from dot-decimal notation to its binary value">
            <a:extLst>
              <a:ext uri="{FF2B5EF4-FFF2-40B4-BE49-F238E27FC236}">
                <a16:creationId xmlns:a16="http://schemas.microsoft.com/office/drawing/2014/main" id="{E940A5FA-865E-F714-F2C8-FC58814FF8F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6971" y="3620525"/>
            <a:ext cx="6799005" cy="2305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4366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06C8-76CC-DBB0-6615-740A46A0E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IPv4 Address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368A1-9C88-54D2-86ED-84D25F9F1B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Classful Addressing</a:t>
            </a:r>
          </a:p>
          <a:p>
            <a:r>
              <a:rPr lang="en-US" dirty="0"/>
              <a:t>Network masking</a:t>
            </a:r>
          </a:p>
          <a:p>
            <a:r>
              <a:rPr lang="en-US" dirty="0"/>
              <a:t>Classless Inter-Domain Routing (CIDR)</a:t>
            </a:r>
          </a:p>
          <a:p>
            <a:r>
              <a:rPr lang="en-US" dirty="0"/>
              <a:t>Sub-network</a:t>
            </a:r>
          </a:p>
          <a:p>
            <a:r>
              <a:rPr lang="en-US" dirty="0"/>
              <a:t>Private networks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E5A9EA-AB07-9086-61C3-7809AE024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83823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C912E-1047-80EE-C65D-A7DD4F8E5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IPv4 Classful Addressing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B9671-79A6-1A15-BA50-F2300171DD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Obsolete network addressing architecture</a:t>
            </a:r>
          </a:p>
          <a:p>
            <a:pPr lvl="1"/>
            <a:r>
              <a:rPr lang="en-US" dirty="0"/>
              <a:t>Used until Classless Inter-Domain Routing (CIDR) in 1993</a:t>
            </a:r>
          </a:p>
          <a:p>
            <a:r>
              <a:rPr lang="en-US" dirty="0"/>
              <a:t>Partitioned into 5 classes (A to E)</a:t>
            </a:r>
          </a:p>
          <a:p>
            <a:pPr lvl="1"/>
            <a:r>
              <a:rPr lang="en-US" dirty="0"/>
              <a:t>A, B &amp; C: unicast addresses</a:t>
            </a:r>
          </a:p>
          <a:p>
            <a:pPr lvl="1"/>
            <a:r>
              <a:rPr lang="en-US" dirty="0"/>
              <a:t>D: multicast</a:t>
            </a:r>
          </a:p>
          <a:p>
            <a:pPr lvl="1"/>
            <a:r>
              <a:rPr lang="en-US" dirty="0"/>
              <a:t>E: reserved for future purpose</a:t>
            </a:r>
          </a:p>
          <a:p>
            <a:r>
              <a:rPr lang="en-US" dirty="0"/>
              <a:t>Used: default configuration of subnet masks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69EF29-97CC-D958-8CB2-C10BC6B10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16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99775E-3EB6-4A93-098B-95CAF9DB9E86}"/>
              </a:ext>
            </a:extLst>
          </p:cNvPr>
          <p:cNvSpPr txBox="1"/>
          <p:nvPr/>
        </p:nvSpPr>
        <p:spPr>
          <a:xfrm>
            <a:off x="3033757" y="6131600"/>
            <a:ext cx="62259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Reference: </a:t>
            </a:r>
            <a:r>
              <a:rPr lang="en-US" dirty="0">
                <a:hlinkClick r:id="rId2"/>
              </a:rPr>
              <a:t>https://en.wikipedia.org/wiki/Classful_network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57411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C3FE7-02B6-32BE-052A-FD2DFC00B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144" y="787782"/>
            <a:ext cx="9383408" cy="128089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IP Address classes - Bits &amp; Addresses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0D9A0CB-3A9F-67B8-E415-B369C2C14F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893495"/>
              </p:ext>
            </p:extLst>
          </p:nvPr>
        </p:nvGraphicFramePr>
        <p:xfrm>
          <a:off x="396988" y="2316603"/>
          <a:ext cx="11398023" cy="34877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6613">
                  <a:extLst>
                    <a:ext uri="{9D8B030D-6E8A-4147-A177-3AD203B41FA5}">
                      <a16:colId xmlns:a16="http://schemas.microsoft.com/office/drawing/2014/main" val="1242662497"/>
                    </a:ext>
                  </a:extLst>
                </a:gridCol>
                <a:gridCol w="1851069">
                  <a:extLst>
                    <a:ext uri="{9D8B030D-6E8A-4147-A177-3AD203B41FA5}">
                      <a16:colId xmlns:a16="http://schemas.microsoft.com/office/drawing/2014/main" val="680355508"/>
                    </a:ext>
                  </a:extLst>
                </a:gridCol>
                <a:gridCol w="2015453">
                  <a:extLst>
                    <a:ext uri="{9D8B030D-6E8A-4147-A177-3AD203B41FA5}">
                      <a16:colId xmlns:a16="http://schemas.microsoft.com/office/drawing/2014/main" val="361698486"/>
                    </a:ext>
                  </a:extLst>
                </a:gridCol>
                <a:gridCol w="1618033">
                  <a:extLst>
                    <a:ext uri="{9D8B030D-6E8A-4147-A177-3AD203B41FA5}">
                      <a16:colId xmlns:a16="http://schemas.microsoft.com/office/drawing/2014/main" val="1701372551"/>
                    </a:ext>
                  </a:extLst>
                </a:gridCol>
                <a:gridCol w="1914681">
                  <a:extLst>
                    <a:ext uri="{9D8B030D-6E8A-4147-A177-3AD203B41FA5}">
                      <a16:colId xmlns:a16="http://schemas.microsoft.com/office/drawing/2014/main" val="877121880"/>
                    </a:ext>
                  </a:extLst>
                </a:gridCol>
                <a:gridCol w="1832174">
                  <a:extLst>
                    <a:ext uri="{9D8B030D-6E8A-4147-A177-3AD203B41FA5}">
                      <a16:colId xmlns:a16="http://schemas.microsoft.com/office/drawing/2014/main" val="1082711773"/>
                    </a:ext>
                  </a:extLst>
                </a:gridCol>
              </a:tblGrid>
              <a:tr h="74608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Class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723" marR="12723" marT="1272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Leading bits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723" marR="12723" marT="1272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Size of network number bit field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723" marR="12723" marT="1272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Size of rest bit field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723" marR="12723" marT="1272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Number of networks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723" marR="12723" marT="1272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Addresses per network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723" marR="12723" marT="12723" marB="0" anchor="b"/>
                </a:tc>
                <a:extLst>
                  <a:ext uri="{0D108BD9-81ED-4DB2-BD59-A6C34878D82A}">
                    <a16:rowId xmlns:a16="http://schemas.microsoft.com/office/drawing/2014/main" val="2048026727"/>
                  </a:ext>
                </a:extLst>
              </a:tr>
              <a:tr h="416487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Class A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723" marR="12723" marT="127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dirty="0">
                          <a:effectLst/>
                        </a:rPr>
                        <a:t>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723" marR="12723" marT="127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8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723" marR="12723" marT="127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24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723" marR="12723" marT="127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128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723" marR="12723" marT="127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16,777,216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723" marR="12723" marT="12723" marB="0" anchor="b"/>
                </a:tc>
                <a:extLst>
                  <a:ext uri="{0D108BD9-81ED-4DB2-BD59-A6C34878D82A}">
                    <a16:rowId xmlns:a16="http://schemas.microsoft.com/office/drawing/2014/main" val="3022841293"/>
                  </a:ext>
                </a:extLst>
              </a:tr>
              <a:tr h="416487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Class B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723" marR="12723" marT="127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dirty="0">
                          <a:effectLst/>
                        </a:rPr>
                        <a:t>10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723" marR="12723" marT="127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dirty="0">
                          <a:effectLst/>
                        </a:rPr>
                        <a:t>16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723" marR="12723" marT="127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16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723" marR="12723" marT="127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16,384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723" marR="12723" marT="127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65,536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723" marR="12723" marT="12723" marB="0" anchor="b"/>
                </a:tc>
                <a:extLst>
                  <a:ext uri="{0D108BD9-81ED-4DB2-BD59-A6C34878D82A}">
                    <a16:rowId xmlns:a16="http://schemas.microsoft.com/office/drawing/2014/main" val="2182128708"/>
                  </a:ext>
                </a:extLst>
              </a:tr>
              <a:tr h="416487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Class C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723" marR="12723" marT="127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110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723" marR="12723" marT="127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dirty="0">
                          <a:effectLst/>
                        </a:rPr>
                        <a:t>24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723" marR="12723" marT="127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8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723" marR="12723" marT="127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2,097,152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723" marR="12723" marT="127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256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723" marR="12723" marT="12723" marB="0" anchor="b"/>
                </a:tc>
                <a:extLst>
                  <a:ext uri="{0D108BD9-81ED-4DB2-BD59-A6C34878D82A}">
                    <a16:rowId xmlns:a16="http://schemas.microsoft.com/office/drawing/2014/main" val="2374609083"/>
                  </a:ext>
                </a:extLst>
              </a:tr>
              <a:tr h="74608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Class D (multicast)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723" marR="12723" marT="127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1110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723" marR="12723" marT="127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not defined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723" marR="12723" marT="127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dirty="0">
                          <a:effectLst/>
                        </a:rPr>
                        <a:t>not defined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723" marR="12723" marT="127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dirty="0">
                          <a:effectLst/>
                        </a:rPr>
                        <a:t>not defined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723" marR="12723" marT="127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not defined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723" marR="12723" marT="12723" marB="0" anchor="b"/>
                </a:tc>
                <a:extLst>
                  <a:ext uri="{0D108BD9-81ED-4DB2-BD59-A6C34878D82A}">
                    <a16:rowId xmlns:a16="http://schemas.microsoft.com/office/drawing/2014/main" val="270140465"/>
                  </a:ext>
                </a:extLst>
              </a:tr>
              <a:tr h="74608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Class E (reserved)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723" marR="12723" marT="127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1111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723" marR="12723" marT="127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not defined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723" marR="12723" marT="127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not defined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723" marR="12723" marT="127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dirty="0">
                          <a:effectLst/>
                        </a:rPr>
                        <a:t>not defined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723" marR="12723" marT="127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dirty="0">
                          <a:effectLst/>
                        </a:rPr>
                        <a:t>not defined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723" marR="12723" marT="12723" marB="0" anchor="b"/>
                </a:tc>
                <a:extLst>
                  <a:ext uri="{0D108BD9-81ED-4DB2-BD59-A6C34878D82A}">
                    <a16:rowId xmlns:a16="http://schemas.microsoft.com/office/drawing/2014/main" val="291518341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47C4FF-1FD7-9DDE-04F2-A74EE2F0F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60129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3A868-0003-3A6D-8518-25BBBDC5A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817" y="624110"/>
            <a:ext cx="10127982" cy="128089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IP Address - ranges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06C0BBA-BD07-24F0-9764-AD9FDA90A8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405217"/>
              </p:ext>
            </p:extLst>
          </p:nvPr>
        </p:nvGraphicFramePr>
        <p:xfrm>
          <a:off x="961012" y="3062608"/>
          <a:ext cx="10265790" cy="26983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1381">
                  <a:extLst>
                    <a:ext uri="{9D8B030D-6E8A-4147-A177-3AD203B41FA5}">
                      <a16:colId xmlns:a16="http://schemas.microsoft.com/office/drawing/2014/main" val="1718518537"/>
                    </a:ext>
                  </a:extLst>
                </a:gridCol>
                <a:gridCol w="1419419">
                  <a:extLst>
                    <a:ext uri="{9D8B030D-6E8A-4147-A177-3AD203B41FA5}">
                      <a16:colId xmlns:a16="http://schemas.microsoft.com/office/drawing/2014/main" val="3256444394"/>
                    </a:ext>
                  </a:extLst>
                </a:gridCol>
                <a:gridCol w="1491863">
                  <a:extLst>
                    <a:ext uri="{9D8B030D-6E8A-4147-A177-3AD203B41FA5}">
                      <a16:colId xmlns:a16="http://schemas.microsoft.com/office/drawing/2014/main" val="2154261031"/>
                    </a:ext>
                  </a:extLst>
                </a:gridCol>
                <a:gridCol w="1796609">
                  <a:extLst>
                    <a:ext uri="{9D8B030D-6E8A-4147-A177-3AD203B41FA5}">
                      <a16:colId xmlns:a16="http://schemas.microsoft.com/office/drawing/2014/main" val="3227034581"/>
                    </a:ext>
                  </a:extLst>
                </a:gridCol>
                <a:gridCol w="2281501">
                  <a:extLst>
                    <a:ext uri="{9D8B030D-6E8A-4147-A177-3AD203B41FA5}">
                      <a16:colId xmlns:a16="http://schemas.microsoft.com/office/drawing/2014/main" val="2489190521"/>
                    </a:ext>
                  </a:extLst>
                </a:gridCol>
                <a:gridCol w="1615017">
                  <a:extLst>
                    <a:ext uri="{9D8B030D-6E8A-4147-A177-3AD203B41FA5}">
                      <a16:colId xmlns:a16="http://schemas.microsoft.com/office/drawing/2014/main" val="2125192021"/>
                    </a:ext>
                  </a:extLst>
                </a:gridCol>
              </a:tblGrid>
              <a:tr h="577234"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>
                          <a:effectLst/>
                        </a:rPr>
                        <a:t>Class</a:t>
                      </a:r>
                      <a:endParaRPr lang="en-US" sz="17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591" marR="11591" marT="1159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>
                          <a:effectLst/>
                        </a:rPr>
                        <a:t>Leading bits</a:t>
                      </a:r>
                      <a:endParaRPr lang="en-US" sz="17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591" marR="11591" marT="1159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>
                          <a:effectLst/>
                        </a:rPr>
                        <a:t>Start address</a:t>
                      </a:r>
                      <a:endParaRPr lang="en-US" sz="17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591" marR="11591" marT="1159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>
                          <a:effectLst/>
                        </a:rPr>
                        <a:t>End address</a:t>
                      </a:r>
                      <a:endParaRPr lang="en-US" sz="17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591" marR="11591" marT="1159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>
                          <a:effectLst/>
                        </a:rPr>
                        <a:t>Default subnet mask in dot-decimal notation</a:t>
                      </a:r>
                      <a:endParaRPr lang="en-US" sz="17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591" marR="11591" marT="1159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>
                          <a:effectLst/>
                        </a:rPr>
                        <a:t>CIDR notation</a:t>
                      </a:r>
                      <a:endParaRPr lang="en-US" sz="17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591" marR="11591" marT="11591" marB="0" anchor="b"/>
                </a:tc>
                <a:extLst>
                  <a:ext uri="{0D108BD9-81ED-4DB2-BD59-A6C34878D82A}">
                    <a16:rowId xmlns:a16="http://schemas.microsoft.com/office/drawing/2014/main" val="3175909070"/>
                  </a:ext>
                </a:extLst>
              </a:tr>
              <a:tr h="322231"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>
                          <a:effectLst/>
                        </a:rPr>
                        <a:t>Class A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591" marR="11591" marT="1159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700" u="none" strike="noStrike">
                          <a:effectLst/>
                        </a:rPr>
                        <a:t>0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591" marR="11591" marT="1159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>
                          <a:effectLst/>
                        </a:rPr>
                        <a:t>0.0.0.0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591" marR="11591" marT="1159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>
                          <a:effectLst/>
                        </a:rPr>
                        <a:t>127.255.255.255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591" marR="11591" marT="1159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>
                          <a:effectLst/>
                        </a:rPr>
                        <a:t>255.0.0.0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591" marR="11591" marT="1159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>
                          <a:effectLst/>
                        </a:rPr>
                        <a:t>/8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591" marR="11591" marT="11591" marB="0" anchor="b"/>
                </a:tc>
                <a:extLst>
                  <a:ext uri="{0D108BD9-81ED-4DB2-BD59-A6C34878D82A}">
                    <a16:rowId xmlns:a16="http://schemas.microsoft.com/office/drawing/2014/main" val="3980736271"/>
                  </a:ext>
                </a:extLst>
              </a:tr>
              <a:tr h="322231"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>
                          <a:effectLst/>
                        </a:rPr>
                        <a:t>Class B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591" marR="11591" marT="1159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700" u="none" strike="noStrike">
                          <a:effectLst/>
                        </a:rPr>
                        <a:t>10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591" marR="11591" marT="1159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>
                          <a:effectLst/>
                        </a:rPr>
                        <a:t>128.0.0.0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591" marR="11591" marT="1159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>
                          <a:effectLst/>
                        </a:rPr>
                        <a:t>191.255.255.255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591" marR="11591" marT="1159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>
                          <a:effectLst/>
                        </a:rPr>
                        <a:t>255.255.0.0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591" marR="11591" marT="1159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>
                          <a:effectLst/>
                        </a:rPr>
                        <a:t>/16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591" marR="11591" marT="11591" marB="0" anchor="b"/>
                </a:tc>
                <a:extLst>
                  <a:ext uri="{0D108BD9-81ED-4DB2-BD59-A6C34878D82A}">
                    <a16:rowId xmlns:a16="http://schemas.microsoft.com/office/drawing/2014/main" val="803091366"/>
                  </a:ext>
                </a:extLst>
              </a:tr>
              <a:tr h="322231"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>
                          <a:effectLst/>
                        </a:rPr>
                        <a:t>Class C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591" marR="11591" marT="1159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700" u="none" strike="noStrike">
                          <a:effectLst/>
                        </a:rPr>
                        <a:t>110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591" marR="11591" marT="1159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>
                          <a:effectLst/>
                        </a:rPr>
                        <a:t>192.0.0.0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591" marR="11591" marT="1159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>
                          <a:effectLst/>
                        </a:rPr>
                        <a:t>223.255.255.255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591" marR="11591" marT="1159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>
                          <a:effectLst/>
                        </a:rPr>
                        <a:t>255.255.255.0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591" marR="11591" marT="1159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>
                          <a:effectLst/>
                        </a:rPr>
                        <a:t>/24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591" marR="11591" marT="11591" marB="0" anchor="b"/>
                </a:tc>
                <a:extLst>
                  <a:ext uri="{0D108BD9-81ED-4DB2-BD59-A6C34878D82A}">
                    <a16:rowId xmlns:a16="http://schemas.microsoft.com/office/drawing/2014/main" val="1329363944"/>
                  </a:ext>
                </a:extLst>
              </a:tr>
              <a:tr h="577234"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>
                          <a:effectLst/>
                        </a:rPr>
                        <a:t>Class D (multicast)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591" marR="11591" marT="1159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700" u="none" strike="noStrike">
                          <a:effectLst/>
                        </a:rPr>
                        <a:t>1110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591" marR="11591" marT="1159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>
                          <a:effectLst/>
                        </a:rPr>
                        <a:t>224.0.0.0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591" marR="11591" marT="1159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>
                          <a:effectLst/>
                        </a:rPr>
                        <a:t>239.255.255.255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591" marR="11591" marT="1159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>
                          <a:effectLst/>
                        </a:rPr>
                        <a:t>not defined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591" marR="11591" marT="1159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>
                          <a:effectLst/>
                        </a:rPr>
                        <a:t>/4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591" marR="11591" marT="11591" marB="0" anchor="b"/>
                </a:tc>
                <a:extLst>
                  <a:ext uri="{0D108BD9-81ED-4DB2-BD59-A6C34878D82A}">
                    <a16:rowId xmlns:a16="http://schemas.microsoft.com/office/drawing/2014/main" val="988205272"/>
                  </a:ext>
                </a:extLst>
              </a:tr>
              <a:tr h="577234"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>
                          <a:effectLst/>
                        </a:rPr>
                        <a:t>Class E (reserved)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591" marR="11591" marT="1159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700" u="none" strike="noStrike">
                          <a:effectLst/>
                        </a:rPr>
                        <a:t>1111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591" marR="11591" marT="1159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>
                          <a:effectLst/>
                        </a:rPr>
                        <a:t>240.0.0.0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591" marR="11591" marT="1159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>
                          <a:effectLst/>
                        </a:rPr>
                        <a:t>255.255.255.255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591" marR="11591" marT="1159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>
                          <a:effectLst/>
                        </a:rPr>
                        <a:t>not defined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591" marR="11591" marT="1159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>
                          <a:effectLst/>
                        </a:rPr>
                        <a:t>not defined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591" marR="11591" marT="11591" marB="0" anchor="b"/>
                </a:tc>
                <a:extLst>
                  <a:ext uri="{0D108BD9-81ED-4DB2-BD59-A6C34878D82A}">
                    <a16:rowId xmlns:a16="http://schemas.microsoft.com/office/drawing/2014/main" val="1023426456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C2834A-1F22-8A0F-FF16-DAA5D35C4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1904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55D75-B15A-66E2-0F33-5B6C611B8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 Addressing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A868F-122C-8D05-16C9-8B7CA5085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882588"/>
            <a:ext cx="9720073" cy="4426772"/>
          </a:xfrm>
        </p:spPr>
        <p:txBody>
          <a:bodyPr/>
          <a:lstStyle/>
          <a:p>
            <a:r>
              <a:rPr lang="en-US" dirty="0"/>
              <a:t>Same network prefix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DFBFD5-1FF3-4653-F268-038B9B226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19</a:t>
            </a:fld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CD46048-24AE-6E46-0F08-E606690F8B85}"/>
              </a:ext>
            </a:extLst>
          </p:cNvPr>
          <p:cNvGrpSpPr/>
          <p:nvPr/>
        </p:nvGrpSpPr>
        <p:grpSpPr>
          <a:xfrm>
            <a:off x="1851755" y="2500536"/>
            <a:ext cx="8064817" cy="3190875"/>
            <a:chOff x="1188720" y="2832640"/>
            <a:chExt cx="8064817" cy="319087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FF66470-306D-85B9-2C02-65FAE8688F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38462" y="2832640"/>
              <a:ext cx="6315075" cy="3190875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771156E-63B5-3B6B-BF65-3EB559167305}"/>
                </a:ext>
              </a:extLst>
            </p:cNvPr>
            <p:cNvSpPr txBox="1"/>
            <p:nvPr/>
          </p:nvSpPr>
          <p:spPr>
            <a:xfrm>
              <a:off x="1188720" y="3090621"/>
              <a:ext cx="17497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192.168.0.101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690C895-C040-4417-D6BC-3992C0D25829}"/>
                </a:ext>
              </a:extLst>
            </p:cNvPr>
            <p:cNvSpPr txBox="1"/>
            <p:nvPr/>
          </p:nvSpPr>
          <p:spPr>
            <a:xfrm>
              <a:off x="1188720" y="4084320"/>
              <a:ext cx="174974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192.168.0.100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56A6274-576B-5FC6-6468-9951D2677D70}"/>
                </a:ext>
              </a:extLst>
            </p:cNvPr>
            <p:cNvSpPr txBox="1"/>
            <p:nvPr/>
          </p:nvSpPr>
          <p:spPr>
            <a:xfrm>
              <a:off x="1235075" y="5181936"/>
              <a:ext cx="170338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192.168.0.102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969D5A9-6ACD-8C89-F7CD-8C44C8F50239}"/>
                </a:ext>
              </a:extLst>
            </p:cNvPr>
            <p:cNvSpPr txBox="1"/>
            <p:nvPr/>
          </p:nvSpPr>
          <p:spPr>
            <a:xfrm>
              <a:off x="5121275" y="4816512"/>
              <a:ext cx="170338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192.168.0.1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09D9219-9E6F-0607-4394-3A21768209B4}"/>
                </a:ext>
              </a:extLst>
            </p:cNvPr>
            <p:cNvSpPr txBox="1"/>
            <p:nvPr/>
          </p:nvSpPr>
          <p:spPr>
            <a:xfrm>
              <a:off x="6205537" y="3639910"/>
              <a:ext cx="191738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chemeClr val="tx2"/>
                  </a:solidFill>
                </a:rPr>
                <a:t>116.48.249.243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495095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3D87D-D011-CE1B-6D5A-814E775C0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masking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21383-F063-E037-1B30-2A141CBAF0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hosts on the sub-network have </a:t>
            </a:r>
            <a:r>
              <a:rPr lang="en-US" u="sng" dirty="0"/>
              <a:t>the same prefix</a:t>
            </a:r>
          </a:p>
          <a:p>
            <a:r>
              <a:rPr lang="en-US" dirty="0"/>
              <a:t>Position of the prefix</a:t>
            </a:r>
          </a:p>
          <a:p>
            <a:pPr lvl="1"/>
            <a:r>
              <a:rPr lang="en-US" dirty="0"/>
              <a:t>Indicated by subnet mask</a:t>
            </a:r>
          </a:p>
          <a:p>
            <a:r>
              <a:rPr lang="en-US" dirty="0"/>
              <a:t>Class C: 192.168.0.101 / 255.255.255.0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024A9F-D9D1-97A1-916C-C76CCC6CD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45695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98E8C-C9C7-499D-BF58-186241F5E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Subnet mask -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0ACC7-A29A-F624-9B8C-F22F28394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851852"/>
            <a:ext cx="9720073" cy="4457508"/>
          </a:xfrm>
        </p:spPr>
        <p:txBody>
          <a:bodyPr/>
          <a:lstStyle/>
          <a:p>
            <a:r>
              <a:rPr lang="en-US" dirty="0"/>
              <a:t>IP / Subnet = 192.168.0.101 / 255.255.255.0</a:t>
            </a:r>
          </a:p>
          <a:p>
            <a:r>
              <a:rPr lang="en-US" dirty="0"/>
              <a:t>Network ID =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192.168.0</a:t>
            </a:r>
          </a:p>
          <a:p>
            <a:r>
              <a:rPr lang="en-US" dirty="0"/>
              <a:t>Host ID = </a:t>
            </a:r>
            <a:r>
              <a:rPr lang="en-US" dirty="0">
                <a:solidFill>
                  <a:srgbClr val="CC3300"/>
                </a:solidFill>
              </a:rPr>
              <a:t>101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3DB65B-73B7-812B-39D2-1FE1DD686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21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5E6E75-B134-DB48-26D5-72D154DEC771}"/>
              </a:ext>
            </a:extLst>
          </p:cNvPr>
          <p:cNvSpPr txBox="1"/>
          <p:nvPr/>
        </p:nvSpPr>
        <p:spPr>
          <a:xfrm>
            <a:off x="4443812" y="6135808"/>
            <a:ext cx="58752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Role of Subnet Mask - </a:t>
            </a:r>
            <a:r>
              <a:rPr lang="en-US" dirty="0" err="1">
                <a:hlinkClick r:id="rId2"/>
              </a:rPr>
              <a:t>GeeksforGeeks</a:t>
            </a:r>
            <a:endParaRPr lang="en-US" dirty="0"/>
          </a:p>
          <a:p>
            <a:r>
              <a:rPr lang="en-US" dirty="0">
                <a:hlinkClick r:id="rId3"/>
              </a:rPr>
              <a:t>Subnet Mask - Explained</a:t>
            </a:r>
            <a:endParaRPr lang="en-US" dirty="0"/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F9250277-0779-6F90-B92B-ACC7575400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6580957"/>
              </p:ext>
            </p:extLst>
          </p:nvPr>
        </p:nvGraphicFramePr>
        <p:xfrm>
          <a:off x="1767017" y="3589239"/>
          <a:ext cx="8915401" cy="2112846"/>
        </p:xfrm>
        <a:graphic>
          <a:graphicData uri="http://schemas.openxmlformats.org/drawingml/2006/table">
            <a:tbl>
              <a:tblPr bandRow="1">
                <a:tableStyleId>{BC89EF96-8CEA-46FF-86C4-4CE0E7609802}</a:tableStyleId>
              </a:tblPr>
              <a:tblGrid>
                <a:gridCol w="2605098">
                  <a:extLst>
                    <a:ext uri="{9D8B030D-6E8A-4147-A177-3AD203B41FA5}">
                      <a16:colId xmlns:a16="http://schemas.microsoft.com/office/drawing/2014/main" val="1460716087"/>
                    </a:ext>
                  </a:extLst>
                </a:gridCol>
                <a:gridCol w="6310303">
                  <a:extLst>
                    <a:ext uri="{9D8B030D-6E8A-4147-A177-3AD203B41FA5}">
                      <a16:colId xmlns:a16="http://schemas.microsoft.com/office/drawing/2014/main" val="4232308057"/>
                    </a:ext>
                  </a:extLst>
                </a:gridCol>
              </a:tblGrid>
              <a:tr h="704282">
                <a:tc>
                  <a:txBody>
                    <a:bodyPr/>
                    <a:lstStyle/>
                    <a:p>
                      <a:r>
                        <a:rPr lang="en-US" sz="2000" dirty="0"/>
                        <a:t>IP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u="none" strike="noStrike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11000000 10101000 00000000 </a:t>
                      </a:r>
                      <a:r>
                        <a:rPr lang="en-US" sz="2000" dirty="0">
                          <a:solidFill>
                            <a:srgbClr val="CC33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r>
                        <a:rPr lang="en-US" sz="2000" b="0" i="0" u="none" strike="noStrike" baseline="0" dirty="0">
                          <a:solidFill>
                            <a:srgbClr val="CC33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1100101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5705584"/>
                  </a:ext>
                </a:extLst>
              </a:tr>
              <a:tr h="704282">
                <a:tc>
                  <a:txBody>
                    <a:bodyPr/>
                    <a:lstStyle/>
                    <a:p>
                      <a:r>
                        <a:rPr lang="en-US" sz="2000" dirty="0"/>
                        <a:t>Subnet Mask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i="0" u="none" strike="noStrike" baseline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11111111 11111111 11111111 </a:t>
                      </a:r>
                      <a:r>
                        <a:rPr lang="en-US" sz="2000" b="0" i="0" u="none" strike="noStrike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00000000</a:t>
                      </a:r>
                      <a:endParaRPr lang="en-US" sz="20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3528939"/>
                  </a:ext>
                </a:extLst>
              </a:tr>
              <a:tr h="704282">
                <a:tc>
                  <a:txBody>
                    <a:bodyPr/>
                    <a:lstStyle/>
                    <a:p>
                      <a:r>
                        <a:rPr lang="en-US" sz="2000" dirty="0"/>
                        <a:t>Network </a:t>
                      </a:r>
                    </a:p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i="0" u="none" strike="noStrike" baseline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11000000 </a:t>
                      </a:r>
                      <a:r>
                        <a:rPr lang="en-US" sz="2000" b="1" i="0" u="none" strike="noStrike" baseline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10101000 00000000 </a:t>
                      </a:r>
                      <a:r>
                        <a:rPr lang="en-US" sz="2000" b="0" i="0" u="none" strike="noStrike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00000000</a:t>
                      </a:r>
                      <a:endParaRPr lang="en-US" sz="20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887888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2A69733-01AF-0859-B6FE-718BC8FBAD51}"/>
              </a:ext>
            </a:extLst>
          </p:cNvPr>
          <p:cNvSpPr txBox="1"/>
          <p:nvPr/>
        </p:nvSpPr>
        <p:spPr>
          <a:xfrm>
            <a:off x="7115747" y="1335024"/>
            <a:ext cx="4208419" cy="181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>
              <a:spcAft>
                <a:spcPts val="750"/>
              </a:spcAft>
              <a:buNone/>
            </a:pP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In a subnet mask:</a:t>
            </a:r>
          </a:p>
          <a:p>
            <a:pPr marL="285750" indent="-285750"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Binary 1s represent the network portion of the IP address.</a:t>
            </a:r>
          </a:p>
          <a:p>
            <a:pPr marL="285750" indent="-285750"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Binary 0s represent the host portion.</a:t>
            </a:r>
          </a:p>
        </p:txBody>
      </p:sp>
    </p:spTree>
    <p:extLst>
      <p:ext uri="{BB962C8B-B14F-4D97-AF65-F5344CB8AC3E}">
        <p14:creationId xmlns:p14="http://schemas.microsoft.com/office/powerpoint/2010/main" val="2164195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A68FE-30FA-3126-ABAF-8EBE30A5B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Classless Inter-Domain Routing (CIDR)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B2A41-B58F-4C64-FA4C-CC72686D01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Subnet portion -&gt; arbitrary length</a:t>
            </a:r>
          </a:p>
          <a:p>
            <a:r>
              <a:rPr lang="en-US" dirty="0"/>
              <a:t>Address Format: </a:t>
            </a:r>
            <a:r>
              <a:rPr lang="en-US" dirty="0" err="1"/>
              <a:t>a.b.c.d</a:t>
            </a:r>
            <a:r>
              <a:rPr lang="en-US" dirty="0"/>
              <a:t>/x</a:t>
            </a:r>
          </a:p>
          <a:p>
            <a:pPr lvl="1"/>
            <a:r>
              <a:rPr lang="en-US" dirty="0"/>
              <a:t>x: # of bits in subnet portion</a:t>
            </a:r>
          </a:p>
          <a:p>
            <a:r>
              <a:rPr lang="en-US" dirty="0"/>
              <a:t>Example: 192.168.0.101/24</a:t>
            </a:r>
          </a:p>
          <a:p>
            <a:r>
              <a:rPr lang="en-US" dirty="0"/>
              <a:t>Can define sub-network using longer subnet portion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C89288-AE01-FDC1-0327-D204BEFB1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22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A1D47B-0714-DED6-73DF-B6E1F705AC12}"/>
              </a:ext>
            </a:extLst>
          </p:cNvPr>
          <p:cNvSpPr txBox="1"/>
          <p:nvPr/>
        </p:nvSpPr>
        <p:spPr>
          <a:xfrm>
            <a:off x="2845750" y="6325862"/>
            <a:ext cx="75855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https://en.wikipedia.org/wiki/Classless_Inter-Domain_Routing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73869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6A50E-9978-D35A-C5E6-5323D9DA3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Sub-network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A9769-B1C4-3D73-17BB-804A09A3D8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Network addresses can be sub-divided into more sub-network</a:t>
            </a:r>
          </a:p>
          <a:p>
            <a:r>
              <a:rPr lang="en-US" dirty="0"/>
              <a:t>Class B: 130.0.0.1/16</a:t>
            </a:r>
          </a:p>
          <a:p>
            <a:r>
              <a:rPr lang="en-US" dirty="0"/>
              <a:t>Office need 120 IP address</a:t>
            </a:r>
          </a:p>
          <a:p>
            <a:r>
              <a:rPr lang="en-US" dirty="0"/>
              <a:t>First IP will be 130.0.3.1</a:t>
            </a:r>
          </a:p>
          <a:p>
            <a:r>
              <a:rPr lang="en-US" dirty="0"/>
              <a:t>Calculate the subnet mask for this sub-net in both binary and decimal form.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B2A71-EDA0-85F9-CEE0-7047D5ECB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29892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98259-FDF1-81EB-8202-AB072C677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Sub-network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C58668-C9E7-8CE5-0BA7-52F1BC7605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877601"/>
            <a:ext cx="8915400" cy="2112847"/>
          </a:xfrm>
        </p:spPr>
        <p:txBody>
          <a:bodyPr>
            <a:normAutofit/>
          </a:bodyPr>
          <a:lstStyle/>
          <a:p>
            <a:r>
              <a:rPr lang="en-US" dirty="0"/>
              <a:t>First IP will be 130.0.3.1</a:t>
            </a:r>
          </a:p>
          <a:p>
            <a:r>
              <a:rPr lang="en-US" dirty="0"/>
              <a:t>120 IP addresses -&gt; 128 bits host ID (7 bits)</a:t>
            </a:r>
          </a:p>
          <a:p>
            <a:r>
              <a:rPr lang="en-US" dirty="0"/>
              <a:t>Subnet portion = 32 - 7 bits = 25 bits</a:t>
            </a:r>
          </a:p>
          <a:p>
            <a:r>
              <a:rPr lang="en-US" dirty="0"/>
              <a:t>Subnet mark = 255.255.255.128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1778A0-F9ED-B0D7-ECC7-670F33073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24</a:t>
            </a:fld>
            <a:endParaRPr lang="en-US" dirty="0"/>
          </a:p>
        </p:txBody>
      </p:sp>
      <p:graphicFrame>
        <p:nvGraphicFramePr>
          <p:cNvPr id="5" name="Table 9">
            <a:extLst>
              <a:ext uri="{FF2B5EF4-FFF2-40B4-BE49-F238E27FC236}">
                <a16:creationId xmlns:a16="http://schemas.microsoft.com/office/drawing/2014/main" id="{D128D870-CA40-4D4A-E35A-083B724716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4220515"/>
              </p:ext>
            </p:extLst>
          </p:nvPr>
        </p:nvGraphicFramePr>
        <p:xfrm>
          <a:off x="1176320" y="3927429"/>
          <a:ext cx="8915401" cy="2112846"/>
        </p:xfrm>
        <a:graphic>
          <a:graphicData uri="http://schemas.openxmlformats.org/drawingml/2006/table">
            <a:tbl>
              <a:tblPr bandRow="1">
                <a:tableStyleId>{BC89EF96-8CEA-46FF-86C4-4CE0E7609802}</a:tableStyleId>
              </a:tblPr>
              <a:tblGrid>
                <a:gridCol w="2605098">
                  <a:extLst>
                    <a:ext uri="{9D8B030D-6E8A-4147-A177-3AD203B41FA5}">
                      <a16:colId xmlns:a16="http://schemas.microsoft.com/office/drawing/2014/main" val="1460716087"/>
                    </a:ext>
                  </a:extLst>
                </a:gridCol>
                <a:gridCol w="6310303">
                  <a:extLst>
                    <a:ext uri="{9D8B030D-6E8A-4147-A177-3AD203B41FA5}">
                      <a16:colId xmlns:a16="http://schemas.microsoft.com/office/drawing/2014/main" val="4232308057"/>
                    </a:ext>
                  </a:extLst>
                </a:gridCol>
              </a:tblGrid>
              <a:tr h="704282">
                <a:tc>
                  <a:txBody>
                    <a:bodyPr/>
                    <a:lstStyle/>
                    <a:p>
                      <a:r>
                        <a:rPr lang="en-US" sz="2000" dirty="0"/>
                        <a:t>IP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u="none" strike="noStrike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10000010 00000000 00000011 </a:t>
                      </a:r>
                      <a:r>
                        <a:rPr lang="en-US" sz="2000" dirty="0">
                          <a:solidFill>
                            <a:srgbClr val="CC33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</a:t>
                      </a:r>
                      <a:r>
                        <a:rPr lang="en-US" sz="2000" b="0" i="0" u="none" strike="noStrike" baseline="0" dirty="0">
                          <a:solidFill>
                            <a:srgbClr val="CC33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</a:t>
                      </a:r>
                      <a:r>
                        <a:rPr lang="en-US" sz="2000" dirty="0">
                          <a:solidFill>
                            <a:srgbClr val="CC33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r>
                        <a:rPr lang="en-US" sz="2000" b="0" i="0" u="none" strike="noStrike" baseline="0" dirty="0">
                          <a:solidFill>
                            <a:srgbClr val="CC33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5705584"/>
                  </a:ext>
                </a:extLst>
              </a:tr>
              <a:tr h="704282">
                <a:tc>
                  <a:txBody>
                    <a:bodyPr/>
                    <a:lstStyle/>
                    <a:p>
                      <a:r>
                        <a:rPr lang="en-US" sz="2000" dirty="0"/>
                        <a:t>Subnet Mask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i="0" u="none" strike="noStrike" baseline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11111111 11111111 11111111 1</a:t>
                      </a:r>
                      <a:r>
                        <a:rPr lang="en-US" sz="2000" b="0" i="0" u="none" strike="noStrike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0000000</a:t>
                      </a:r>
                      <a:endParaRPr lang="en-US" sz="20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3528939"/>
                  </a:ext>
                </a:extLst>
              </a:tr>
              <a:tr h="704282">
                <a:tc>
                  <a:txBody>
                    <a:bodyPr/>
                    <a:lstStyle/>
                    <a:p>
                      <a:r>
                        <a:rPr lang="en-US" sz="2000" dirty="0"/>
                        <a:t>Network </a:t>
                      </a:r>
                    </a:p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i="0" u="none" strike="noStrike" baseline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10000010 00000000 00000011 0</a:t>
                      </a:r>
                      <a:r>
                        <a:rPr lang="en-US" sz="2000" b="0" i="0" u="none" strike="noStrike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0000000</a:t>
                      </a:r>
                      <a:endParaRPr lang="en-US" sz="20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88788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0480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Subnet Exercise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Consider a router that interconnects 2 subnets: </a:t>
            </a:r>
          </a:p>
          <a:p>
            <a:pPr lvl="1"/>
            <a:r>
              <a:rPr lang="en-US" dirty="0"/>
              <a:t>Subnet 1, and Subnet 2. </a:t>
            </a:r>
          </a:p>
          <a:p>
            <a:r>
              <a:rPr lang="en-US" dirty="0"/>
              <a:t>Suppose all of the interfaces in each of these three subnets are required to have the prefix 224.1.1/24. </a:t>
            </a:r>
          </a:p>
          <a:p>
            <a:r>
              <a:rPr lang="en-US" dirty="0"/>
              <a:t>Subnet 1 is required to support up to 20 interfaces, </a:t>
            </a:r>
          </a:p>
          <a:p>
            <a:r>
              <a:rPr lang="en-US" dirty="0"/>
              <a:t>Subnet 2 is to support up to 96 interfaces, </a:t>
            </a:r>
          </a:p>
          <a:p>
            <a:r>
              <a:rPr lang="en-US" dirty="0"/>
              <a:t>Provide 2 network address prefixes (of the form </a:t>
            </a:r>
            <a:r>
              <a:rPr lang="en-US" dirty="0" err="1"/>
              <a:t>a.b.c.d</a:t>
            </a:r>
            <a:r>
              <a:rPr lang="en-US" dirty="0"/>
              <a:t>/x) that satisfy these constraints. </a:t>
            </a:r>
          </a:p>
          <a:p>
            <a:r>
              <a:rPr lang="en-US" dirty="0"/>
              <a:t>Use adjacent allocations. </a:t>
            </a:r>
          </a:p>
          <a:p>
            <a:r>
              <a:rPr lang="en-US" dirty="0"/>
              <a:t>For each subnet, also list the subnet mask to be used in the hosts.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202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Subnet Exercise - Draft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90051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2E816-C4E7-D3B5-DDA7-3A7DD7B24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Private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C1F753-8275-0E43-BEDA-DDC5342A7B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network that uses a private address space of IP addresses. </a:t>
            </a:r>
          </a:p>
          <a:p>
            <a:r>
              <a:rPr lang="en-US" dirty="0"/>
              <a:t>commonly used for local area networks (LANs) </a:t>
            </a:r>
          </a:p>
          <a:p>
            <a:r>
              <a:rPr lang="en-US" dirty="0"/>
              <a:t>Private network addresses </a:t>
            </a:r>
          </a:p>
          <a:p>
            <a:pPr lvl="1"/>
            <a:r>
              <a:rPr lang="en-US" dirty="0"/>
              <a:t>not allocated to any specific organization. </a:t>
            </a:r>
          </a:p>
          <a:p>
            <a:pPr lvl="1"/>
            <a:r>
              <a:rPr lang="en-US" dirty="0"/>
              <a:t>Anyone may use these addresses without approval</a:t>
            </a:r>
          </a:p>
          <a:p>
            <a:pPr lvl="1"/>
            <a:r>
              <a:rPr lang="en-US" dirty="0"/>
              <a:t>originally defined to assist in delaying IPv4 address exhaustion. </a:t>
            </a:r>
          </a:p>
          <a:p>
            <a:pPr lvl="1"/>
            <a:r>
              <a:rPr lang="en-US" dirty="0"/>
              <a:t>IP packets originating from or addressed to a private IP address cannot be routed through the public Internet.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428C9B-4166-F7C4-7BB9-A3C74F933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D0267C-F7DD-39F8-C030-00EB549C3778}"/>
              </a:ext>
            </a:extLst>
          </p:cNvPr>
          <p:cNvSpPr txBox="1"/>
          <p:nvPr/>
        </p:nvSpPr>
        <p:spPr>
          <a:xfrm>
            <a:off x="2589212" y="6131601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https://en.wikipedia.org/wiki/Private_network</a:t>
            </a:r>
          </a:p>
        </p:txBody>
      </p:sp>
    </p:spTree>
    <p:extLst>
      <p:ext uri="{BB962C8B-B14F-4D97-AF65-F5344CB8AC3E}">
        <p14:creationId xmlns:p14="http://schemas.microsoft.com/office/powerpoint/2010/main" val="26588335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6D019-D4FD-126F-03ED-EAE7F39D9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10462472" cy="125989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Private IPv4 addresses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46410-60EB-0E4E-4594-4D55EDEEDB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2133601"/>
            <a:ext cx="11076611" cy="517392"/>
          </a:xfrm>
        </p:spPr>
        <p:txBody>
          <a:bodyPr>
            <a:normAutofit/>
          </a:bodyPr>
          <a:lstStyle/>
          <a:p>
            <a:r>
              <a:rPr lang="en-US" dirty="0"/>
              <a:t>IETF has directed the IANA to reserve the following IPv4 address ranges for private networks:</a:t>
            </a:r>
          </a:p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FE91221-A6D1-58D3-D3A5-4A14829B2A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5719534"/>
              </p:ext>
            </p:extLst>
          </p:nvPr>
        </p:nvGraphicFramePr>
        <p:xfrm>
          <a:off x="1153297" y="2798113"/>
          <a:ext cx="9587523" cy="3188376"/>
        </p:xfrm>
        <a:graphic>
          <a:graphicData uri="http://schemas.openxmlformats.org/drawingml/2006/table">
            <a:tbl>
              <a:tblPr firstRow="1" bandRow="1"/>
              <a:tblGrid>
                <a:gridCol w="2873444">
                  <a:extLst>
                    <a:ext uri="{9D8B030D-6E8A-4147-A177-3AD203B41FA5}">
                      <a16:colId xmlns:a16="http://schemas.microsoft.com/office/drawing/2014/main" val="678056064"/>
                    </a:ext>
                  </a:extLst>
                </a:gridCol>
                <a:gridCol w="2543042">
                  <a:extLst>
                    <a:ext uri="{9D8B030D-6E8A-4147-A177-3AD203B41FA5}">
                      <a16:colId xmlns:a16="http://schemas.microsoft.com/office/drawing/2014/main" val="157745448"/>
                    </a:ext>
                  </a:extLst>
                </a:gridCol>
                <a:gridCol w="1083010">
                  <a:extLst>
                    <a:ext uri="{9D8B030D-6E8A-4147-A177-3AD203B41FA5}">
                      <a16:colId xmlns:a16="http://schemas.microsoft.com/office/drawing/2014/main" val="2651608736"/>
                    </a:ext>
                  </a:extLst>
                </a:gridCol>
                <a:gridCol w="1353138">
                  <a:extLst>
                    <a:ext uri="{9D8B030D-6E8A-4147-A177-3AD203B41FA5}">
                      <a16:colId xmlns:a16="http://schemas.microsoft.com/office/drawing/2014/main" val="1447880991"/>
                    </a:ext>
                  </a:extLst>
                </a:gridCol>
                <a:gridCol w="1734889">
                  <a:extLst>
                    <a:ext uri="{9D8B030D-6E8A-4147-A177-3AD203B41FA5}">
                      <a16:colId xmlns:a16="http://schemas.microsoft.com/office/drawing/2014/main" val="478565787"/>
                    </a:ext>
                  </a:extLst>
                </a:gridCol>
              </a:tblGrid>
              <a:tr h="797094"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Classful description</a:t>
                      </a:r>
                    </a:p>
                  </a:txBody>
                  <a:tcPr marL="63419" marR="63419" marT="31709" marB="31709"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effectLst/>
                        </a:rPr>
                        <a:t>IP address range</a:t>
                      </a:r>
                    </a:p>
                  </a:txBody>
                  <a:tcPr marL="63419" marR="63419" marT="31709" marB="31709"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effectLst/>
                        </a:rPr>
                        <a:t>Mask bits</a:t>
                      </a:r>
                    </a:p>
                  </a:txBody>
                  <a:tcPr marL="63419" marR="63419" marT="31709" marB="31709"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effectLst/>
                        </a:rPr>
                        <a:t>Host ID size</a:t>
                      </a:r>
                    </a:p>
                  </a:txBody>
                  <a:tcPr marL="63419" marR="63419" marT="31709" marB="31709"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</a:rPr>
                        <a:t>Number of addresses</a:t>
                      </a:r>
                    </a:p>
                  </a:txBody>
                  <a:tcPr marL="63419" marR="63419" marT="31709" marB="31709"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8411424"/>
                  </a:ext>
                </a:extLst>
              </a:tr>
              <a:tr h="797094"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single class A network</a:t>
                      </a:r>
                    </a:p>
                  </a:txBody>
                  <a:tcPr marL="63419" marR="63419" marT="31709" marB="31709"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effectLst/>
                        </a:rPr>
                        <a:t>10.0.0.0 – 10.255.255.255</a:t>
                      </a:r>
                    </a:p>
                  </a:txBody>
                  <a:tcPr marL="63419" marR="63419" marT="31709" marB="31709"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8 bits</a:t>
                      </a:r>
                    </a:p>
                  </a:txBody>
                  <a:tcPr marL="63419" marR="63419" marT="31709" marB="31709"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24 bits</a:t>
                      </a:r>
                    </a:p>
                  </a:txBody>
                  <a:tcPr marL="63419" marR="63419" marT="31709" marB="31709"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effectLst/>
                        </a:rPr>
                        <a:t>16,777,216</a:t>
                      </a:r>
                    </a:p>
                  </a:txBody>
                  <a:tcPr marL="63419" marR="63419" marT="31709" marB="31709"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4636786"/>
                  </a:ext>
                </a:extLst>
              </a:tr>
              <a:tr h="797094"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16 contiguous class B networks</a:t>
                      </a:r>
                    </a:p>
                  </a:txBody>
                  <a:tcPr marL="63419" marR="63419" marT="31709" marB="31709"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effectLst/>
                        </a:rPr>
                        <a:t>172.16.0.0 – 172.31.255.255</a:t>
                      </a:r>
                    </a:p>
                  </a:txBody>
                  <a:tcPr marL="63419" marR="63419" marT="31709" marB="31709"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</a:rPr>
                        <a:t>12 bits</a:t>
                      </a:r>
                    </a:p>
                  </a:txBody>
                  <a:tcPr marL="63419" marR="63419" marT="31709" marB="31709"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20 bits</a:t>
                      </a:r>
                    </a:p>
                  </a:txBody>
                  <a:tcPr marL="63419" marR="63419" marT="31709" marB="31709"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effectLst/>
                        </a:rPr>
                        <a:t>1,048,576</a:t>
                      </a:r>
                    </a:p>
                  </a:txBody>
                  <a:tcPr marL="63419" marR="63419" marT="31709" marB="31709"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7575178"/>
                  </a:ext>
                </a:extLst>
              </a:tr>
              <a:tr h="797094"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256 contiguous class C networks</a:t>
                      </a:r>
                    </a:p>
                  </a:txBody>
                  <a:tcPr marL="63419" marR="63419" marT="31709" marB="31709"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</a:rPr>
                        <a:t>192.168.0.0 – 192.168.255.255</a:t>
                      </a:r>
                    </a:p>
                  </a:txBody>
                  <a:tcPr marL="63419" marR="63419" marT="31709" marB="31709"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</a:rPr>
                        <a:t>16 bits</a:t>
                      </a:r>
                    </a:p>
                  </a:txBody>
                  <a:tcPr marL="63419" marR="63419" marT="31709" marB="31709"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</a:rPr>
                        <a:t>16 bits</a:t>
                      </a:r>
                    </a:p>
                  </a:txBody>
                  <a:tcPr marL="63419" marR="63419" marT="31709" marB="31709"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effectLst/>
                        </a:rPr>
                        <a:t>65,536</a:t>
                      </a:r>
                    </a:p>
                  </a:txBody>
                  <a:tcPr marL="63419" marR="63419" marT="31709" marB="31709"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7331714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1DAB68-DDF8-5E82-8512-A9A08423F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83639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D147B-05CE-7139-CC64-3CA01FA73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Difference between classful and classless IP addressing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197C6-EF93-8595-407F-E90FF3B353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Classful addressing is a technique of allocating IP addresses that divides them into five categories. </a:t>
            </a:r>
          </a:p>
          <a:p>
            <a:pPr lvl="1"/>
            <a:r>
              <a:rPr lang="en-US" dirty="0"/>
              <a:t>Classless addressing is a technique of allocating IP addresses that is intended to replace classful addressing to reduce IP address depletion.</a:t>
            </a:r>
          </a:p>
          <a:p>
            <a:r>
              <a:rPr lang="en-US" dirty="0"/>
              <a:t>The utility of classful and classless addressing is another distinction. Addressing with-out a class is more practical and helpful than addressing with a class.</a:t>
            </a:r>
          </a:p>
          <a:p>
            <a:r>
              <a:rPr lang="en-US" dirty="0"/>
              <a:t>The network ID and host ID change based on the classes in classful addressing. </a:t>
            </a:r>
          </a:p>
          <a:p>
            <a:pPr lvl="1"/>
            <a:r>
              <a:rPr lang="en-US" dirty="0"/>
              <a:t>In classless addressing, however, there is no distinction between network ID and host ID.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A9C52D-A804-D371-F5FD-5A253A591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1888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Packet Forwarding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/>
              <a:t>Forwarding</a:t>
            </a:r>
          </a:p>
          <a:p>
            <a:pPr lvl="1"/>
            <a:r>
              <a:rPr lang="en-HK" dirty="0"/>
              <a:t>Deliver datagrams to destination network</a:t>
            </a:r>
          </a:p>
          <a:p>
            <a:pPr lvl="1"/>
            <a:r>
              <a:rPr lang="en-HK" dirty="0"/>
              <a:t>Router maintains </a:t>
            </a:r>
          </a:p>
          <a:p>
            <a:pPr lvl="2"/>
            <a:r>
              <a:rPr lang="en-HK" dirty="0"/>
              <a:t>a “Routing table” of “next hops”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29774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Routing Table Example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1445673" y="1743075"/>
            <a:ext cx="10058938" cy="3133725"/>
          </a:xfrm>
        </p:spPr>
        <p:txBody>
          <a:bodyPr>
            <a:normAutofit/>
          </a:bodyPr>
          <a:lstStyle/>
          <a:p>
            <a:r>
              <a:rPr lang="en-HK" dirty="0" err="1"/>
              <a:t>Netmask</a:t>
            </a:r>
            <a:r>
              <a:rPr lang="en-HK" dirty="0"/>
              <a:t>/Subnet mask: used to map the network</a:t>
            </a:r>
          </a:p>
          <a:p>
            <a:r>
              <a:rPr lang="en-HK" dirty="0"/>
              <a:t>Gateway: next IP address to forward to</a:t>
            </a:r>
          </a:p>
          <a:p>
            <a:r>
              <a:rPr lang="en-HK" dirty="0"/>
              <a:t>Interface: outgoing interface</a:t>
            </a:r>
          </a:p>
          <a:p>
            <a:r>
              <a:rPr lang="en-HK" dirty="0"/>
              <a:t>Metric: # of hops / # routers to destination</a:t>
            </a:r>
            <a:endParaRPr lang="en-US" dirty="0"/>
          </a:p>
          <a:p>
            <a:pPr lvl="1"/>
            <a:r>
              <a:rPr lang="en-HK" dirty="0"/>
              <a:t>Lowest metric (multiple routes)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31</a:t>
            </a:fld>
            <a:endParaRPr lang="en-US" dirty="0"/>
          </a:p>
        </p:txBody>
      </p:sp>
      <p:graphicFrame>
        <p:nvGraphicFramePr>
          <p:cNvPr id="9" name="Content Placeholder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55323726"/>
              </p:ext>
            </p:extLst>
          </p:nvPr>
        </p:nvGraphicFramePr>
        <p:xfrm>
          <a:off x="1522378" y="4190392"/>
          <a:ext cx="89154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1689349108"/>
                    </a:ext>
                  </a:extLst>
                </a:gridCol>
                <a:gridCol w="1866582">
                  <a:extLst>
                    <a:ext uri="{9D8B030D-6E8A-4147-A177-3AD203B41FA5}">
                      <a16:colId xmlns:a16="http://schemas.microsoft.com/office/drawing/2014/main" val="60080060"/>
                    </a:ext>
                  </a:extLst>
                </a:gridCol>
                <a:gridCol w="1699578">
                  <a:extLst>
                    <a:ext uri="{9D8B030D-6E8A-4147-A177-3AD203B41FA5}">
                      <a16:colId xmlns:a16="http://schemas.microsoft.com/office/drawing/2014/main" val="1171787766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308398028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6350088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HK" dirty="0"/>
                        <a:t>Destination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dirty="0" err="1"/>
                        <a:t>Netmask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dirty="0"/>
                        <a:t>Gateway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dirty="0"/>
                        <a:t>Interface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dirty="0"/>
                        <a:t>Metric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2502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HK" dirty="0"/>
                        <a:t>102.25.63.0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dirty="0"/>
                        <a:t>255.255.255.0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dirty="0"/>
                        <a:t>10.0.0.2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dirty="0"/>
                        <a:t>eth3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dirty="0"/>
                        <a:t>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3281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HK" dirty="0"/>
                        <a:t>192.25.67.0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dirty="0"/>
                        <a:t>255.255.255.0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dirty="0"/>
                        <a:t>10.0.0.3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dirty="0"/>
                        <a:t>eth5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dirty="0"/>
                        <a:t>10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5148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HK" dirty="0"/>
                        <a:t>Default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dirty="0"/>
                        <a:t>0.0.0.0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dirty="0"/>
                        <a:t>10.0.0.1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dirty="0"/>
                        <a:t>eth0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dirty="0"/>
                        <a:t>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6980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53788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Network command: route print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/>
              <a:t>Windows:                                          Mac: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32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742844" y="2285424"/>
            <a:ext cx="2053767" cy="461665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route print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5255" y="2929604"/>
            <a:ext cx="6814679" cy="357132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743522" y="2285424"/>
            <a:ext cx="2053767" cy="461665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netstat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-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nr</a:t>
            </a:r>
            <a:endParaRPr lang="en-US" sz="24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44666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HK" dirty="0"/>
              <a:t>IANA IPv4 Special-Purpose Addresses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3925647"/>
              </p:ext>
            </p:extLst>
          </p:nvPr>
        </p:nvGraphicFramePr>
        <p:xfrm>
          <a:off x="1951598" y="2701741"/>
          <a:ext cx="7983537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6585">
                  <a:extLst>
                    <a:ext uri="{9D8B030D-6E8A-4147-A177-3AD203B41FA5}">
                      <a16:colId xmlns:a16="http://schemas.microsoft.com/office/drawing/2014/main" val="2342246546"/>
                    </a:ext>
                  </a:extLst>
                </a:gridCol>
                <a:gridCol w="4436952">
                  <a:extLst>
                    <a:ext uri="{9D8B030D-6E8A-4147-A177-3AD203B41FA5}">
                      <a16:colId xmlns:a16="http://schemas.microsoft.com/office/drawing/2014/main" val="20914763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HK" sz="2400" dirty="0"/>
                        <a:t>Address Block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sz="2400" dirty="0"/>
                        <a:t>Name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8385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HK" sz="2400" dirty="0"/>
                        <a:t>0.0.0.0/32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sz="2400" dirty="0"/>
                        <a:t>“This host on this network”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7087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HK" sz="2400" dirty="0"/>
                        <a:t>127.0.0.</a:t>
                      </a:r>
                      <a:r>
                        <a:rPr lang="en-HK" sz="2400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HK" sz="2400" dirty="0"/>
                        <a:t>/8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sz="2400" dirty="0"/>
                        <a:t>Loopback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4540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HK" sz="2400" dirty="0"/>
                        <a:t>255.255.255.255/32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sz="2400" dirty="0"/>
                        <a:t>Limited Broadcast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2995717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33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535453" y="5147450"/>
            <a:ext cx="912109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HK" dirty="0"/>
              <a:t>Full list:</a:t>
            </a:r>
            <a:endParaRPr lang="en-US" dirty="0"/>
          </a:p>
          <a:p>
            <a:r>
              <a:rPr lang="en-US" dirty="0">
                <a:hlinkClick r:id="rId2"/>
              </a:rPr>
              <a:t>https://www.iana.org/assignments/iana-ipv4-special-registry/iana-ipv4-special-registry.xhtml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9890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Network Address Translation (NAT)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HK" dirty="0"/>
              <a:t>Translate between private address to public address</a:t>
            </a:r>
          </a:p>
          <a:p>
            <a:r>
              <a:rPr lang="en-HK" dirty="0"/>
              <a:t>Outgoing packets</a:t>
            </a:r>
          </a:p>
          <a:p>
            <a:pPr lvl="1"/>
            <a:r>
              <a:rPr lang="en-HK" dirty="0"/>
              <a:t>Overwrites source addresses </a:t>
            </a:r>
          </a:p>
          <a:p>
            <a:r>
              <a:rPr lang="en-HK" dirty="0"/>
              <a:t>Incoming packets</a:t>
            </a:r>
          </a:p>
          <a:p>
            <a:pPr lvl="1"/>
            <a:r>
              <a:rPr lang="en-HK" dirty="0"/>
              <a:t>Overwrites destination addresses</a:t>
            </a:r>
          </a:p>
          <a:p>
            <a:r>
              <a:rPr lang="en-HK" dirty="0"/>
              <a:t>Only outgoing connections are possible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9741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NAT example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35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6563" y="2153489"/>
            <a:ext cx="7971474" cy="375773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242950" y="5995204"/>
            <a:ext cx="887482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>
              <a:defRPr/>
            </a:pPr>
            <a:r>
              <a:rPr lang="en-US" dirty="0"/>
              <a:t>By Michel </a:t>
            </a:r>
            <a:r>
              <a:rPr lang="en-US" dirty="0" err="1"/>
              <a:t>Bakni</a:t>
            </a:r>
            <a:r>
              <a:rPr lang="en-US" dirty="0"/>
              <a:t> CC BY-SA 4.0, https://commons.wikimedia.org/w/index.php?curid=86017447</a:t>
            </a:r>
          </a:p>
        </p:txBody>
      </p:sp>
    </p:spTree>
    <p:extLst>
      <p:ext uri="{BB962C8B-B14F-4D97-AF65-F5344CB8AC3E}">
        <p14:creationId xmlns:p14="http://schemas.microsoft.com/office/powerpoint/2010/main" val="40638424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HK" dirty="0"/>
              <a:t>Dynamic Host Configuration Protocol (DHCP)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HK" dirty="0"/>
              <a:t>Allows hosts to get an IP address automatically from a server</a:t>
            </a:r>
          </a:p>
          <a:p>
            <a:r>
              <a:rPr lang="en-HK" dirty="0"/>
              <a:t>Do not need to assignment IP manually</a:t>
            </a:r>
          </a:p>
          <a:p>
            <a:r>
              <a:rPr lang="en-HK" dirty="0"/>
              <a:t>Each allocation has a limited “lease” time</a:t>
            </a:r>
          </a:p>
          <a:p>
            <a:r>
              <a:rPr lang="en-HK" dirty="0"/>
              <a:t>Hosts broadcast “Is there a </a:t>
            </a:r>
            <a:r>
              <a:rPr lang="en-HK" dirty="0">
                <a:solidFill>
                  <a:srgbClr val="FF0000"/>
                </a:solidFill>
              </a:rPr>
              <a:t>DH</a:t>
            </a:r>
            <a:r>
              <a:rPr lang="en-HK" dirty="0"/>
              <a:t>CP server here?”</a:t>
            </a:r>
          </a:p>
          <a:p>
            <a:pPr lvl="1"/>
            <a:r>
              <a:rPr lang="en-HK" dirty="0"/>
              <a:t>Sent to 255.255.255.255</a:t>
            </a:r>
          </a:p>
          <a:p>
            <a:r>
              <a:rPr lang="en-HK" dirty="0"/>
              <a:t>DHCP server respond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5686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Example of DHCP session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37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931" y="1509211"/>
            <a:ext cx="3442663" cy="44020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943595" y="5995204"/>
            <a:ext cx="75804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By Gelmo96 - Own work, CC BY-SA 4.0, https://commons.wikimedia.org/w/index.php?curid=38179484</a:t>
            </a:r>
          </a:p>
        </p:txBody>
      </p:sp>
    </p:spTree>
    <p:extLst>
      <p:ext uri="{BB962C8B-B14F-4D97-AF65-F5344CB8AC3E}">
        <p14:creationId xmlns:p14="http://schemas.microsoft.com/office/powerpoint/2010/main" val="38846152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858F1-5F39-1C6A-A8F7-32F238178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Forwarding &amp; Routing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C0963-8067-DF4D-2500-433109D36F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Forwarding</a:t>
            </a:r>
          </a:p>
          <a:p>
            <a:pPr lvl="1"/>
            <a:r>
              <a:rPr lang="en-US" dirty="0"/>
              <a:t>Input link to output link</a:t>
            </a:r>
          </a:p>
          <a:p>
            <a:pPr lvl="1"/>
            <a:r>
              <a:rPr lang="en-US" dirty="0"/>
              <a:t>Address prefix lookup in a table</a:t>
            </a:r>
          </a:p>
          <a:p>
            <a:r>
              <a:rPr lang="en-US" dirty="0"/>
              <a:t>Routing</a:t>
            </a:r>
          </a:p>
          <a:p>
            <a:pPr lvl="1"/>
            <a:r>
              <a:rPr lang="en-US" dirty="0"/>
              <a:t>Making the address lookup table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A2BC1D-E2DF-4A95-EC57-5BC275782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13002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05070-ECEB-1CAD-7013-DF94F30391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HK" dirty="0"/>
              <a:t>IPv6</a:t>
            </a:r>
            <a:r>
              <a:rPr lang="en-US" altLang="zh-HK" baseline="0" dirty="0"/>
              <a:t> - Addressing</a:t>
            </a:r>
            <a:endParaRPr lang="zh-HK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57828-113B-B9DD-DBF4-F404D5561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23172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606B4-241F-522C-978E-46E52EEA4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IPv6 addressing</a:t>
            </a:r>
            <a:endParaRPr lang="zh-HK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F8730-221F-BE6D-F686-7DCDCA7A8A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HK" dirty="0"/>
              <a:t>uses 128-bit addresses</a:t>
            </a:r>
          </a:p>
          <a:p>
            <a:pPr lvl="1"/>
            <a:r>
              <a:rPr lang="en-US" altLang="zh-HK" dirty="0"/>
              <a:t>8 groups of 4 hexadecimal digits, </a:t>
            </a:r>
          </a:p>
          <a:p>
            <a:pPr lvl="1"/>
            <a:r>
              <a:rPr lang="en-US" altLang="zh-HK" dirty="0"/>
              <a:t>each group representing 2 octets (16 bits)</a:t>
            </a:r>
          </a:p>
          <a:p>
            <a:pPr lvl="1"/>
            <a:r>
              <a:rPr lang="en-US" altLang="zh-HK" dirty="0"/>
              <a:t>groups are separated by colons. </a:t>
            </a:r>
          </a:p>
          <a:p>
            <a:r>
              <a:rPr lang="en-US" altLang="zh-HK" dirty="0"/>
              <a:t>Rules to reduce complexity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HK" dirty="0"/>
              <a:t>Leading Zeros: Leading zeros in a block can be omitted. 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HK" dirty="0"/>
              <a:t>Zero Compression: One series of consecutive zero blocks in an IPv6 address can be replaced with a double colon (::). </a:t>
            </a:r>
          </a:p>
          <a:p>
            <a:pPr marL="914400" lvl="1" indent="-514350"/>
            <a:r>
              <a:rPr lang="en-US" altLang="zh-HK" dirty="0"/>
              <a:t>can only be done once in an address to prevent ambiguity.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A17591-A3FD-EF09-84BF-27C0DB2C4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63838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E0BC8-6E2C-A062-78A0-464C1F22F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HK" dirty="0"/>
              <a:t>IPv6 – Address Compressions Example</a:t>
            </a:r>
            <a:endParaRPr lang="zh-HK" alt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CB3FD5C-CB5E-46D4-8F87-D12C09B516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4340385"/>
              </p:ext>
            </p:extLst>
          </p:nvPr>
        </p:nvGraphicFramePr>
        <p:xfrm>
          <a:off x="1189274" y="2593556"/>
          <a:ext cx="9813452" cy="2769538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654116">
                  <a:extLst>
                    <a:ext uri="{9D8B030D-6E8A-4147-A177-3AD203B41FA5}">
                      <a16:colId xmlns:a16="http://schemas.microsoft.com/office/drawing/2014/main" val="494493554"/>
                    </a:ext>
                  </a:extLst>
                </a:gridCol>
                <a:gridCol w="7159336">
                  <a:extLst>
                    <a:ext uri="{9D8B030D-6E8A-4147-A177-3AD203B41FA5}">
                      <a16:colId xmlns:a16="http://schemas.microsoft.com/office/drawing/2014/main" val="3340748241"/>
                    </a:ext>
                  </a:extLst>
                </a:gridCol>
              </a:tblGrid>
              <a:tr h="918325">
                <a:tc>
                  <a:txBody>
                    <a:bodyPr/>
                    <a:lstStyle/>
                    <a:p>
                      <a:r>
                        <a:rPr lang="en-US" altLang="zh-HK" sz="2800" b="0" dirty="0"/>
                        <a:t>Full address</a:t>
                      </a:r>
                      <a:endParaRPr lang="zh-HK" altLang="en-US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2800" b="0" dirty="0"/>
                        <a:t>2001:0db8:85a3:0000:0000:8a2e:0:7334</a:t>
                      </a:r>
                      <a:endParaRPr lang="zh-HK" altLang="en-US" sz="2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905978"/>
                  </a:ext>
                </a:extLst>
              </a:tr>
              <a:tr h="503598">
                <a:tc>
                  <a:txBody>
                    <a:bodyPr/>
                    <a:lstStyle/>
                    <a:p>
                      <a:r>
                        <a:rPr lang="en-US" altLang="zh-HK" sz="2800" dirty="0"/>
                        <a:t>Leading</a:t>
                      </a:r>
                      <a:r>
                        <a:rPr lang="en-US" altLang="zh-HK" sz="2800" baseline="0" dirty="0"/>
                        <a:t> zeros</a:t>
                      </a:r>
                      <a:endParaRPr lang="zh-HK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2800" dirty="0"/>
                        <a:t>2001:db8:85a3:</a:t>
                      </a:r>
                      <a:r>
                        <a:rPr lang="en-US" altLang="zh-HK" sz="2800" dirty="0">
                          <a:solidFill>
                            <a:srgbClr val="FF0000"/>
                          </a:solidFill>
                        </a:rPr>
                        <a:t>0:0</a:t>
                      </a:r>
                      <a:r>
                        <a:rPr lang="en-US" altLang="zh-HK" sz="2800" dirty="0"/>
                        <a:t>:8a2e:</a:t>
                      </a:r>
                      <a:r>
                        <a:rPr lang="en-US" altLang="zh-HK" sz="2800" dirty="0">
                          <a:solidFill>
                            <a:srgbClr val="00B050"/>
                          </a:solidFill>
                        </a:rPr>
                        <a:t>0</a:t>
                      </a:r>
                      <a:r>
                        <a:rPr lang="en-US" altLang="zh-HK" sz="2800" dirty="0"/>
                        <a:t>:7334</a:t>
                      </a:r>
                      <a:endParaRPr lang="zh-HK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3208734"/>
                  </a:ext>
                </a:extLst>
              </a:tr>
              <a:tr h="1333053">
                <a:tc>
                  <a:txBody>
                    <a:bodyPr/>
                    <a:lstStyle/>
                    <a:p>
                      <a:r>
                        <a:rPr lang="en-US" altLang="zh-HK" sz="2800" dirty="0"/>
                        <a:t>Zero</a:t>
                      </a:r>
                      <a:r>
                        <a:rPr lang="en-US" altLang="zh-HK" sz="2800" baseline="0" dirty="0"/>
                        <a:t> compressions</a:t>
                      </a:r>
                      <a:endParaRPr lang="zh-HK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2800" dirty="0"/>
                        <a:t>2001:db8:85a3</a:t>
                      </a:r>
                      <a:r>
                        <a:rPr lang="en-US" altLang="zh-HK" sz="2800" dirty="0">
                          <a:solidFill>
                            <a:srgbClr val="FF0000"/>
                          </a:solidFill>
                        </a:rPr>
                        <a:t>::</a:t>
                      </a:r>
                      <a:r>
                        <a:rPr lang="en-US" altLang="zh-HK" sz="2800" dirty="0"/>
                        <a:t>8a2e:</a:t>
                      </a:r>
                      <a:r>
                        <a:rPr lang="en-US" altLang="zh-HK" sz="2800" dirty="0">
                          <a:solidFill>
                            <a:srgbClr val="00B050"/>
                          </a:solidFill>
                        </a:rPr>
                        <a:t>0</a:t>
                      </a:r>
                      <a:r>
                        <a:rPr lang="en-US" altLang="zh-HK" sz="2800" dirty="0"/>
                        <a:t>:7334</a:t>
                      </a:r>
                      <a:endParaRPr lang="zh-HK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6076016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9907C0-C3F0-36D0-F4FD-F7C95D149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21038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A6792-85B3-AB3E-9DA6-69E392822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Structure of IPv6 address</a:t>
            </a:r>
            <a:endParaRPr lang="zh-HK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8D543-FC60-B3AD-69E3-B51C025D4F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HK" dirty="0"/>
              <a:t>can include several parts:</a:t>
            </a:r>
          </a:p>
          <a:p>
            <a:pPr lvl="1"/>
            <a:r>
              <a:rPr lang="en-US" altLang="zh-HK" dirty="0"/>
              <a:t>Network Prefix</a:t>
            </a:r>
          </a:p>
          <a:p>
            <a:pPr lvl="1"/>
            <a:r>
              <a:rPr lang="en-US" altLang="zh-HK" dirty="0"/>
              <a:t>Subnet Identifier</a:t>
            </a:r>
          </a:p>
          <a:p>
            <a:pPr lvl="1"/>
            <a:r>
              <a:rPr lang="en-US" altLang="zh-HK" dirty="0"/>
              <a:t>Interface Identifier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867368-562C-2C4E-790F-C3632AC25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778265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CF4B5-0205-634C-8720-57D9B2EAE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altLang="zh-HK" dirty="0"/>
              <a:t>Network Prefix</a:t>
            </a:r>
            <a:endParaRPr lang="zh-HK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C336A-C568-DD39-D21B-43FCA9DE89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HK" dirty="0"/>
              <a:t>leading portion of the address that indicates the network segment. </a:t>
            </a:r>
          </a:p>
          <a:p>
            <a:r>
              <a:rPr lang="en-US" altLang="zh-HK" dirty="0"/>
              <a:t>often assigned by </a:t>
            </a:r>
          </a:p>
          <a:p>
            <a:pPr lvl="1"/>
            <a:r>
              <a:rPr lang="en-US" altLang="zh-HK" dirty="0"/>
              <a:t>Internet Assigned Numbers Authority (IANA) </a:t>
            </a:r>
          </a:p>
          <a:p>
            <a:pPr lvl="1"/>
            <a:r>
              <a:rPr lang="en-US" altLang="zh-HK" dirty="0"/>
              <a:t>local internet registries</a:t>
            </a:r>
          </a:p>
          <a:p>
            <a:r>
              <a:rPr lang="en-US" altLang="zh-HK" dirty="0"/>
              <a:t>Commonly 48 bits (unicast) – can vary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F5239E-C98A-C983-36B7-C279DB781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25213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875E2-89E0-F430-6D91-52F151D8A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altLang="zh-HK" dirty="0"/>
              <a:t>Subnet Identifier</a:t>
            </a:r>
            <a:endParaRPr lang="zh-HK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490CA2-E204-0FBF-245E-62590AFEC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HK" dirty="0"/>
              <a:t>Used to designate subnetworks within an organization's network</a:t>
            </a:r>
          </a:p>
          <a:p>
            <a:r>
              <a:rPr lang="en-US" altLang="zh-HK" dirty="0"/>
              <a:t>providing an additional layer of hierarchy  </a:t>
            </a:r>
          </a:p>
          <a:p>
            <a:r>
              <a:rPr lang="en-US" altLang="zh-HK" dirty="0"/>
              <a:t>facilitating efficient routing.</a:t>
            </a:r>
          </a:p>
          <a:p>
            <a:r>
              <a:rPr lang="en-US" altLang="zh-HK" dirty="0"/>
              <a:t>Bits between network prefix &amp; 64-bit boundary</a:t>
            </a:r>
          </a:p>
          <a:p>
            <a:pPr lvl="1"/>
            <a:r>
              <a:rPr lang="en-US" altLang="zh-HK" dirty="0"/>
              <a:t>E.g. Typical 16 bits = 49</a:t>
            </a:r>
            <a:r>
              <a:rPr lang="en-US" altLang="zh-HK" baseline="30000" dirty="0"/>
              <a:t>th</a:t>
            </a:r>
            <a:r>
              <a:rPr lang="en-US" altLang="zh-HK" dirty="0"/>
              <a:t> to 64</a:t>
            </a:r>
            <a:r>
              <a:rPr lang="en-US" altLang="zh-HK" baseline="30000" dirty="0"/>
              <a:t>th</a:t>
            </a:r>
            <a:r>
              <a:rPr lang="en-US" altLang="zh-HK" dirty="0"/>
              <a:t> bit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A8C9CC-F666-2E6E-CE40-6A0A193BD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9053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6C20A-BFE9-BEA4-D80C-BBDE22F58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altLang="zh-HK" dirty="0"/>
              <a:t>Interface Identifier (IID)</a:t>
            </a:r>
            <a:endParaRPr lang="zh-HK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B8F3A1-FAAF-9FA0-916C-D8E4B1C251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zh-HK"/>
              <a:t>last 64 bits of an IPv6 address </a:t>
            </a:r>
          </a:p>
          <a:p>
            <a:pPr lvl="1"/>
            <a:r>
              <a:rPr lang="en-US" altLang="zh-HK"/>
              <a:t>uniquely identify an interface on a network. </a:t>
            </a:r>
          </a:p>
          <a:p>
            <a:pPr lvl="1"/>
            <a:r>
              <a:rPr lang="en-US" altLang="zh-HK"/>
              <a:t>often derived from the MAC address of the network interface card in a process called EUI-64, </a:t>
            </a:r>
          </a:p>
          <a:p>
            <a:pPr lvl="1"/>
            <a:r>
              <a:rPr lang="en-US" altLang="zh-HK"/>
              <a:t>although they can also be randomly generated to ensure privacy.</a:t>
            </a:r>
            <a:endParaRPr lang="zh-HK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2FD5E1-E0A9-3A3D-44CC-17EB1C8C2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69259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4E462-092B-E30F-E5AD-6961FA938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Example - IPv6 address structure</a:t>
            </a:r>
            <a:endParaRPr lang="zh-HK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2C444-3B8C-7726-4606-90C3AE1E20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HK" dirty="0"/>
              <a:t>a simplified explanation</a:t>
            </a:r>
          </a:p>
          <a:p>
            <a:pPr lvl="1"/>
            <a:r>
              <a:rPr lang="en-US" altLang="zh-HK" dirty="0"/>
              <a:t>[Network Prefix: </a:t>
            </a:r>
            <a:r>
              <a:rPr lang="en-US" altLang="zh-HK" dirty="0">
                <a:solidFill>
                  <a:schemeClr val="accent1"/>
                </a:solidFill>
              </a:rPr>
              <a:t>48 bits</a:t>
            </a:r>
            <a:r>
              <a:rPr lang="en-US" altLang="zh-HK" dirty="0"/>
              <a:t>] : [Subnet ID: </a:t>
            </a:r>
            <a:r>
              <a:rPr lang="en-US" altLang="zh-HK" dirty="0">
                <a:solidFill>
                  <a:schemeClr val="accent5">
                    <a:lumMod val="75000"/>
                  </a:schemeClr>
                </a:solidFill>
              </a:rPr>
              <a:t>16 bits</a:t>
            </a:r>
            <a:r>
              <a:rPr lang="en-US" altLang="zh-HK" dirty="0"/>
              <a:t>] : [Interface ID: </a:t>
            </a:r>
            <a:r>
              <a:rPr lang="en-US" altLang="zh-HK" dirty="0">
                <a:solidFill>
                  <a:schemeClr val="tx1"/>
                </a:solidFill>
              </a:rPr>
              <a:t>64 bits</a:t>
            </a:r>
            <a:r>
              <a:rPr lang="en-US" altLang="zh-HK" dirty="0"/>
              <a:t>]</a:t>
            </a:r>
          </a:p>
          <a:p>
            <a:r>
              <a:rPr lang="en-US" altLang="zh-HK" dirty="0"/>
              <a:t>IPv6 address </a:t>
            </a:r>
            <a:r>
              <a:rPr lang="en-US" altLang="zh-HK" dirty="0">
                <a:solidFill>
                  <a:schemeClr val="accent1"/>
                </a:solidFill>
              </a:rPr>
              <a:t>2001:0db8:abcd</a:t>
            </a:r>
            <a:r>
              <a:rPr lang="en-US" altLang="zh-HK" dirty="0"/>
              <a:t>:</a:t>
            </a:r>
            <a:r>
              <a:rPr lang="en-US" altLang="zh-HK" dirty="0">
                <a:solidFill>
                  <a:schemeClr val="accent5">
                    <a:lumMod val="75000"/>
                  </a:schemeClr>
                </a:solidFill>
              </a:rPr>
              <a:t>0012</a:t>
            </a:r>
            <a:r>
              <a:rPr lang="en-US" altLang="zh-HK" dirty="0"/>
              <a:t>:</a:t>
            </a:r>
            <a:r>
              <a:rPr lang="en-US" altLang="zh-HK" dirty="0">
                <a:solidFill>
                  <a:schemeClr val="tx1"/>
                </a:solidFill>
              </a:rPr>
              <a:t>0000:0000:0000:0011</a:t>
            </a:r>
            <a:endParaRPr lang="en-US" altLang="zh-HK" dirty="0"/>
          </a:p>
          <a:p>
            <a:r>
              <a:rPr lang="en-US" altLang="zh-HK" dirty="0"/>
              <a:t>Different division example</a:t>
            </a:r>
          </a:p>
          <a:p>
            <a:pPr lvl="1"/>
            <a:r>
              <a:rPr lang="en-US" altLang="zh-HK" dirty="0"/>
              <a:t>an organization might have a /32 prefix</a:t>
            </a:r>
          </a:p>
          <a:p>
            <a:pPr lvl="1"/>
            <a:r>
              <a:rPr lang="en-US" altLang="zh-HK" dirty="0"/>
              <a:t>internally divide that space into various subnets of different sizes as needed.</a:t>
            </a:r>
            <a:endParaRPr lang="zh-HK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3CCFFD-5693-1B42-7B10-E1BBF7D15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4603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E258D-2C4C-D379-1DDA-2EE11743D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Types of addresses</a:t>
            </a:r>
            <a:endParaRPr lang="zh-HK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069DA-62BE-9079-16DD-3791D6B67B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HK" dirty="0"/>
              <a:t>For different purposes</a:t>
            </a:r>
          </a:p>
          <a:p>
            <a:r>
              <a:rPr lang="en-US" altLang="zh-HK" dirty="0"/>
              <a:t>Unicast Addresses</a:t>
            </a:r>
          </a:p>
          <a:p>
            <a:pPr lvl="1"/>
            <a:r>
              <a:rPr lang="en-US" altLang="zh-HK" dirty="0"/>
              <a:t>used for one-to-one communication</a:t>
            </a:r>
          </a:p>
          <a:p>
            <a:pPr lvl="1"/>
            <a:r>
              <a:rPr lang="en-US" altLang="zh-HK" dirty="0"/>
              <a:t>most common type of IPv6 address.</a:t>
            </a:r>
          </a:p>
          <a:p>
            <a:r>
              <a:rPr lang="en-US" altLang="zh-HK" dirty="0"/>
              <a:t>Multicast Addresses</a:t>
            </a:r>
          </a:p>
          <a:p>
            <a:pPr lvl="1"/>
            <a:r>
              <a:rPr lang="en-US" altLang="zh-HK" dirty="0"/>
              <a:t>used for one-to-many communication</a:t>
            </a:r>
          </a:p>
          <a:p>
            <a:pPr lvl="1"/>
            <a:r>
              <a:rPr lang="en-US" altLang="zh-HK" dirty="0"/>
              <a:t>a single packet is sent to multiple recipients</a:t>
            </a:r>
          </a:p>
          <a:p>
            <a:pPr lvl="1"/>
            <a:r>
              <a:rPr lang="en-US" altLang="zh-HK" dirty="0"/>
              <a:t>no broadcast addresses  (multicast addresses fulfill this role</a:t>
            </a:r>
          </a:p>
          <a:p>
            <a:r>
              <a:rPr lang="en-US" altLang="zh-HK" dirty="0"/>
              <a:t>Anycast Addresses</a:t>
            </a:r>
          </a:p>
          <a:p>
            <a:pPr lvl="1"/>
            <a:r>
              <a:rPr lang="en-US" altLang="zh-HK" dirty="0"/>
              <a:t>assigned to a group of interfaces</a:t>
            </a:r>
          </a:p>
          <a:p>
            <a:pPr lvl="1"/>
            <a:r>
              <a:rPr lang="en-US" altLang="zh-HK" dirty="0"/>
              <a:t>usually on different nodes</a:t>
            </a:r>
          </a:p>
          <a:p>
            <a:pPr lvl="1"/>
            <a:r>
              <a:rPr lang="en-US" altLang="zh-HK" dirty="0"/>
              <a:t>allowing the network to route packets to the nearest node in the group.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ADB6CB-F1DD-5457-9908-B84B0530B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462327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28799-FF8F-AF5F-A3FA-6BC248586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Scopes of IPv6</a:t>
            </a:r>
            <a:r>
              <a:rPr lang="en-US" altLang="zh-HK" baseline="0" dirty="0"/>
              <a:t> addresses</a:t>
            </a:r>
            <a:endParaRPr lang="zh-HK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29DA6-AF9A-2978-F3B9-F28D395E4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HK" dirty="0"/>
              <a:t>classified into different scopes</a:t>
            </a:r>
          </a:p>
          <a:p>
            <a:pPr lvl="1"/>
            <a:r>
              <a:rPr lang="en-US" altLang="zh-HK" dirty="0"/>
              <a:t>Link-Local - used in a single network segment </a:t>
            </a:r>
          </a:p>
          <a:p>
            <a:pPr lvl="1"/>
            <a:r>
              <a:rPr lang="en-US" altLang="zh-HK" dirty="0"/>
              <a:t>Unique Local - used within a single organization</a:t>
            </a:r>
          </a:p>
          <a:p>
            <a:pPr lvl="1"/>
            <a:r>
              <a:rPr lang="en-US" altLang="zh-HK" dirty="0"/>
              <a:t>Global Unicast </a:t>
            </a:r>
          </a:p>
          <a:p>
            <a:pPr lvl="2"/>
            <a:r>
              <a:rPr lang="en-US" altLang="zh-HK" dirty="0"/>
              <a:t>used across the Internet</a:t>
            </a:r>
          </a:p>
          <a:p>
            <a:pPr lvl="2"/>
            <a:r>
              <a:rPr lang="en-US" altLang="zh-HK" dirty="0"/>
              <a:t>IPv6 equivalent of a public IPv4 address</a:t>
            </a:r>
          </a:p>
          <a:p>
            <a:endParaRPr lang="en-US" altLang="zh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A877FE-7E8F-A3B9-2AA1-4F41AAD23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04282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igrationWizId xmlns="30d3476f-ec53-4671-8980-d10767fdaaec" xsi:nil="true"/>
    <MigrationWizIdPermissions xmlns="30d3476f-ec53-4671-8980-d10767fdaaec" xsi:nil="true"/>
    <_activity xmlns="30d3476f-ec53-4671-8980-d10767fdaaec" xsi:nil="true"/>
    <MigrationWizIdVersion xmlns="30d3476f-ec53-4671-8980-d10767fdaae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BE5400CADFA0469A091337646547C3" ma:contentTypeVersion="15" ma:contentTypeDescription="Create a new document." ma:contentTypeScope="" ma:versionID="a159abf626b7ae748b642627cf780eb4">
  <xsd:schema xmlns:xsd="http://www.w3.org/2001/XMLSchema" xmlns:xs="http://www.w3.org/2001/XMLSchema" xmlns:p="http://schemas.microsoft.com/office/2006/metadata/properties" xmlns:ns3="30d3476f-ec53-4671-8980-d10767fdaaec" xmlns:ns4="4b97df95-d6ed-4c71-86d4-bf7c4bd3aaf0" targetNamespace="http://schemas.microsoft.com/office/2006/metadata/properties" ma:root="true" ma:fieldsID="11d25a122ec29dbd4440de6415435311" ns3:_="" ns4:_="">
    <xsd:import namespace="30d3476f-ec53-4671-8980-d10767fdaaec"/>
    <xsd:import namespace="4b97df95-d6ed-4c71-86d4-bf7c4bd3aaf0"/>
    <xsd:element name="properties">
      <xsd:complexType>
        <xsd:sequence>
          <xsd:element name="documentManagement">
            <xsd:complexType>
              <xsd:all>
                <xsd:element ref="ns3:MigrationWizId" minOccurs="0"/>
                <xsd:element ref="ns3:MigrationWizIdPermissions" minOccurs="0"/>
                <xsd:element ref="ns3:MigrationWizIdVersion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d3476f-ec53-4671-8980-d10767fdaaec" elementFormDefault="qualified">
    <xsd:import namespace="http://schemas.microsoft.com/office/2006/documentManagement/types"/>
    <xsd:import namespace="http://schemas.microsoft.com/office/infopath/2007/PartnerControls"/>
    <xsd:element name="MigrationWizId" ma:index="8" nillable="true" ma:displayName="MigrationWizId" ma:internalName="MigrationWizId">
      <xsd:simpleType>
        <xsd:restriction base="dms:Text"/>
      </xsd:simpleType>
    </xsd:element>
    <xsd:element name="MigrationWizIdPermissions" ma:index="9" nillable="true" ma:displayName="MigrationWizIdPermissions" ma:internalName="MigrationWizIdPermissions">
      <xsd:simpleType>
        <xsd:restriction base="dms:Text"/>
      </xsd:simpleType>
    </xsd:element>
    <xsd:element name="MigrationWizIdVersion" ma:index="10" nillable="true" ma:displayName="MigrationWizIdVersion" ma:internalName="MigrationWizIdVersion">
      <xsd:simpleType>
        <xsd:restriction base="dms:Text"/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97df95-d6ed-4c71-86d4-bf7c4bd3aaf0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5BFC6E3-A980-4DEC-A54B-F57AB042A59B}">
  <ds:schemaRefs>
    <ds:schemaRef ds:uri="4b97df95-d6ed-4c71-86d4-bf7c4bd3aaf0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http://schemas.microsoft.com/office/infopath/2007/PartnerControls"/>
    <ds:schemaRef ds:uri="30d3476f-ec53-4671-8980-d10767fdaaec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EFA3255-2DC8-4137-A082-CD7B359132A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0878B6C-9C19-4992-A2CC-1243AA3F7CF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0d3476f-ec53-4671-8980-d10767fdaaec"/>
    <ds:schemaRef ds:uri="4b97df95-d6ed-4c71-86d4-bf7c4bd3aaf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1080</TotalTime>
  <Words>2426</Words>
  <Application>Microsoft Office PowerPoint</Application>
  <PresentationFormat>Widescreen</PresentationFormat>
  <Paragraphs>503</Paragraphs>
  <Slides>48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9" baseType="lpstr">
      <vt:lpstr>Arial</vt:lpstr>
      <vt:lpstr>Calibri</vt:lpstr>
      <vt:lpstr>Cambria Math</vt:lpstr>
      <vt:lpstr>Consolas</vt:lpstr>
      <vt:lpstr>Courier New</vt:lpstr>
      <vt:lpstr>Nunito</vt:lpstr>
      <vt:lpstr>Times New Roman</vt:lpstr>
      <vt:lpstr>Tw Cen MT</vt:lpstr>
      <vt:lpstr>Tw Cen MT Condensed</vt:lpstr>
      <vt:lpstr>Wingdings 3</vt:lpstr>
      <vt:lpstr>Integral</vt:lpstr>
      <vt:lpstr>HDDS1104 Operating Systems and Networking</vt:lpstr>
      <vt:lpstr>Intended Learning Outcomes</vt:lpstr>
      <vt:lpstr>(Recall) Internet Protocol Data Flow</vt:lpstr>
      <vt:lpstr>Network Layer – IPv4</vt:lpstr>
      <vt:lpstr>IPv4 Datagram Format</vt:lpstr>
      <vt:lpstr>IP Header fields</vt:lpstr>
      <vt:lpstr>IP Fragmentation fields</vt:lpstr>
      <vt:lpstr>Internet Protocol version 6 (IPv6)</vt:lpstr>
      <vt:lpstr>Key Features of IPv6</vt:lpstr>
      <vt:lpstr>Key Features of IPv6 </vt:lpstr>
      <vt:lpstr>Estimate IPv6 adoption</vt:lpstr>
      <vt:lpstr>Transition to IPv6</vt:lpstr>
      <vt:lpstr>IPv4 Address</vt:lpstr>
      <vt:lpstr>Recall - IP Address  (Topic 05)</vt:lpstr>
      <vt:lpstr>IPv4 Address</vt:lpstr>
      <vt:lpstr>IPv4 Classful Addressing</vt:lpstr>
      <vt:lpstr>IP Address classes - Bits &amp; Addresses</vt:lpstr>
      <vt:lpstr>IP Address - ranges</vt:lpstr>
      <vt:lpstr>IP Addressing</vt:lpstr>
      <vt:lpstr>Network masking</vt:lpstr>
      <vt:lpstr>Subnet mask - Example</vt:lpstr>
      <vt:lpstr>Classless Inter-Domain Routing (CIDR)</vt:lpstr>
      <vt:lpstr>Sub-network Example</vt:lpstr>
      <vt:lpstr>Sub-network Example</vt:lpstr>
      <vt:lpstr>Subnet Exercise</vt:lpstr>
      <vt:lpstr>Subnet Exercise - Draft</vt:lpstr>
      <vt:lpstr>Private network</vt:lpstr>
      <vt:lpstr>Private IPv4 addresses</vt:lpstr>
      <vt:lpstr>Difference between classful and classless IP addressing </vt:lpstr>
      <vt:lpstr>Packet Forwarding</vt:lpstr>
      <vt:lpstr>Routing Table Example</vt:lpstr>
      <vt:lpstr>Network command: route print</vt:lpstr>
      <vt:lpstr>IANA IPv4 Special-Purpose Addresses</vt:lpstr>
      <vt:lpstr>Network Address Translation (NAT)</vt:lpstr>
      <vt:lpstr>NAT example</vt:lpstr>
      <vt:lpstr>Dynamic Host Configuration Protocol (DHCP)</vt:lpstr>
      <vt:lpstr>Example of DHCP session</vt:lpstr>
      <vt:lpstr>Forwarding &amp; Routing</vt:lpstr>
      <vt:lpstr>IPv6 - Addressing</vt:lpstr>
      <vt:lpstr>IPv6 addressing</vt:lpstr>
      <vt:lpstr>IPv6 – Address Compressions Example</vt:lpstr>
      <vt:lpstr>Structure of IPv6 address</vt:lpstr>
      <vt:lpstr>Network Prefix</vt:lpstr>
      <vt:lpstr>Subnet Identifier</vt:lpstr>
      <vt:lpstr>Interface Identifier (IID)</vt:lpstr>
      <vt:lpstr>Example - IPv6 address structure</vt:lpstr>
      <vt:lpstr>Types of addresses</vt:lpstr>
      <vt:lpstr>Scopes of IPv6 addresses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HDDS1104 Operating Systems and Networking</dc:title>
  <dc:creator>Fung Cheuk Luk</dc:creator>
  <cp:lastModifiedBy>Simon Li</cp:lastModifiedBy>
  <cp:revision>96</cp:revision>
  <cp:lastPrinted>2023-01-12T02:19:31Z</cp:lastPrinted>
  <dcterms:created xsi:type="dcterms:W3CDTF">2023-01-11T06:01:27Z</dcterms:created>
  <dcterms:modified xsi:type="dcterms:W3CDTF">2026-03-12T08:55:51Z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0x0101006CBE5400CADFA0469A091337646547C3</vt:lpwstr>
  </property>
</Properties>
</file>