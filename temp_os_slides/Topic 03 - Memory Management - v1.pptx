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4"/>
  </p:sldMasterIdLst>
  <p:notesMasterIdLst>
    <p:notesMasterId r:id="rId53"/>
  </p:notesMasterIdLst>
  <p:handoutMasterIdLst>
    <p:handoutMasterId r:id="rId54"/>
  </p:handoutMasterIdLst>
  <p:sldIdLst>
    <p:sldId id="257" r:id="rId5"/>
    <p:sldId id="259" r:id="rId6"/>
    <p:sldId id="320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474" r:id="rId16"/>
    <p:sldId id="345" r:id="rId17"/>
    <p:sldId id="346" r:id="rId18"/>
    <p:sldId id="347" r:id="rId19"/>
    <p:sldId id="396" r:id="rId20"/>
    <p:sldId id="397" r:id="rId21"/>
    <p:sldId id="350" r:id="rId22"/>
    <p:sldId id="475" r:id="rId23"/>
    <p:sldId id="351" r:id="rId24"/>
    <p:sldId id="352" r:id="rId25"/>
    <p:sldId id="353" r:id="rId26"/>
    <p:sldId id="354" r:id="rId27"/>
    <p:sldId id="355" r:id="rId28"/>
    <p:sldId id="356" r:id="rId29"/>
    <p:sldId id="360" r:id="rId30"/>
    <p:sldId id="361" r:id="rId31"/>
    <p:sldId id="363" r:id="rId32"/>
    <p:sldId id="364" r:id="rId33"/>
    <p:sldId id="366" r:id="rId34"/>
    <p:sldId id="371" r:id="rId35"/>
    <p:sldId id="372" r:id="rId36"/>
    <p:sldId id="335" r:id="rId37"/>
    <p:sldId id="406" r:id="rId38"/>
    <p:sldId id="407" r:id="rId39"/>
    <p:sldId id="408" r:id="rId40"/>
    <p:sldId id="409" r:id="rId41"/>
    <p:sldId id="412" r:id="rId42"/>
    <p:sldId id="413" r:id="rId43"/>
    <p:sldId id="415" r:id="rId44"/>
    <p:sldId id="416" r:id="rId45"/>
    <p:sldId id="417" r:id="rId46"/>
    <p:sldId id="428" r:id="rId47"/>
    <p:sldId id="429" r:id="rId48"/>
    <p:sldId id="430" r:id="rId49"/>
    <p:sldId id="431" r:id="rId50"/>
    <p:sldId id="451" r:id="rId51"/>
    <p:sldId id="452" r:id="rId52"/>
  </p:sldIdLst>
  <p:sldSz cx="12192000" cy="6858000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6F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BAA9E4-47BE-4DFA-B60F-0682F1CD7127}" v="44" dt="2023-01-29T15:49:38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7" autoAdjust="0"/>
    <p:restoredTop sz="96213" autoAdjust="0"/>
  </p:normalViewPr>
  <p:slideViewPr>
    <p:cSldViewPr snapToGrid="0">
      <p:cViewPr varScale="1">
        <p:scale>
          <a:sx n="112" d="100"/>
          <a:sy n="112" d="100"/>
        </p:scale>
        <p:origin x="200" y="3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C L FUNG" userId="2bc1a8d8-82cc-46fb-a66a-21e3967849fb" providerId="ADAL" clId="{45106992-ACC4-415E-A83B-5F9C9C679F62}"/>
    <pc:docChg chg="undo custSel addSld delSld modSld sldOrd">
      <pc:chgData name="Ben C L FUNG" userId="2bc1a8d8-82cc-46fb-a66a-21e3967849fb" providerId="ADAL" clId="{45106992-ACC4-415E-A83B-5F9C9C679F62}" dt="2023-01-11T15:57:10.544" v="995" actId="47"/>
      <pc:docMkLst>
        <pc:docMk/>
      </pc:docMkLst>
      <pc:sldChg chg="modSp mod">
        <pc:chgData name="Ben C L FUNG" userId="2bc1a8d8-82cc-46fb-a66a-21e3967849fb" providerId="ADAL" clId="{45106992-ACC4-415E-A83B-5F9C9C679F62}" dt="2023-01-11T13:23:31.601" v="50" actId="20577"/>
        <pc:sldMkLst>
          <pc:docMk/>
          <pc:sldMk cId="2368919398" sldId="259"/>
        </pc:sldMkLst>
        <pc:spChg chg="mod">
          <ac:chgData name="Ben C L FUNG" userId="2bc1a8d8-82cc-46fb-a66a-21e3967849fb" providerId="ADAL" clId="{45106992-ACC4-415E-A83B-5F9C9C679F62}" dt="2023-01-11T13:23:31.601" v="50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53:34.549" v="926" actId="27636"/>
        <pc:sldMkLst>
          <pc:docMk/>
          <pc:sldMk cId="4084542955" sldId="261"/>
        </pc:sldMkLst>
        <pc:spChg chg="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3" creationId="{2A170D39-D0CC-8CF0-1FC1-68A9B34F69B0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4" creationId="{7189C799-C2AB-03DC-42C2-E31BA8465642}"/>
          </ac:spMkLst>
        </pc:spChg>
        <pc:spChg chg="add del mod">
          <ac:chgData name="Ben C L FUNG" userId="2bc1a8d8-82cc-46fb-a66a-21e3967849fb" providerId="ADAL" clId="{45106992-ACC4-415E-A83B-5F9C9C679F62}" dt="2023-01-11T15:28:31.703" v="592"/>
          <ac:spMkLst>
            <pc:docMk/>
            <pc:sldMk cId="4084542955" sldId="261"/>
            <ac:spMk id="5" creationId="{D8614BE2-1212-70F4-A429-04283374A722}"/>
          </ac:spMkLst>
        </pc:spChg>
        <pc:spChg chg="mod">
          <ac:chgData name="Ben C L FUNG" userId="2bc1a8d8-82cc-46fb-a66a-21e3967849fb" providerId="ADAL" clId="{45106992-ACC4-415E-A83B-5F9C9C679F62}" dt="2023-01-11T15:53:12.586" v="912" actId="20577"/>
          <ac:spMkLst>
            <pc:docMk/>
            <pc:sldMk cId="4084542955" sldId="261"/>
            <ac:spMk id="7170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53:34.549" v="926" actId="27636"/>
          <ac:spMkLst>
            <pc:docMk/>
            <pc:sldMk cId="4084542955" sldId="261"/>
            <ac:spMk id="7171" creationId="{00000000-0000-0000-0000-000000000000}"/>
          </ac:spMkLst>
        </pc:spChg>
      </pc:sldChg>
      <pc:sldChg chg="addSp delSp modSp del mod modClrScheme chgLayout">
        <pc:chgData name="Ben C L FUNG" userId="2bc1a8d8-82cc-46fb-a66a-21e3967849fb" providerId="ADAL" clId="{45106992-ACC4-415E-A83B-5F9C9C679F62}" dt="2023-01-11T15:30:26.282" v="609" actId="47"/>
        <pc:sldMkLst>
          <pc:docMk/>
          <pc:sldMk cId="89821447" sldId="262"/>
        </pc:sldMkLst>
        <pc:spChg chg="mod ord">
          <ac:chgData name="Ben C L FUNG" userId="2bc1a8d8-82cc-46fb-a66a-21e3967849fb" providerId="ADAL" clId="{45106992-ACC4-415E-A83B-5F9C9C679F62}" dt="2023-01-11T15:30:05.833" v="607" actId="700"/>
          <ac:spMkLst>
            <pc:docMk/>
            <pc:sldMk cId="89821447" sldId="262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30:02.474" v="606"/>
          <ac:spMkLst>
            <pc:docMk/>
            <pc:sldMk cId="89821447" sldId="262"/>
            <ac:spMk id="3" creationId="{E37E9D8C-D415-5610-8132-CE6B3B230CFD}"/>
          </ac:spMkLst>
        </pc:spChg>
        <pc:spChg chg="add del mod ord">
          <ac:chgData name="Ben C L FUNG" userId="2bc1a8d8-82cc-46fb-a66a-21e3967849fb" providerId="ADAL" clId="{45106992-ACC4-415E-A83B-5F9C9C679F62}" dt="2023-01-11T15:30:09.511" v="608" actId="478"/>
          <ac:spMkLst>
            <pc:docMk/>
            <pc:sldMk cId="89821447" sldId="262"/>
            <ac:spMk id="4" creationId="{A830804B-A665-FB4F-4920-4E057B8AFB6B}"/>
          </ac:spMkLst>
        </pc:spChg>
        <pc:spChg chg="mod ord">
          <ac:chgData name="Ben C L FUNG" userId="2bc1a8d8-82cc-46fb-a66a-21e3967849fb" providerId="ADAL" clId="{45106992-ACC4-415E-A83B-5F9C9C679F62}" dt="2023-01-11T15:30:05.833" v="607" actId="700"/>
          <ac:spMkLst>
            <pc:docMk/>
            <pc:sldMk cId="89821447" sldId="262"/>
            <ac:spMk id="8194" creationId="{00000000-0000-0000-0000-000000000000}"/>
          </ac:spMkLst>
        </pc:spChg>
      </pc:sldChg>
      <pc:sldChg chg="ord">
        <pc:chgData name="Ben C L FUNG" userId="2bc1a8d8-82cc-46fb-a66a-21e3967849fb" providerId="ADAL" clId="{45106992-ACC4-415E-A83B-5F9C9C679F62}" dt="2023-01-11T15:33:51.142" v="657"/>
        <pc:sldMkLst>
          <pc:docMk/>
          <pc:sldMk cId="2062806213" sldId="266"/>
        </pc:sldMkLst>
      </pc:sldChg>
      <pc:sldChg chg="addSp delSp modSp mod modClrScheme chgLayout">
        <pc:chgData name="Ben C L FUNG" userId="2bc1a8d8-82cc-46fb-a66a-21e3967849fb" providerId="ADAL" clId="{45106992-ACC4-415E-A83B-5F9C9C679F62}" dt="2023-01-11T15:45:25.296" v="715" actId="20577"/>
        <pc:sldMkLst>
          <pc:docMk/>
          <pc:sldMk cId="1637506441" sldId="267"/>
        </pc:sldMkLst>
        <pc:spChg chg="mod ord">
          <ac:chgData name="Ben C L FUNG" userId="2bc1a8d8-82cc-46fb-a66a-21e3967849fb" providerId="ADAL" clId="{45106992-ACC4-415E-A83B-5F9C9C679F62}" dt="2023-01-11T15:31:07.491" v="611" actId="700"/>
          <ac:spMkLst>
            <pc:docMk/>
            <pc:sldMk cId="1637506441" sldId="267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3" creationId="{66F11224-BA38-EDC1-B4F2-286DABD00D23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4" creationId="{1CB22F27-418B-A706-D963-4E78D001562F}"/>
          </ac:spMkLst>
        </pc:spChg>
        <pc:spChg chg="add del mod">
          <ac:chgData name="Ben C L FUNG" userId="2bc1a8d8-82cc-46fb-a66a-21e3967849fb" providerId="ADAL" clId="{45106992-ACC4-415E-A83B-5F9C9C679F62}" dt="2023-01-11T15:29:30.743" v="605"/>
          <ac:spMkLst>
            <pc:docMk/>
            <pc:sldMk cId="1637506441" sldId="267"/>
            <ac:spMk id="5" creationId="{C389950B-642E-1343-4FD7-900C6A4D39F6}"/>
          </ac:spMkLst>
        </pc:spChg>
        <pc:spChg chg="add del mod ord">
          <ac:chgData name="Ben C L FUNG" userId="2bc1a8d8-82cc-46fb-a66a-21e3967849fb" providerId="ADAL" clId="{45106992-ACC4-415E-A83B-5F9C9C679F62}" dt="2023-01-11T15:31:20.424" v="617" actId="478"/>
          <ac:spMkLst>
            <pc:docMk/>
            <pc:sldMk cId="1637506441" sldId="267"/>
            <ac:spMk id="6" creationId="{2B4218F6-3090-0F0C-DF86-D26AC3B64AF8}"/>
          </ac:spMkLst>
        </pc:spChg>
        <pc:spChg chg="mod ord">
          <ac:chgData name="Ben C L FUNG" userId="2bc1a8d8-82cc-46fb-a66a-21e3967849fb" providerId="ADAL" clId="{45106992-ACC4-415E-A83B-5F9C9C679F62}" dt="2023-01-11T15:45:25.296" v="715" actId="20577"/>
          <ac:spMkLst>
            <pc:docMk/>
            <pc:sldMk cId="1637506441" sldId="267"/>
            <ac:spMk id="13314" creationId="{00000000-0000-0000-0000-000000000000}"/>
          </ac:spMkLst>
        </pc:spChg>
        <pc:spChg chg="mod ord">
          <ac:chgData name="Ben C L FUNG" userId="2bc1a8d8-82cc-46fb-a66a-21e3967849fb" providerId="ADAL" clId="{45106992-ACC4-415E-A83B-5F9C9C679F62}" dt="2023-01-11T15:31:25.655" v="618" actId="1076"/>
          <ac:spMkLst>
            <pc:docMk/>
            <pc:sldMk cId="1637506441" sldId="267"/>
            <ac:spMk id="13315" creationId="{00000000-0000-0000-0000-000000000000}"/>
          </ac:spMkLst>
        </pc:spChg>
        <pc:picChg chg="add mod">
          <ac:chgData name="Ben C L FUNG" userId="2bc1a8d8-82cc-46fb-a66a-21e3967849fb" providerId="ADAL" clId="{45106992-ACC4-415E-A83B-5F9C9C679F62}" dt="2023-01-11T15:31:30.911" v="620" actId="1076"/>
          <ac:picMkLst>
            <pc:docMk/>
            <pc:sldMk cId="1637506441" sldId="267"/>
            <ac:picMk id="7" creationId="{EBE167C6-60EE-23C0-7B2A-051EB98B4E2A}"/>
          </ac:picMkLst>
        </pc:picChg>
      </pc:sldChg>
      <pc:sldChg chg="addSp delSp modSp mod chgLayout">
        <pc:chgData name="Ben C L FUNG" userId="2bc1a8d8-82cc-46fb-a66a-21e3967849fb" providerId="ADAL" clId="{45106992-ACC4-415E-A83B-5F9C9C679F62}" dt="2023-01-11T15:45:37.983" v="718" actId="27636"/>
        <pc:sldMkLst>
          <pc:docMk/>
          <pc:sldMk cId="1718769407" sldId="268"/>
        </pc:sldMkLst>
        <pc:spChg chg="mod or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3" creationId="{ADC98934-D592-E576-5911-08474C8631AC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4" creationId="{30343D6B-A981-FA5D-E4EB-2611C3004D5B}"/>
          </ac:spMkLst>
        </pc:spChg>
        <pc:spChg chg="add del mo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5" creationId="{592B8D95-E862-56B5-44E1-843583BD8C89}"/>
          </ac:spMkLst>
        </pc:spChg>
        <pc:spChg chg="mod ord">
          <ac:chgData name="Ben C L FUNG" userId="2bc1a8d8-82cc-46fb-a66a-21e3967849fb" providerId="ADAL" clId="{45106992-ACC4-415E-A83B-5F9C9C679F62}" dt="2023-01-11T15:45:37.902" v="717"/>
          <ac:spMkLst>
            <pc:docMk/>
            <pc:sldMk cId="1718769407" sldId="268"/>
            <ac:spMk id="14338" creationId="{00000000-0000-0000-0000-000000000000}"/>
          </ac:spMkLst>
        </pc:spChg>
        <pc:spChg chg="mod ord">
          <ac:chgData name="Ben C L FUNG" userId="2bc1a8d8-82cc-46fb-a66a-21e3967849fb" providerId="ADAL" clId="{45106992-ACC4-415E-A83B-5F9C9C679F62}" dt="2023-01-11T15:45:37.983" v="718" actId="27636"/>
          <ac:spMkLst>
            <pc:docMk/>
            <pc:sldMk cId="1718769407" sldId="268"/>
            <ac:spMk id="14339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40:49.263" v="705" actId="47"/>
        <pc:sldMkLst>
          <pc:docMk/>
          <pc:sldMk cId="713054870" sldId="273"/>
        </pc:sldMkLst>
      </pc:sldChg>
      <pc:sldChg chg="modSp mod">
        <pc:chgData name="Ben C L FUNG" userId="2bc1a8d8-82cc-46fb-a66a-21e3967849fb" providerId="ADAL" clId="{45106992-ACC4-415E-A83B-5F9C9C679F62}" dt="2023-01-11T15:56:06.938" v="992" actId="15"/>
        <pc:sldMkLst>
          <pc:docMk/>
          <pc:sldMk cId="306365697" sldId="274"/>
        </pc:sldMkLst>
        <pc:spChg chg="mod">
          <ac:chgData name="Ben C L FUNG" userId="2bc1a8d8-82cc-46fb-a66a-21e3967849fb" providerId="ADAL" clId="{45106992-ACC4-415E-A83B-5F9C9C679F62}" dt="2023-01-11T15:56:06.938" v="992" actId="15"/>
          <ac:spMkLst>
            <pc:docMk/>
            <pc:sldMk cId="306365697" sldId="274"/>
            <ac:spMk id="20483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56:49.729" v="993" actId="47"/>
        <pc:sldMkLst>
          <pc:docMk/>
          <pc:sldMk cId="754000279" sldId="283"/>
        </pc:sldMkLst>
      </pc:sldChg>
      <pc:sldChg chg="del">
        <pc:chgData name="Ben C L FUNG" userId="2bc1a8d8-82cc-46fb-a66a-21e3967849fb" providerId="ADAL" clId="{45106992-ACC4-415E-A83B-5F9C9C679F62}" dt="2023-01-11T15:56:54.470" v="994" actId="47"/>
        <pc:sldMkLst>
          <pc:docMk/>
          <pc:sldMk cId="3736641154" sldId="284"/>
        </pc:sldMkLst>
      </pc:sldChg>
      <pc:sldChg chg="del">
        <pc:chgData name="Ben C L FUNG" userId="2bc1a8d8-82cc-46fb-a66a-21e3967849fb" providerId="ADAL" clId="{45106992-ACC4-415E-A83B-5F9C9C679F62}" dt="2023-01-11T15:57:10.544" v="995" actId="47"/>
        <pc:sldMkLst>
          <pc:docMk/>
          <pc:sldMk cId="2700703359" sldId="286"/>
        </pc:sldMkLst>
      </pc:sldChg>
      <pc:sldChg chg="del">
        <pc:chgData name="Ben C L FUNG" userId="2bc1a8d8-82cc-46fb-a66a-21e3967849fb" providerId="ADAL" clId="{45106992-ACC4-415E-A83B-5F9C9C679F62}" dt="2023-01-11T15:43:55.905" v="706" actId="47"/>
        <pc:sldMkLst>
          <pc:docMk/>
          <pc:sldMk cId="365395761" sldId="295"/>
        </pc:sldMkLst>
      </pc:sldChg>
      <pc:sldChg chg="delSp del">
        <pc:chgData name="Ben C L FUNG" userId="2bc1a8d8-82cc-46fb-a66a-21e3967849fb" providerId="ADAL" clId="{45106992-ACC4-415E-A83B-5F9C9C679F62}" dt="2023-01-11T15:31:35.946" v="621" actId="47"/>
        <pc:sldMkLst>
          <pc:docMk/>
          <pc:sldMk cId="3895453819" sldId="314"/>
        </pc:sldMkLst>
        <pc:picChg chg="del">
          <ac:chgData name="Ben C L FUNG" userId="2bc1a8d8-82cc-46fb-a66a-21e3967849fb" providerId="ADAL" clId="{45106992-ACC4-415E-A83B-5F9C9C679F62}" dt="2023-01-11T15:31:02.594" v="610" actId="21"/>
          <ac:picMkLst>
            <pc:docMk/>
            <pc:sldMk cId="3895453819" sldId="314"/>
            <ac:picMk id="5" creationId="{00000000-0000-0000-0000-000000000000}"/>
          </ac:picMkLst>
        </pc:picChg>
      </pc:sldChg>
      <pc:sldChg chg="modSp mod">
        <pc:chgData name="Ben C L FUNG" userId="2bc1a8d8-82cc-46fb-a66a-21e3967849fb" providerId="ADAL" clId="{45106992-ACC4-415E-A83B-5F9C9C679F62}" dt="2023-01-11T15:19:02.618" v="287" actId="20577"/>
        <pc:sldMkLst>
          <pc:docMk/>
          <pc:sldMk cId="1284218118" sldId="322"/>
        </pc:sldMkLst>
        <pc:spChg chg="mod">
          <ac:chgData name="Ben C L FUNG" userId="2bc1a8d8-82cc-46fb-a66a-21e3967849fb" providerId="ADAL" clId="{45106992-ACC4-415E-A83B-5F9C9C679F62}" dt="2023-01-11T15:19:02.618" v="287" actId="20577"/>
          <ac:spMkLst>
            <pc:docMk/>
            <pc:sldMk cId="1284218118" sldId="322"/>
            <ac:spMk id="49154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19:29.679" v="290" actId="27636"/>
        <pc:sldMkLst>
          <pc:docMk/>
          <pc:sldMk cId="1889622294" sldId="324"/>
        </pc:sldMkLst>
        <pc:spChg chg="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3" creationId="{57B87F30-BE17-D9D2-DB11-523F91859C3B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4" creationId="{C712D9F6-4E94-BF65-90E0-1D71D55AC77C}"/>
          </ac:spMkLst>
        </pc:spChg>
        <pc:spChg chg="add del 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5" creationId="{9A991B21-CC6A-3088-C0D2-D5B977C781AC}"/>
          </ac:spMkLst>
        </pc:spChg>
        <pc:spChg chg="mod">
          <ac:chgData name="Ben C L FUNG" userId="2bc1a8d8-82cc-46fb-a66a-21e3967849fb" providerId="ADAL" clId="{45106992-ACC4-415E-A83B-5F9C9C679F62}" dt="2023-01-11T15:19:29.622" v="289"/>
          <ac:spMkLst>
            <pc:docMk/>
            <pc:sldMk cId="1889622294" sldId="324"/>
            <ac:spMk id="54274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19:29.679" v="290" actId="27636"/>
          <ac:spMkLst>
            <pc:docMk/>
            <pc:sldMk cId="1889622294" sldId="324"/>
            <ac:spMk id="54275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25:53.609" v="532" actId="20577"/>
        <pc:sldMkLst>
          <pc:docMk/>
          <pc:sldMk cId="2215091214" sldId="325"/>
        </pc:sldMkLst>
        <pc:spChg chg="mod">
          <ac:chgData name="Ben C L FUNG" userId="2bc1a8d8-82cc-46fb-a66a-21e3967849fb" providerId="ADAL" clId="{45106992-ACC4-415E-A83B-5F9C9C679F62}" dt="2023-01-11T15:20:52.503" v="322" actId="20577"/>
          <ac:spMkLst>
            <pc:docMk/>
            <pc:sldMk cId="2215091214" sldId="325"/>
            <ac:spMk id="55298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5:53.609" v="532" actId="20577"/>
          <ac:spMkLst>
            <pc:docMk/>
            <pc:sldMk cId="2215091214" sldId="325"/>
            <ac:spMk id="55299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25:36.450" v="511" actId="6549"/>
        <pc:sldMkLst>
          <pc:docMk/>
          <pc:sldMk cId="3021325755" sldId="326"/>
        </pc:sldMkLst>
        <pc:spChg chg="mod">
          <ac:chgData name="Ben C L FUNG" userId="2bc1a8d8-82cc-46fb-a66a-21e3967849fb" providerId="ADAL" clId="{45106992-ACC4-415E-A83B-5F9C9C679F62}" dt="2023-01-11T15:25:36.450" v="511" actId="6549"/>
          <ac:spMkLst>
            <pc:docMk/>
            <pc:sldMk cId="3021325755" sldId="326"/>
            <ac:spMk id="56322" creationId="{00000000-0000-0000-0000-000000000000}"/>
          </ac:spMkLst>
        </pc:spChg>
        <pc:picChg chg="mod">
          <ac:chgData name="Ben C L FUNG" userId="2bc1a8d8-82cc-46fb-a66a-21e3967849fb" providerId="ADAL" clId="{45106992-ACC4-415E-A83B-5F9C9C679F62}" dt="2023-01-11T15:23:22.942" v="415" actId="1076"/>
          <ac:picMkLst>
            <pc:docMk/>
            <pc:sldMk cId="3021325755" sldId="326"/>
            <ac:picMk id="56323" creationId="{00000000-0000-0000-0000-000000000000}"/>
          </ac:picMkLst>
        </pc:picChg>
      </pc:sldChg>
      <pc:sldChg chg="addSp delSp modSp mod">
        <pc:chgData name="Ben C L FUNG" userId="2bc1a8d8-82cc-46fb-a66a-21e3967849fb" providerId="ADAL" clId="{45106992-ACC4-415E-A83B-5F9C9C679F62}" dt="2023-01-11T15:26:39.735" v="541" actId="27636"/>
        <pc:sldMkLst>
          <pc:docMk/>
          <pc:sldMk cId="2965464839" sldId="327"/>
        </pc:sldMkLst>
        <pc:spChg chg="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3" creationId="{9EC47E09-8815-0C41-B823-CE5742A4CF5B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4" creationId="{8A99F045-4B30-71ED-E32F-437F0CE31D6D}"/>
          </ac:spMkLst>
        </pc:spChg>
        <pc:spChg chg="add del mod">
          <ac:chgData name="Ben C L FUNG" userId="2bc1a8d8-82cc-46fb-a66a-21e3967849fb" providerId="ADAL" clId="{45106992-ACC4-415E-A83B-5F9C9C679F62}" dt="2023-01-11T15:25:23.657" v="506"/>
          <ac:spMkLst>
            <pc:docMk/>
            <pc:sldMk cId="2965464839" sldId="327"/>
            <ac:spMk id="5" creationId="{FC9AA866-56B7-CEC9-1C8A-198F0ED20724}"/>
          </ac:spMkLst>
        </pc:spChg>
        <pc:spChg chg="mod">
          <ac:chgData name="Ben C L FUNG" userId="2bc1a8d8-82cc-46fb-a66a-21e3967849fb" providerId="ADAL" clId="{45106992-ACC4-415E-A83B-5F9C9C679F62}" dt="2023-01-11T15:25:27.549" v="510" actId="27636"/>
          <ac:spMkLst>
            <pc:docMk/>
            <pc:sldMk cId="2965464839" sldId="327"/>
            <ac:spMk id="57346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6:39.735" v="541" actId="27636"/>
          <ac:spMkLst>
            <pc:docMk/>
            <pc:sldMk cId="2965464839" sldId="327"/>
            <ac:spMk id="57347" creationId="{00000000-0000-0000-0000-000000000000}"/>
          </ac:spMkLst>
        </pc:spChg>
      </pc:sldChg>
      <pc:sldChg chg="addSp delSp modSp mod">
        <pc:chgData name="Ben C L FUNG" userId="2bc1a8d8-82cc-46fb-a66a-21e3967849fb" providerId="ADAL" clId="{45106992-ACC4-415E-A83B-5F9C9C679F62}" dt="2023-01-11T15:27:50.208" v="586" actId="15"/>
        <pc:sldMkLst>
          <pc:docMk/>
          <pc:sldMk cId="3160846026" sldId="328"/>
        </pc:sldMkLst>
        <pc:spChg chg="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2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3" creationId="{E5FB6687-9323-E6F5-B588-A237D23AD500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4" creationId="{77A1C16F-3716-D474-3A16-4A568A3852FE}"/>
          </ac:spMkLst>
        </pc:spChg>
        <pc:spChg chg="add del mod">
          <ac:chgData name="Ben C L FUNG" userId="2bc1a8d8-82cc-46fb-a66a-21e3967849fb" providerId="ADAL" clId="{45106992-ACC4-415E-A83B-5F9C9C679F62}" dt="2023-01-11T15:26:54.881" v="542"/>
          <ac:spMkLst>
            <pc:docMk/>
            <pc:sldMk cId="3160846026" sldId="328"/>
            <ac:spMk id="5" creationId="{7D590D5C-EF99-6840-A5AA-AFB58F48415F}"/>
          </ac:spMkLst>
        </pc:spChg>
        <pc:spChg chg="mod">
          <ac:chgData name="Ben C L FUNG" userId="2bc1a8d8-82cc-46fb-a66a-21e3967849fb" providerId="ADAL" clId="{45106992-ACC4-415E-A83B-5F9C9C679F62}" dt="2023-01-11T15:27:11.993" v="558" actId="20577"/>
          <ac:spMkLst>
            <pc:docMk/>
            <pc:sldMk cId="3160846026" sldId="328"/>
            <ac:spMk id="58370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7:50.208" v="586" actId="15"/>
          <ac:spMkLst>
            <pc:docMk/>
            <pc:sldMk cId="3160846026" sldId="328"/>
            <ac:spMk id="58371" creationId="{00000000-0000-0000-0000-000000000000}"/>
          </ac:spMkLst>
        </pc:spChg>
      </pc:sldChg>
      <pc:sldChg chg="delSp modSp mod">
        <pc:chgData name="Ben C L FUNG" userId="2bc1a8d8-82cc-46fb-a66a-21e3967849fb" providerId="ADAL" clId="{45106992-ACC4-415E-A83B-5F9C9C679F62}" dt="2023-01-11T15:28:08.950" v="589" actId="1076"/>
        <pc:sldMkLst>
          <pc:docMk/>
          <pc:sldMk cId="159348982" sldId="329"/>
        </pc:sldMkLst>
        <pc:spChg chg="del">
          <ac:chgData name="Ben C L FUNG" userId="2bc1a8d8-82cc-46fb-a66a-21e3967849fb" providerId="ADAL" clId="{45106992-ACC4-415E-A83B-5F9C9C679F62}" dt="2023-01-11T15:28:05.935" v="588" actId="478"/>
          <ac:spMkLst>
            <pc:docMk/>
            <pc:sldMk cId="159348982" sldId="329"/>
            <ac:spMk id="3" creationId="{00000000-0000-0000-0000-000000000000}"/>
          </ac:spMkLst>
        </pc:spChg>
        <pc:picChg chg="mod">
          <ac:chgData name="Ben C L FUNG" userId="2bc1a8d8-82cc-46fb-a66a-21e3967849fb" providerId="ADAL" clId="{45106992-ACC4-415E-A83B-5F9C9C679F62}" dt="2023-01-11T15:28:08.950" v="589" actId="1076"/>
          <ac:picMkLst>
            <pc:docMk/>
            <pc:sldMk cId="159348982" sldId="329"/>
            <ac:picMk id="5" creationId="{00000000-0000-0000-0000-000000000000}"/>
          </ac:picMkLst>
        </pc:picChg>
      </pc:sldChg>
      <pc:sldChg chg="addSp delSp modSp mod">
        <pc:chgData name="Ben C L FUNG" userId="2bc1a8d8-82cc-46fb-a66a-21e3967849fb" providerId="ADAL" clId="{45106992-ACC4-415E-A83B-5F9C9C679F62}" dt="2023-01-11T15:28:16.619" v="591" actId="27636"/>
        <pc:sldMkLst>
          <pc:docMk/>
          <pc:sldMk cId="2007442616" sldId="331"/>
        </pc:sldMkLst>
        <pc:spChg chg="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2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8:16.619" v="591" actId="27636"/>
          <ac:spMkLst>
            <pc:docMk/>
            <pc:sldMk cId="2007442616" sldId="331"/>
            <ac:spMk id="3" creationId="{00000000-0000-0000-0000-000000000000}"/>
          </ac:spMkLst>
        </pc:spChg>
        <pc:spChg chg="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4" creationId="{00000000-0000-0000-0000-000000000000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5" creationId="{4A69B924-3F30-3C76-814A-6BBFEB6CAC1C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6" creationId="{9B7E6D78-A98E-0F0E-605B-C7F181D850B7}"/>
          </ac:spMkLst>
        </pc:spChg>
        <pc:spChg chg="add del mod">
          <ac:chgData name="Ben C L FUNG" userId="2bc1a8d8-82cc-46fb-a66a-21e3967849fb" providerId="ADAL" clId="{45106992-ACC4-415E-A83B-5F9C9C679F62}" dt="2023-01-11T15:28:16.569" v="590"/>
          <ac:spMkLst>
            <pc:docMk/>
            <pc:sldMk cId="2007442616" sldId="331"/>
            <ac:spMk id="7" creationId="{FDEDAF8F-2B6C-AF49-B51E-038E9B37323B}"/>
          </ac:spMkLst>
        </pc:spChg>
      </pc:sldChg>
      <pc:sldChg chg="modSp mod">
        <pc:chgData name="Ben C L FUNG" userId="2bc1a8d8-82cc-46fb-a66a-21e3967849fb" providerId="ADAL" clId="{45106992-ACC4-415E-A83B-5F9C9C679F62}" dt="2023-01-11T15:13:59.454" v="74" actId="15"/>
        <pc:sldMkLst>
          <pc:docMk/>
          <pc:sldMk cId="1197716553" sldId="334"/>
        </pc:sldMkLst>
        <pc:spChg chg="mod">
          <ac:chgData name="Ben C L FUNG" userId="2bc1a8d8-82cc-46fb-a66a-21e3967849fb" providerId="ADAL" clId="{45106992-ACC4-415E-A83B-5F9C9C679F62}" dt="2023-01-11T15:13:59.454" v="74" actId="15"/>
          <ac:spMkLst>
            <pc:docMk/>
            <pc:sldMk cId="1197716553" sldId="334"/>
            <ac:spMk id="9219" creationId="{00000000-0000-0000-0000-000000000000}"/>
          </ac:spMkLst>
        </pc:spChg>
      </pc:sldChg>
      <pc:sldChg chg="modSp mod">
        <pc:chgData name="Ben C L FUNG" userId="2bc1a8d8-82cc-46fb-a66a-21e3967849fb" providerId="ADAL" clId="{45106992-ACC4-415E-A83B-5F9C9C679F62}" dt="2023-01-11T15:15:23.386" v="110" actId="5793"/>
        <pc:sldMkLst>
          <pc:docMk/>
          <pc:sldMk cId="1923947471" sldId="336"/>
        </pc:sldMkLst>
        <pc:spChg chg="mod">
          <ac:chgData name="Ben C L FUNG" userId="2bc1a8d8-82cc-46fb-a66a-21e3967849fb" providerId="ADAL" clId="{45106992-ACC4-415E-A83B-5F9C9C679F62}" dt="2023-01-11T15:15:23.386" v="110" actId="5793"/>
          <ac:spMkLst>
            <pc:docMk/>
            <pc:sldMk cId="1923947471" sldId="336"/>
            <ac:spMk id="11267" creationId="{00000000-0000-0000-0000-000000000000}"/>
          </ac:spMkLst>
        </pc:spChg>
      </pc:sldChg>
      <pc:sldChg chg="del">
        <pc:chgData name="Ben C L FUNG" userId="2bc1a8d8-82cc-46fb-a66a-21e3967849fb" providerId="ADAL" clId="{45106992-ACC4-415E-A83B-5F9C9C679F62}" dt="2023-01-11T15:44:09.028" v="707" actId="47"/>
        <pc:sldMkLst>
          <pc:docMk/>
          <pc:sldMk cId="448511932" sldId="337"/>
        </pc:sldMkLst>
      </pc:sldChg>
      <pc:sldChg chg="addSp delSp modSp new mod">
        <pc:chgData name="Ben C L FUNG" userId="2bc1a8d8-82cc-46fb-a66a-21e3967849fb" providerId="ADAL" clId="{45106992-ACC4-415E-A83B-5F9C9C679F62}" dt="2023-01-11T15:20:21.424" v="309" actId="20577"/>
        <pc:sldMkLst>
          <pc:docMk/>
          <pc:sldMk cId="3806349047" sldId="338"/>
        </pc:sldMkLst>
        <pc:spChg chg="mod">
          <ac:chgData name="Ben C L FUNG" userId="2bc1a8d8-82cc-46fb-a66a-21e3967849fb" providerId="ADAL" clId="{45106992-ACC4-415E-A83B-5F9C9C679F62}" dt="2023-01-11T15:20:21.424" v="309" actId="20577"/>
          <ac:spMkLst>
            <pc:docMk/>
            <pc:sldMk cId="3806349047" sldId="338"/>
            <ac:spMk id="2" creationId="{6AA805CA-A432-3D99-E5EB-2E832482CA56}"/>
          </ac:spMkLst>
        </pc:spChg>
        <pc:spChg chg="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3" creationId="{002E0650-6576-BF38-2201-5BD6DD8897DC}"/>
          </ac:spMkLst>
        </pc:spChg>
        <pc:spChg chg="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4" creationId="{969BB858-7CCA-5E4B-8EA9-80CCDF3EA051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5" creationId="{19020F7F-3434-527A-750F-B74C73612D48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6" creationId="{593F3F55-7C31-595B-A87F-0EF8E8278A4D}"/>
          </ac:spMkLst>
        </pc:spChg>
        <pc:spChg chg="add del mod">
          <ac:chgData name="Ben C L FUNG" userId="2bc1a8d8-82cc-46fb-a66a-21e3967849fb" providerId="ADAL" clId="{45106992-ACC4-415E-A83B-5F9C9C679F62}" dt="2023-01-11T15:19:33.257" v="291"/>
          <ac:spMkLst>
            <pc:docMk/>
            <pc:sldMk cId="3806349047" sldId="338"/>
            <ac:spMk id="7" creationId="{BF277EB9-09E6-F0E7-3010-818A069FF4C6}"/>
          </ac:spMkLst>
        </pc:spChg>
      </pc:sldChg>
      <pc:sldChg chg="addSp delSp modSp new mod modClrScheme chgLayout">
        <pc:chgData name="Ben C L FUNG" userId="2bc1a8d8-82cc-46fb-a66a-21e3967849fb" providerId="ADAL" clId="{45106992-ACC4-415E-A83B-5F9C9C679F62}" dt="2023-01-11T15:24:02.649" v="462" actId="20577"/>
        <pc:sldMkLst>
          <pc:docMk/>
          <pc:sldMk cId="618705715" sldId="339"/>
        </pc:sldMkLst>
        <pc:spChg chg="del 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2" creationId="{88CC13F9-7C94-2413-F4A1-D13B5C24074F}"/>
          </ac:spMkLst>
        </pc:spChg>
        <pc:spChg chg="del 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3" creationId="{61E36038-99C6-D519-8783-A8757299568B}"/>
          </ac:spMkLst>
        </pc:spChg>
        <pc:spChg chg="mod ord">
          <ac:chgData name="Ben C L FUNG" userId="2bc1a8d8-82cc-46fb-a66a-21e3967849fb" providerId="ADAL" clId="{45106992-ACC4-415E-A83B-5F9C9C679F62}" dt="2023-01-11T15:17:07.651" v="132" actId="700"/>
          <ac:spMkLst>
            <pc:docMk/>
            <pc:sldMk cId="618705715" sldId="339"/>
            <ac:spMk id="4" creationId="{B76BA5D4-33F3-5D46-A76F-B714F334E9D6}"/>
          </ac:spMkLst>
        </pc:spChg>
        <pc:spChg chg="add mod ord">
          <ac:chgData name="Ben C L FUNG" userId="2bc1a8d8-82cc-46fb-a66a-21e3967849fb" providerId="ADAL" clId="{45106992-ACC4-415E-A83B-5F9C9C679F62}" dt="2023-01-11T15:17:21.326" v="176" actId="20577"/>
          <ac:spMkLst>
            <pc:docMk/>
            <pc:sldMk cId="618705715" sldId="339"/>
            <ac:spMk id="5" creationId="{EB77FEC7-63CF-4204-CCDC-E6B85AD2D831}"/>
          </ac:spMkLst>
        </pc:spChg>
        <pc:spChg chg="add mod ord">
          <ac:chgData name="Ben C L FUNG" userId="2bc1a8d8-82cc-46fb-a66a-21e3967849fb" providerId="ADAL" clId="{45106992-ACC4-415E-A83B-5F9C9C679F62}" dt="2023-01-11T15:24:02.649" v="462" actId="20577"/>
          <ac:spMkLst>
            <pc:docMk/>
            <pc:sldMk cId="618705715" sldId="339"/>
            <ac:spMk id="6" creationId="{AA3969DF-8A53-07C4-3CD7-DC1ED88FE82A}"/>
          </ac:spMkLst>
        </pc:spChg>
      </pc:sldChg>
      <pc:sldChg chg="addSp delSp modSp new mod">
        <pc:chgData name="Ben C L FUNG" userId="2bc1a8d8-82cc-46fb-a66a-21e3967849fb" providerId="ADAL" clId="{45106992-ACC4-415E-A83B-5F9C9C679F62}" dt="2023-01-11T15:25:19.576" v="505" actId="27636"/>
        <pc:sldMkLst>
          <pc:docMk/>
          <pc:sldMk cId="3719621672" sldId="340"/>
        </pc:sldMkLst>
        <pc:spChg chg="mod">
          <ac:chgData name="Ben C L FUNG" userId="2bc1a8d8-82cc-46fb-a66a-21e3967849fb" providerId="ADAL" clId="{45106992-ACC4-415E-A83B-5F9C9C679F62}" dt="2023-01-11T15:25:19.576" v="505" actId="27636"/>
          <ac:spMkLst>
            <pc:docMk/>
            <pc:sldMk cId="3719621672" sldId="340"/>
            <ac:spMk id="2" creationId="{FC444DE1-E327-AD45-021E-24B199F4B20B}"/>
          </ac:spMkLst>
        </pc:spChg>
        <pc:spChg chg="mod">
          <ac:chgData name="Ben C L FUNG" userId="2bc1a8d8-82cc-46fb-a66a-21e3967849fb" providerId="ADAL" clId="{45106992-ACC4-415E-A83B-5F9C9C679F62}" dt="2023-01-11T15:25:19.575" v="504" actId="27636"/>
          <ac:spMkLst>
            <pc:docMk/>
            <pc:sldMk cId="3719621672" sldId="340"/>
            <ac:spMk id="3" creationId="{9EBE1EBA-4597-A869-26D1-315CF90E0906}"/>
          </ac:spMkLst>
        </pc:spChg>
        <pc:spChg chg="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4" creationId="{874BA634-5691-EC60-C7E7-DDC3BD2AB620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5" creationId="{260090F0-E981-7B5E-5601-81793D2E7639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6" creationId="{D311EA0C-4E29-C44C-2C86-713B1B177121}"/>
          </ac:spMkLst>
        </pc:spChg>
        <pc:spChg chg="add del mod">
          <ac:chgData name="Ben C L FUNG" userId="2bc1a8d8-82cc-46fb-a66a-21e3967849fb" providerId="ADAL" clId="{45106992-ACC4-415E-A83B-5F9C9C679F62}" dt="2023-01-11T15:25:19.522" v="503"/>
          <ac:spMkLst>
            <pc:docMk/>
            <pc:sldMk cId="3719621672" sldId="340"/>
            <ac:spMk id="7" creationId="{706D9E52-1C75-E322-7766-3BA516773E0E}"/>
          </ac:spMkLst>
        </pc:spChg>
      </pc:sldChg>
      <pc:sldChg chg="addSp delSp modSp new mod modClrScheme chgLayout">
        <pc:chgData name="Ben C L FUNG" userId="2bc1a8d8-82cc-46fb-a66a-21e3967849fb" providerId="ADAL" clId="{45106992-ACC4-415E-A83B-5F9C9C679F62}" dt="2023-01-11T15:39:57.097" v="704" actId="20577"/>
        <pc:sldMkLst>
          <pc:docMk/>
          <pc:sldMk cId="1244147216" sldId="341"/>
        </pc:sldMkLst>
        <pc:spChg chg="del">
          <ac:chgData name="Ben C L FUNG" userId="2bc1a8d8-82cc-46fb-a66a-21e3967849fb" providerId="ADAL" clId="{45106992-ACC4-415E-A83B-5F9C9C679F62}" dt="2023-01-11T15:38:20.759" v="659" actId="700"/>
          <ac:spMkLst>
            <pc:docMk/>
            <pc:sldMk cId="1244147216" sldId="341"/>
            <ac:spMk id="2" creationId="{0DC802F0-C4D4-F4EA-C553-E33FE4CA9DC6}"/>
          </ac:spMkLst>
        </pc:spChg>
        <pc:spChg chg="del">
          <ac:chgData name="Ben C L FUNG" userId="2bc1a8d8-82cc-46fb-a66a-21e3967849fb" providerId="ADAL" clId="{45106992-ACC4-415E-A83B-5F9C9C679F62}" dt="2023-01-11T15:38:20.759" v="659" actId="700"/>
          <ac:spMkLst>
            <pc:docMk/>
            <pc:sldMk cId="1244147216" sldId="341"/>
            <ac:spMk id="3" creationId="{E2CB800B-3976-9D72-EAA2-81A9E52D64E5}"/>
          </ac:spMkLst>
        </pc:spChg>
        <pc:spChg chg="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4" creationId="{95308450-EDA9-F74D-F536-28FDB9D907C1}"/>
          </ac:spMkLst>
        </pc:spChg>
        <pc:spChg chg="add del 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5" creationId="{BFE50D46-0207-2287-E24F-44369D44F382}"/>
          </ac:spMkLst>
        </pc:spChg>
        <pc:spChg chg="add del mod ord">
          <ac:chgData name="Ben C L FUNG" userId="2bc1a8d8-82cc-46fb-a66a-21e3967849fb" providerId="ADAL" clId="{45106992-ACC4-415E-A83B-5F9C9C679F62}" dt="2023-01-11T15:38:26.932" v="660" actId="700"/>
          <ac:spMkLst>
            <pc:docMk/>
            <pc:sldMk cId="1244147216" sldId="341"/>
            <ac:spMk id="6" creationId="{0460BB01-C905-0F3F-C7C4-52939ACA0A95}"/>
          </ac:spMkLst>
        </pc:spChg>
        <pc:spChg chg="add mod ord">
          <ac:chgData name="Ben C L FUNG" userId="2bc1a8d8-82cc-46fb-a66a-21e3967849fb" providerId="ADAL" clId="{45106992-ACC4-415E-A83B-5F9C9C679F62}" dt="2023-01-11T15:39:46.313" v="695" actId="20577"/>
          <ac:spMkLst>
            <pc:docMk/>
            <pc:sldMk cId="1244147216" sldId="341"/>
            <ac:spMk id="7" creationId="{EC85EE5A-156F-D06E-3E9D-93E4EEF28E0F}"/>
          </ac:spMkLst>
        </pc:spChg>
        <pc:spChg chg="add mod ord">
          <ac:chgData name="Ben C L FUNG" userId="2bc1a8d8-82cc-46fb-a66a-21e3967849fb" providerId="ADAL" clId="{45106992-ACC4-415E-A83B-5F9C9C679F62}" dt="2023-01-11T15:39:57.097" v="704" actId="20577"/>
          <ac:spMkLst>
            <pc:docMk/>
            <pc:sldMk cId="1244147216" sldId="341"/>
            <ac:spMk id="8" creationId="{02A4E731-772F-4711-27D4-4C98CF87BC7C}"/>
          </ac:spMkLst>
        </pc:spChg>
      </pc:sldChg>
      <pc:sldChg chg="addSp delSp modSp new mod">
        <pc:chgData name="Ben C L FUNG" userId="2bc1a8d8-82cc-46fb-a66a-21e3967849fb" providerId="ADAL" clId="{45106992-ACC4-415E-A83B-5F9C9C679F62}" dt="2023-01-11T15:52:40.665" v="877" actId="1076"/>
        <pc:sldMkLst>
          <pc:docMk/>
          <pc:sldMk cId="1388413500" sldId="342"/>
        </pc:sldMkLst>
        <pc:spChg chg="mod">
          <ac:chgData name="Ben C L FUNG" userId="2bc1a8d8-82cc-46fb-a66a-21e3967849fb" providerId="ADAL" clId="{45106992-ACC4-415E-A83B-5F9C9C679F62}" dt="2023-01-11T15:46:31.713" v="754" actId="20577"/>
          <ac:spMkLst>
            <pc:docMk/>
            <pc:sldMk cId="1388413500" sldId="342"/>
            <ac:spMk id="2" creationId="{2FC5416E-949D-B5BE-7DA9-1949B6BBE2F1}"/>
          </ac:spMkLst>
        </pc:spChg>
        <pc:spChg chg="del mod">
          <ac:chgData name="Ben C L FUNG" userId="2bc1a8d8-82cc-46fb-a66a-21e3967849fb" providerId="ADAL" clId="{45106992-ACC4-415E-A83B-5F9C9C679F62}" dt="2023-01-11T15:47:57.189" v="765" actId="478"/>
          <ac:spMkLst>
            <pc:docMk/>
            <pc:sldMk cId="1388413500" sldId="342"/>
            <ac:spMk id="3" creationId="{B48BB87B-71B8-2A70-DEFE-EF77D10F4C15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5" creationId="{55CD0722-12D7-4274-88D6-B358FBDCF184}"/>
          </ac:spMkLst>
        </pc:spChg>
        <pc:spChg chg="add del mod">
          <ac:chgData name="Ben C L FUNG" userId="2bc1a8d8-82cc-46fb-a66a-21e3967849fb" providerId="ADAL" clId="{45106992-ACC4-415E-A83B-5F9C9C679F62}" dt="2023-01-11T15:47:59.035" v="766" actId="478"/>
          <ac:spMkLst>
            <pc:docMk/>
            <pc:sldMk cId="1388413500" sldId="342"/>
            <ac:spMk id="7" creationId="{D9CA93C2-AE51-CCF3-2233-A98D7700B9D9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8" creationId="{1A5F938D-FF74-2316-348E-2137A589C0C4}"/>
          </ac:spMkLst>
        </pc:spChg>
        <pc:spChg chg="add del mod">
          <ac:chgData name="Ben C L FUNG" userId="2bc1a8d8-82cc-46fb-a66a-21e3967849fb" providerId="ADAL" clId="{45106992-ACC4-415E-A83B-5F9C9C679F62}" dt="2023-01-11T15:50:33.257" v="830" actId="478"/>
          <ac:spMkLst>
            <pc:docMk/>
            <pc:sldMk cId="1388413500" sldId="342"/>
            <ac:spMk id="9" creationId="{385D6641-4104-D374-69A8-F49478E80839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0" creationId="{EEF9084F-66EE-BA7B-51F6-C2193664029E}"/>
          </ac:spMkLst>
        </pc:spChg>
        <pc:spChg chg="add mod">
          <ac:chgData name="Ben C L FUNG" userId="2bc1a8d8-82cc-46fb-a66a-21e3967849fb" providerId="ADAL" clId="{45106992-ACC4-415E-A83B-5F9C9C679F62}" dt="2023-01-11T15:52:35" v="876" actId="1076"/>
          <ac:spMkLst>
            <pc:docMk/>
            <pc:sldMk cId="1388413500" sldId="342"/>
            <ac:spMk id="11" creationId="{73611C45-3E33-995B-AB69-7F0F86E40502}"/>
          </ac:spMkLst>
        </pc:spChg>
        <pc:spChg chg="add mod">
          <ac:chgData name="Ben C L FUNG" userId="2bc1a8d8-82cc-46fb-a66a-21e3967849fb" providerId="ADAL" clId="{45106992-ACC4-415E-A83B-5F9C9C679F62}" dt="2023-01-11T15:52:40.665" v="877" actId="1076"/>
          <ac:spMkLst>
            <pc:docMk/>
            <pc:sldMk cId="1388413500" sldId="342"/>
            <ac:spMk id="12" creationId="{527F8F61-8FC3-AEE9-A76B-FD57E2565F18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3" creationId="{052B2AA9-9CA7-E7C0-4E43-7B548AE54CFC}"/>
          </ac:spMkLst>
        </pc:spChg>
        <pc:spChg chg="add mod">
          <ac:chgData name="Ben C L FUNG" userId="2bc1a8d8-82cc-46fb-a66a-21e3967849fb" providerId="ADAL" clId="{45106992-ACC4-415E-A83B-5F9C9C679F62}" dt="2023-01-11T15:52:25.603" v="874" actId="408"/>
          <ac:spMkLst>
            <pc:docMk/>
            <pc:sldMk cId="1388413500" sldId="342"/>
            <ac:spMk id="14" creationId="{75722DBC-3089-755F-0C7A-618E3040BA44}"/>
          </ac:spMkLst>
        </pc:spChg>
        <pc:spChg chg="add mod">
          <ac:chgData name="Ben C L FUNG" userId="2bc1a8d8-82cc-46fb-a66a-21e3967849fb" providerId="ADAL" clId="{45106992-ACC4-415E-A83B-5F9C9C679F62}" dt="2023-01-11T15:50:38.257" v="831" actId="1076"/>
          <ac:spMkLst>
            <pc:docMk/>
            <pc:sldMk cId="1388413500" sldId="342"/>
            <ac:spMk id="15" creationId="{58682B80-6A7D-2ED6-4594-8C363E154726}"/>
          </ac:spMkLst>
        </pc:spChg>
        <pc:spChg chg="add mod">
          <ac:chgData name="Ben C L FUNG" userId="2bc1a8d8-82cc-46fb-a66a-21e3967849fb" providerId="ADAL" clId="{45106992-ACC4-415E-A83B-5F9C9C679F62}" dt="2023-01-11T15:52:25.603" v="874" actId="408"/>
          <ac:spMkLst>
            <pc:docMk/>
            <pc:sldMk cId="1388413500" sldId="342"/>
            <ac:spMk id="16" creationId="{ED44CED4-D1B4-966A-F002-654F3A76EECD}"/>
          </ac:spMkLst>
        </pc:spChg>
        <pc:spChg chg="add mod">
          <ac:chgData name="Ben C L FUNG" userId="2bc1a8d8-82cc-46fb-a66a-21e3967849fb" providerId="ADAL" clId="{45106992-ACC4-415E-A83B-5F9C9C679F62}" dt="2023-01-11T15:51:19.725" v="854" actId="13822"/>
          <ac:spMkLst>
            <pc:docMk/>
            <pc:sldMk cId="1388413500" sldId="342"/>
            <ac:spMk id="17" creationId="{22E31066-3027-2F97-1190-5D22101C12DB}"/>
          </ac:spMkLst>
        </pc:spChg>
        <pc:spChg chg="add mod">
          <ac:chgData name="Ben C L FUNG" userId="2bc1a8d8-82cc-46fb-a66a-21e3967849fb" providerId="ADAL" clId="{45106992-ACC4-415E-A83B-5F9C9C679F62}" dt="2023-01-11T15:52:08.856" v="872" actId="1076"/>
          <ac:spMkLst>
            <pc:docMk/>
            <pc:sldMk cId="1388413500" sldId="342"/>
            <ac:spMk id="18" creationId="{CE8310E4-3C92-E901-6FBF-0F6C6F11929A}"/>
          </ac:spMkLst>
        </pc:spChg>
        <pc:spChg chg="add mod">
          <ac:chgData name="Ben C L FUNG" userId="2bc1a8d8-82cc-46fb-a66a-21e3967849fb" providerId="ADAL" clId="{45106992-ACC4-415E-A83B-5F9C9C679F62}" dt="2023-01-11T15:52:15.001" v="873" actId="1076"/>
          <ac:spMkLst>
            <pc:docMk/>
            <pc:sldMk cId="1388413500" sldId="342"/>
            <ac:spMk id="19" creationId="{6B6F8365-827C-8AF0-B551-8C7359C69CD8}"/>
          </ac:spMkLst>
        </pc:spChg>
        <pc:spChg chg="add mod">
          <ac:chgData name="Ben C L FUNG" userId="2bc1a8d8-82cc-46fb-a66a-21e3967849fb" providerId="ADAL" clId="{45106992-ACC4-415E-A83B-5F9C9C679F62}" dt="2023-01-11T15:52:04.635" v="871" actId="1076"/>
          <ac:spMkLst>
            <pc:docMk/>
            <pc:sldMk cId="1388413500" sldId="342"/>
            <ac:spMk id="20" creationId="{BEFF8DA6-559D-A642-1E44-654329BECC0A}"/>
          </ac:spMkLst>
        </pc:spChg>
      </pc:sldChg>
    </pc:docChg>
  </pc:docChgLst>
  <pc:docChgLst>
    <pc:chgData name="Ben C L FUNG" userId="2bc1a8d8-82cc-46fb-a66a-21e3967849fb" providerId="ADAL" clId="{0FBAA9E4-47BE-4DFA-B60F-0682F1CD7127}"/>
    <pc:docChg chg="custSel addSld delSld modSld">
      <pc:chgData name="Ben C L FUNG" userId="2bc1a8d8-82cc-46fb-a66a-21e3967849fb" providerId="ADAL" clId="{0FBAA9E4-47BE-4DFA-B60F-0682F1CD7127}" dt="2023-01-29T15:50:58.031" v="679" actId="47"/>
      <pc:docMkLst>
        <pc:docMk/>
      </pc:docMkLst>
      <pc:sldChg chg="modSp mod">
        <pc:chgData name="Ben C L FUNG" userId="2bc1a8d8-82cc-46fb-a66a-21e3967849fb" providerId="ADAL" clId="{0FBAA9E4-47BE-4DFA-B60F-0682F1CD7127}" dt="2023-01-29T15:36:59.059" v="21" actId="20577"/>
        <pc:sldMkLst>
          <pc:docMk/>
          <pc:sldMk cId="1613474009" sldId="257"/>
        </pc:sldMkLst>
        <pc:spChg chg="mod">
          <ac:chgData name="Ben C L FUNG" userId="2bc1a8d8-82cc-46fb-a66a-21e3967849fb" providerId="ADAL" clId="{0FBAA9E4-47BE-4DFA-B60F-0682F1CD7127}" dt="2023-01-29T15:36:59.059" v="21" actId="20577"/>
          <ac:spMkLst>
            <pc:docMk/>
            <pc:sldMk cId="1613474009" sldId="257"/>
            <ac:spMk id="2" creationId="{00000000-0000-0000-0000-000000000000}"/>
          </ac:spMkLst>
        </pc:spChg>
      </pc:sldChg>
      <pc:sldChg chg="modSp mod">
        <pc:chgData name="Ben C L FUNG" userId="2bc1a8d8-82cc-46fb-a66a-21e3967849fb" providerId="ADAL" clId="{0FBAA9E4-47BE-4DFA-B60F-0682F1CD7127}" dt="2023-01-29T15:38:17.891" v="166" actId="20577"/>
        <pc:sldMkLst>
          <pc:docMk/>
          <pc:sldMk cId="2368919398" sldId="259"/>
        </pc:sldMkLst>
        <pc:spChg chg="mod">
          <ac:chgData name="Ben C L FUNG" userId="2bc1a8d8-82cc-46fb-a66a-21e3967849fb" providerId="ADAL" clId="{0FBAA9E4-47BE-4DFA-B60F-0682F1CD7127}" dt="2023-01-29T15:38:17.891" v="166" actId="20577"/>
          <ac:spMkLst>
            <pc:docMk/>
            <pc:sldMk cId="2368919398" sldId="259"/>
            <ac:spMk id="5123" creationId="{00000000-0000-0000-0000-000000000000}"/>
          </ac:spMkLst>
        </pc:sp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4084542955" sldId="261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2062806213" sldId="266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637506441" sldId="267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718769407" sldId="268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823993323" sldId="269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4019549267" sldId="270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2582707076" sldId="271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605213590" sldId="272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312661107" sldId="287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579582460" sldId="288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4763862" sldId="289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2736765447" sldId="298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006402878" sldId="318"/>
        </pc:sldMkLst>
      </pc:sldChg>
      <pc:sldChg chg="modSp mod">
        <pc:chgData name="Ben C L FUNG" userId="2bc1a8d8-82cc-46fb-a66a-21e3967849fb" providerId="ADAL" clId="{0FBAA9E4-47BE-4DFA-B60F-0682F1CD7127}" dt="2023-01-29T15:43:30.012" v="416" actId="20577"/>
        <pc:sldMkLst>
          <pc:docMk/>
          <pc:sldMk cId="1665731510" sldId="320"/>
        </pc:sldMkLst>
        <pc:spChg chg="mod">
          <ac:chgData name="Ben C L FUNG" userId="2bc1a8d8-82cc-46fb-a66a-21e3967849fb" providerId="ADAL" clId="{0FBAA9E4-47BE-4DFA-B60F-0682F1CD7127}" dt="2023-01-29T15:38:44.166" v="206" actId="20577"/>
          <ac:spMkLst>
            <pc:docMk/>
            <pc:sldMk cId="1665731510" sldId="320"/>
            <ac:spMk id="5" creationId="{00000000-0000-0000-0000-000000000000}"/>
          </ac:spMkLst>
        </pc:spChg>
        <pc:spChg chg="mod">
          <ac:chgData name="Ben C L FUNG" userId="2bc1a8d8-82cc-46fb-a66a-21e3967849fb" providerId="ADAL" clId="{0FBAA9E4-47BE-4DFA-B60F-0682F1CD7127}" dt="2023-01-29T15:43:30.012" v="416" actId="20577"/>
          <ac:spMkLst>
            <pc:docMk/>
            <pc:sldMk cId="1665731510" sldId="320"/>
            <ac:spMk id="6" creationId="{00000000-0000-0000-0000-000000000000}"/>
          </ac:spMkLst>
        </pc:sp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859294353" sldId="321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284218118" sldId="322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3111714189" sldId="323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889622294" sldId="324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2215091214" sldId="325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3021325755" sldId="326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2965464839" sldId="327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3160846026" sldId="328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59348982" sldId="329"/>
        </pc:sldMkLst>
      </pc:sldChg>
      <pc:sldChg chg="add del">
        <pc:chgData name="Ben C L FUNG" userId="2bc1a8d8-82cc-46fb-a66a-21e3967849fb" providerId="ADAL" clId="{0FBAA9E4-47BE-4DFA-B60F-0682F1CD7127}" dt="2023-01-29T15:50:08.674" v="674" actId="47"/>
        <pc:sldMkLst>
          <pc:docMk/>
          <pc:sldMk cId="0" sldId="331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2007442616" sldId="331"/>
        </pc:sldMkLst>
      </pc:sldChg>
      <pc:sldChg chg="addSp delSp modSp add mod">
        <pc:chgData name="Ben C L FUNG" userId="2bc1a8d8-82cc-46fb-a66a-21e3967849fb" providerId="ADAL" clId="{0FBAA9E4-47BE-4DFA-B60F-0682F1CD7127}" dt="2023-01-29T15:44:23.404" v="432" actId="27636"/>
        <pc:sldMkLst>
          <pc:docMk/>
          <pc:sldMk cId="0" sldId="332"/>
        </pc:sldMkLst>
        <pc:spChg chg="add del mod">
          <ac:chgData name="Ben C L FUNG" userId="2bc1a8d8-82cc-46fb-a66a-21e3967849fb" providerId="ADAL" clId="{0FBAA9E4-47BE-4DFA-B60F-0682F1CD7127}" dt="2023-01-29T15:44:23.337" v="431"/>
          <ac:spMkLst>
            <pc:docMk/>
            <pc:sldMk cId="0" sldId="332"/>
            <ac:spMk id="2" creationId="{C95E2B85-2144-A752-F047-1F7A02FC2648}"/>
          </ac:spMkLst>
        </pc:spChg>
        <pc:spChg chg="add del mod">
          <ac:chgData name="Ben C L FUNG" userId="2bc1a8d8-82cc-46fb-a66a-21e3967849fb" providerId="ADAL" clId="{0FBAA9E4-47BE-4DFA-B60F-0682F1CD7127}" dt="2023-01-29T15:44:23.337" v="431"/>
          <ac:spMkLst>
            <pc:docMk/>
            <pc:sldMk cId="0" sldId="332"/>
            <ac:spMk id="3" creationId="{2E8006BE-880C-2F96-BAC2-3B2A224B2C26}"/>
          </ac:spMkLst>
        </pc:spChg>
        <pc:spChg chg="mod">
          <ac:chgData name="Ben C L FUNG" userId="2bc1a8d8-82cc-46fb-a66a-21e3967849fb" providerId="ADAL" clId="{0FBAA9E4-47BE-4DFA-B60F-0682F1CD7127}" dt="2023-01-29T15:44:23.337" v="431"/>
          <ac:spMkLst>
            <pc:docMk/>
            <pc:sldMk cId="0" sldId="332"/>
            <ac:spMk id="4098" creationId="{8F69A13A-94E6-448C-DF33-772796DE4450}"/>
          </ac:spMkLst>
        </pc:spChg>
        <pc:spChg chg="mod">
          <ac:chgData name="Ben C L FUNG" userId="2bc1a8d8-82cc-46fb-a66a-21e3967849fb" providerId="ADAL" clId="{0FBAA9E4-47BE-4DFA-B60F-0682F1CD7127}" dt="2023-01-29T15:44:23.404" v="432" actId="27636"/>
          <ac:spMkLst>
            <pc:docMk/>
            <pc:sldMk cId="0" sldId="332"/>
            <ac:spMk id="4099" creationId="{4133EAF2-13BD-0058-745C-8C3E92A257B6}"/>
          </ac:spMkLst>
        </pc:sp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642966114" sldId="332"/>
        </pc:sldMkLst>
      </pc:sldChg>
      <pc:sldChg chg="modSp add mod">
        <pc:chgData name="Ben C L FUNG" userId="2bc1a8d8-82cc-46fb-a66a-21e3967849fb" providerId="ADAL" clId="{0FBAA9E4-47BE-4DFA-B60F-0682F1CD7127}" dt="2023-01-29T15:49:38.417" v="513" actId="27636"/>
        <pc:sldMkLst>
          <pc:docMk/>
          <pc:sldMk cId="0" sldId="333"/>
        </pc:sldMkLst>
        <pc:spChg chg="mod">
          <ac:chgData name="Ben C L FUNG" userId="2bc1a8d8-82cc-46fb-a66a-21e3967849fb" providerId="ADAL" clId="{0FBAA9E4-47BE-4DFA-B60F-0682F1CD7127}" dt="2023-01-29T15:49:38.417" v="513" actId="27636"/>
          <ac:spMkLst>
            <pc:docMk/>
            <pc:sldMk cId="0" sldId="333"/>
            <ac:spMk id="6146" creationId="{D4F48338-F720-183E-A18F-12DA92D78915}"/>
          </ac:spMkLst>
        </pc:spChg>
        <pc:spChg chg="mod">
          <ac:chgData name="Ben C L FUNG" userId="2bc1a8d8-82cc-46fb-a66a-21e3967849fb" providerId="ADAL" clId="{0FBAA9E4-47BE-4DFA-B60F-0682F1CD7127}" dt="2023-01-29T15:49:38.416" v="512" actId="27636"/>
          <ac:spMkLst>
            <pc:docMk/>
            <pc:sldMk cId="0" sldId="333"/>
            <ac:spMk id="6147" creationId="{FAEA4178-CFA6-B0A8-A745-E100DDC1A3F3}"/>
          </ac:spMkLst>
        </pc:spChg>
      </pc:sldChg>
      <pc:sldChg chg="del">
        <pc:chgData name="Ben C L FUNG" userId="2bc1a8d8-82cc-46fb-a66a-21e3967849fb" providerId="ADAL" clId="{0FBAA9E4-47BE-4DFA-B60F-0682F1CD7127}" dt="2023-01-29T15:49:25.476" v="508" actId="47"/>
        <pc:sldMkLst>
          <pc:docMk/>
          <pc:sldMk cId="3946441910" sldId="333"/>
        </pc:sldMkLst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197716553" sldId="334"/>
        </pc:sldMkLst>
      </pc:sldChg>
      <pc:sldChg chg="modSp new mod">
        <pc:chgData name="Ben C L FUNG" userId="2bc1a8d8-82cc-46fb-a66a-21e3967849fb" providerId="ADAL" clId="{0FBAA9E4-47BE-4DFA-B60F-0682F1CD7127}" dt="2023-01-29T15:38:58.941" v="250" actId="20577"/>
        <pc:sldMkLst>
          <pc:docMk/>
          <pc:sldMk cId="2817659378" sldId="334"/>
        </pc:sldMkLst>
        <pc:spChg chg="mod">
          <ac:chgData name="Ben C L FUNG" userId="2bc1a8d8-82cc-46fb-a66a-21e3967849fb" providerId="ADAL" clId="{0FBAA9E4-47BE-4DFA-B60F-0682F1CD7127}" dt="2023-01-29T15:38:54.548" v="241" actId="20577"/>
          <ac:spMkLst>
            <pc:docMk/>
            <pc:sldMk cId="2817659378" sldId="334"/>
            <ac:spMk id="2" creationId="{FFF98B1D-6B95-47B1-0438-5CBC0B50697B}"/>
          </ac:spMkLst>
        </pc:spChg>
        <pc:spChg chg="mod">
          <ac:chgData name="Ben C L FUNG" userId="2bc1a8d8-82cc-46fb-a66a-21e3967849fb" providerId="ADAL" clId="{0FBAA9E4-47BE-4DFA-B60F-0682F1CD7127}" dt="2023-01-29T15:38:58.941" v="250" actId="20577"/>
          <ac:spMkLst>
            <pc:docMk/>
            <pc:sldMk cId="2817659378" sldId="334"/>
            <ac:spMk id="3" creationId="{B6A91E9B-B4CD-968F-C150-5401572E7669}"/>
          </ac:spMkLst>
        </pc:sp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883094066" sldId="335"/>
        </pc:sldMkLst>
      </pc:sldChg>
      <pc:sldChg chg="modSp new mod">
        <pc:chgData name="Ben C L FUNG" userId="2bc1a8d8-82cc-46fb-a66a-21e3967849fb" providerId="ADAL" clId="{0FBAA9E4-47BE-4DFA-B60F-0682F1CD7127}" dt="2023-01-29T15:50:05.707" v="673" actId="20577"/>
        <pc:sldMkLst>
          <pc:docMk/>
          <pc:sldMk cId="3596588903" sldId="335"/>
        </pc:sldMkLst>
        <pc:spChg chg="mod">
          <ac:chgData name="Ben C L FUNG" userId="2bc1a8d8-82cc-46fb-a66a-21e3967849fb" providerId="ADAL" clId="{0FBAA9E4-47BE-4DFA-B60F-0682F1CD7127}" dt="2023-01-29T15:39:08.675" v="267" actId="20577"/>
          <ac:spMkLst>
            <pc:docMk/>
            <pc:sldMk cId="3596588903" sldId="335"/>
            <ac:spMk id="2" creationId="{D114D2D6-DFA8-4C7A-BC7E-A8C33AC4FCCC}"/>
          </ac:spMkLst>
        </pc:spChg>
        <pc:spChg chg="mod">
          <ac:chgData name="Ben C L FUNG" userId="2bc1a8d8-82cc-46fb-a66a-21e3967849fb" providerId="ADAL" clId="{0FBAA9E4-47BE-4DFA-B60F-0682F1CD7127}" dt="2023-01-29T15:50:05.707" v="673" actId="20577"/>
          <ac:spMkLst>
            <pc:docMk/>
            <pc:sldMk cId="3596588903" sldId="335"/>
            <ac:spMk id="3" creationId="{90C6146E-32CB-5097-B86F-0CBC8DB56716}"/>
          </ac:spMkLst>
        </pc:spChg>
      </pc:sldChg>
      <pc:sldChg chg="addSp delSp modSp add mod">
        <pc:chgData name="Ben C L FUNG" userId="2bc1a8d8-82cc-46fb-a66a-21e3967849fb" providerId="ADAL" clId="{0FBAA9E4-47BE-4DFA-B60F-0682F1CD7127}" dt="2023-01-29T15:44:28.383" v="434" actId="27636"/>
        <pc:sldMkLst>
          <pc:docMk/>
          <pc:sldMk cId="0" sldId="336"/>
        </pc:sldMkLst>
        <pc:spChg chg="add del mod">
          <ac:chgData name="Ben C L FUNG" userId="2bc1a8d8-82cc-46fb-a66a-21e3967849fb" providerId="ADAL" clId="{0FBAA9E4-47BE-4DFA-B60F-0682F1CD7127}" dt="2023-01-29T15:44:28.328" v="433"/>
          <ac:spMkLst>
            <pc:docMk/>
            <pc:sldMk cId="0" sldId="336"/>
            <ac:spMk id="2" creationId="{C71A4B73-BDB7-2720-FF93-821B3B86367F}"/>
          </ac:spMkLst>
        </pc:spChg>
        <pc:spChg chg="add del mod">
          <ac:chgData name="Ben C L FUNG" userId="2bc1a8d8-82cc-46fb-a66a-21e3967849fb" providerId="ADAL" clId="{0FBAA9E4-47BE-4DFA-B60F-0682F1CD7127}" dt="2023-01-29T15:44:28.328" v="433"/>
          <ac:spMkLst>
            <pc:docMk/>
            <pc:sldMk cId="0" sldId="336"/>
            <ac:spMk id="3" creationId="{AA824BB5-8364-517B-C37C-C8593113A595}"/>
          </ac:spMkLst>
        </pc:spChg>
        <pc:spChg chg="mod">
          <ac:chgData name="Ben C L FUNG" userId="2bc1a8d8-82cc-46fb-a66a-21e3967849fb" providerId="ADAL" clId="{0FBAA9E4-47BE-4DFA-B60F-0682F1CD7127}" dt="2023-01-29T15:44:28.328" v="433"/>
          <ac:spMkLst>
            <pc:docMk/>
            <pc:sldMk cId="0" sldId="336"/>
            <ac:spMk id="5122" creationId="{A2013E37-630D-5F4F-3323-2202AB94BF4E}"/>
          </ac:spMkLst>
        </pc:spChg>
        <pc:spChg chg="mod">
          <ac:chgData name="Ben C L FUNG" userId="2bc1a8d8-82cc-46fb-a66a-21e3967849fb" providerId="ADAL" clId="{0FBAA9E4-47BE-4DFA-B60F-0682F1CD7127}" dt="2023-01-29T15:44:28.383" v="434" actId="27636"/>
          <ac:spMkLst>
            <pc:docMk/>
            <pc:sldMk cId="0" sldId="336"/>
            <ac:spMk id="5123" creationId="{D1C3445A-25A0-7823-0A7B-6FCFB9E4D8FA}"/>
          </ac:spMkLst>
        </pc:sp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923947471" sldId="336"/>
        </pc:sldMkLst>
      </pc:sldChg>
      <pc:sldChg chg="addSp delSp modSp add mod">
        <pc:chgData name="Ben C L FUNG" userId="2bc1a8d8-82cc-46fb-a66a-21e3967849fb" providerId="ADAL" clId="{0FBAA9E4-47BE-4DFA-B60F-0682F1CD7127}" dt="2023-01-29T15:44:33.260" v="436" actId="27636"/>
        <pc:sldMkLst>
          <pc:docMk/>
          <pc:sldMk cId="0" sldId="337"/>
        </pc:sldMkLst>
        <pc:spChg chg="add del mod">
          <ac:chgData name="Ben C L FUNG" userId="2bc1a8d8-82cc-46fb-a66a-21e3967849fb" providerId="ADAL" clId="{0FBAA9E4-47BE-4DFA-B60F-0682F1CD7127}" dt="2023-01-29T15:44:33.192" v="435"/>
          <ac:spMkLst>
            <pc:docMk/>
            <pc:sldMk cId="0" sldId="337"/>
            <ac:spMk id="2" creationId="{1763C41C-A2C9-12BC-DD59-672918492067}"/>
          </ac:spMkLst>
        </pc:spChg>
        <pc:spChg chg="add del mod">
          <ac:chgData name="Ben C L FUNG" userId="2bc1a8d8-82cc-46fb-a66a-21e3967849fb" providerId="ADAL" clId="{0FBAA9E4-47BE-4DFA-B60F-0682F1CD7127}" dt="2023-01-29T15:44:33.192" v="435"/>
          <ac:spMkLst>
            <pc:docMk/>
            <pc:sldMk cId="0" sldId="337"/>
            <ac:spMk id="3" creationId="{2009B082-1BB2-A71E-9D4A-1144DC0A8B3A}"/>
          </ac:spMkLst>
        </pc:spChg>
        <pc:spChg chg="mod">
          <ac:chgData name="Ben C L FUNG" userId="2bc1a8d8-82cc-46fb-a66a-21e3967849fb" providerId="ADAL" clId="{0FBAA9E4-47BE-4DFA-B60F-0682F1CD7127}" dt="2023-01-29T15:44:33.192" v="435"/>
          <ac:spMkLst>
            <pc:docMk/>
            <pc:sldMk cId="0" sldId="337"/>
            <ac:spMk id="6146" creationId="{05DFBF4C-2EEC-CA36-6E97-27A0EED9954E}"/>
          </ac:spMkLst>
        </pc:spChg>
        <pc:spChg chg="mod">
          <ac:chgData name="Ben C L FUNG" userId="2bc1a8d8-82cc-46fb-a66a-21e3967849fb" providerId="ADAL" clId="{0FBAA9E4-47BE-4DFA-B60F-0682F1CD7127}" dt="2023-01-29T15:44:33.260" v="436" actId="27636"/>
          <ac:spMkLst>
            <pc:docMk/>
            <pc:sldMk cId="0" sldId="337"/>
            <ac:spMk id="6147" creationId="{995AEE9F-D8A4-0546-EBAD-D03EE307EC6D}"/>
          </ac:spMkLst>
        </pc:spChg>
      </pc:sldChg>
      <pc:sldChg chg="addSp delSp modSp add mod modClrScheme chgLayout">
        <pc:chgData name="Ben C L FUNG" userId="2bc1a8d8-82cc-46fb-a66a-21e3967849fb" providerId="ADAL" clId="{0FBAA9E4-47BE-4DFA-B60F-0682F1CD7127}" dt="2023-01-29T15:44:55.317" v="444"/>
        <pc:sldMkLst>
          <pc:docMk/>
          <pc:sldMk cId="0" sldId="338"/>
        </pc:sldMkLst>
        <pc:spChg chg="add del mod">
          <ac:chgData name="Ben C L FUNG" userId="2bc1a8d8-82cc-46fb-a66a-21e3967849fb" providerId="ADAL" clId="{0FBAA9E4-47BE-4DFA-B60F-0682F1CD7127}" dt="2023-01-29T15:44:38.739" v="437"/>
          <ac:spMkLst>
            <pc:docMk/>
            <pc:sldMk cId="0" sldId="338"/>
            <ac:spMk id="2" creationId="{B5F50CAF-04B0-F9C5-7F01-9782BE50D6BA}"/>
          </ac:spMkLst>
        </pc:spChg>
        <pc:spChg chg="add del mod">
          <ac:chgData name="Ben C L FUNG" userId="2bc1a8d8-82cc-46fb-a66a-21e3967849fb" providerId="ADAL" clId="{0FBAA9E4-47BE-4DFA-B60F-0682F1CD7127}" dt="2023-01-29T15:44:38.739" v="437"/>
          <ac:spMkLst>
            <pc:docMk/>
            <pc:sldMk cId="0" sldId="338"/>
            <ac:spMk id="3" creationId="{43FDD17E-3947-F0D7-CB6D-FCA354ECE337}"/>
          </ac:spMkLst>
        </pc:spChg>
        <pc:spChg chg="add del mod ord">
          <ac:chgData name="Ben C L FUNG" userId="2bc1a8d8-82cc-46fb-a66a-21e3967849fb" providerId="ADAL" clId="{0FBAA9E4-47BE-4DFA-B60F-0682F1CD7127}" dt="2023-01-29T15:44:55.317" v="444"/>
          <ac:spMkLst>
            <pc:docMk/>
            <pc:sldMk cId="0" sldId="338"/>
            <ac:spMk id="4" creationId="{6F4DEAD0-8FA5-67F4-9B94-BAB2DDADF388}"/>
          </ac:spMkLst>
        </pc:spChg>
        <pc:spChg chg="mod ord">
          <ac:chgData name="Ben C L FUNG" userId="2bc1a8d8-82cc-46fb-a66a-21e3967849fb" providerId="ADAL" clId="{0FBAA9E4-47BE-4DFA-B60F-0682F1CD7127}" dt="2023-01-29T15:44:45.757" v="439" actId="700"/>
          <ac:spMkLst>
            <pc:docMk/>
            <pc:sldMk cId="0" sldId="338"/>
            <ac:spMk id="7170" creationId="{3C8CD33D-1A64-CB5A-765F-F84B8A7C5056}"/>
          </ac:spMkLst>
        </pc:spChg>
        <pc:spChg chg="mod ord">
          <ac:chgData name="Ben C L FUNG" userId="2bc1a8d8-82cc-46fb-a66a-21e3967849fb" providerId="ADAL" clId="{0FBAA9E4-47BE-4DFA-B60F-0682F1CD7127}" dt="2023-01-29T15:44:45.801" v="441" actId="27636"/>
          <ac:spMkLst>
            <pc:docMk/>
            <pc:sldMk cId="0" sldId="338"/>
            <ac:spMk id="7171" creationId="{A359BAF8-A5D8-CA66-EBA0-ABFC6AD894C8}"/>
          </ac:spMkLst>
        </pc:spChg>
        <pc:picChg chg="add mod">
          <ac:chgData name="Ben C L FUNG" userId="2bc1a8d8-82cc-46fb-a66a-21e3967849fb" providerId="ADAL" clId="{0FBAA9E4-47BE-4DFA-B60F-0682F1CD7127}" dt="2023-01-29T15:44:55.317" v="444"/>
          <ac:picMkLst>
            <pc:docMk/>
            <pc:sldMk cId="0" sldId="338"/>
            <ac:picMk id="5" creationId="{349AD2CB-E41D-86A4-29A4-45E8146E8FAE}"/>
          </ac:picMkLst>
        </pc:picChg>
        <pc:picChg chg="del mod">
          <ac:chgData name="Ben C L FUNG" userId="2bc1a8d8-82cc-46fb-a66a-21e3967849fb" providerId="ADAL" clId="{0FBAA9E4-47BE-4DFA-B60F-0682F1CD7127}" dt="2023-01-29T15:44:49.855" v="443" actId="21"/>
          <ac:picMkLst>
            <pc:docMk/>
            <pc:sldMk cId="0" sldId="338"/>
            <ac:picMk id="7172" creationId="{F8D9039A-9BE1-CAAC-5511-DEFA4EBA8623}"/>
          </ac:picMkLst>
        </pc:pic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3806349047" sldId="338"/>
        </pc:sldMkLst>
      </pc:sldChg>
      <pc:sldChg chg="modSp add mod">
        <pc:chgData name="Ben C L FUNG" userId="2bc1a8d8-82cc-46fb-a66a-21e3967849fb" providerId="ADAL" clId="{0FBAA9E4-47BE-4DFA-B60F-0682F1CD7127}" dt="2023-01-29T15:45:01.290" v="445" actId="1076"/>
        <pc:sldMkLst>
          <pc:docMk/>
          <pc:sldMk cId="0" sldId="339"/>
        </pc:sldMkLst>
        <pc:spChg chg="mod">
          <ac:chgData name="Ben C L FUNG" userId="2bc1a8d8-82cc-46fb-a66a-21e3967849fb" providerId="ADAL" clId="{0FBAA9E4-47BE-4DFA-B60F-0682F1CD7127}" dt="2023-01-29T15:42:29.806" v="285" actId="27636"/>
          <ac:spMkLst>
            <pc:docMk/>
            <pc:sldMk cId="0" sldId="339"/>
            <ac:spMk id="8194" creationId="{C6A3685E-9FA3-2A5D-852F-D55B171795FA}"/>
          </ac:spMkLst>
        </pc:spChg>
        <pc:picChg chg="mod">
          <ac:chgData name="Ben C L FUNG" userId="2bc1a8d8-82cc-46fb-a66a-21e3967849fb" providerId="ADAL" clId="{0FBAA9E4-47BE-4DFA-B60F-0682F1CD7127}" dt="2023-01-29T15:45:01.290" v="445" actId="1076"/>
          <ac:picMkLst>
            <pc:docMk/>
            <pc:sldMk cId="0" sldId="339"/>
            <ac:picMk id="8195" creationId="{46167B2D-0662-6B0C-AC83-D63E3E6159E7}"/>
          </ac:picMkLst>
        </pc:pic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618705715" sldId="339"/>
        </pc:sldMkLst>
      </pc:sldChg>
      <pc:sldChg chg="addSp delSp modSp add mod">
        <pc:chgData name="Ben C L FUNG" userId="2bc1a8d8-82cc-46fb-a66a-21e3967849fb" providerId="ADAL" clId="{0FBAA9E4-47BE-4DFA-B60F-0682F1CD7127}" dt="2023-01-29T15:45:10.121" v="447" actId="27636"/>
        <pc:sldMkLst>
          <pc:docMk/>
          <pc:sldMk cId="0" sldId="340"/>
        </pc:sldMkLst>
        <pc:spChg chg="add del mod">
          <ac:chgData name="Ben C L FUNG" userId="2bc1a8d8-82cc-46fb-a66a-21e3967849fb" providerId="ADAL" clId="{0FBAA9E4-47BE-4DFA-B60F-0682F1CD7127}" dt="2023-01-29T15:45:10.002" v="446"/>
          <ac:spMkLst>
            <pc:docMk/>
            <pc:sldMk cId="0" sldId="340"/>
            <ac:spMk id="2" creationId="{828B2D5D-4671-3CE3-87F0-32788EF949D1}"/>
          </ac:spMkLst>
        </pc:spChg>
        <pc:spChg chg="add del mod">
          <ac:chgData name="Ben C L FUNG" userId="2bc1a8d8-82cc-46fb-a66a-21e3967849fb" providerId="ADAL" clId="{0FBAA9E4-47BE-4DFA-B60F-0682F1CD7127}" dt="2023-01-29T15:45:10.002" v="446"/>
          <ac:spMkLst>
            <pc:docMk/>
            <pc:sldMk cId="0" sldId="340"/>
            <ac:spMk id="3" creationId="{D2A82A0F-3E86-92FA-E61A-FBDFFA33D402}"/>
          </ac:spMkLst>
        </pc:spChg>
        <pc:spChg chg="mod">
          <ac:chgData name="Ben C L FUNG" userId="2bc1a8d8-82cc-46fb-a66a-21e3967849fb" providerId="ADAL" clId="{0FBAA9E4-47BE-4DFA-B60F-0682F1CD7127}" dt="2023-01-29T15:45:10.002" v="446"/>
          <ac:spMkLst>
            <pc:docMk/>
            <pc:sldMk cId="0" sldId="340"/>
            <ac:spMk id="9218" creationId="{A5DA3D94-14DC-C929-A24D-D965607AA74D}"/>
          </ac:spMkLst>
        </pc:spChg>
        <pc:spChg chg="mod">
          <ac:chgData name="Ben C L FUNG" userId="2bc1a8d8-82cc-46fb-a66a-21e3967849fb" providerId="ADAL" clId="{0FBAA9E4-47BE-4DFA-B60F-0682F1CD7127}" dt="2023-01-29T15:45:10.121" v="447" actId="27636"/>
          <ac:spMkLst>
            <pc:docMk/>
            <pc:sldMk cId="0" sldId="340"/>
            <ac:spMk id="9219" creationId="{B1E2F2FE-9F08-122A-351C-09AB58E043DC}"/>
          </ac:spMkLst>
        </pc:sp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3719621672" sldId="340"/>
        </pc:sldMkLst>
      </pc:sldChg>
      <pc:sldChg chg="addSp delSp modSp add mod">
        <pc:chgData name="Ben C L FUNG" userId="2bc1a8d8-82cc-46fb-a66a-21e3967849fb" providerId="ADAL" clId="{0FBAA9E4-47BE-4DFA-B60F-0682F1CD7127}" dt="2023-01-29T15:45:14.420" v="450" actId="27636"/>
        <pc:sldMkLst>
          <pc:docMk/>
          <pc:sldMk cId="0" sldId="341"/>
        </pc:sldMkLst>
        <pc:spChg chg="add del mod">
          <ac:chgData name="Ben C L FUNG" userId="2bc1a8d8-82cc-46fb-a66a-21e3967849fb" providerId="ADAL" clId="{0FBAA9E4-47BE-4DFA-B60F-0682F1CD7127}" dt="2023-01-29T15:45:14.344" v="448"/>
          <ac:spMkLst>
            <pc:docMk/>
            <pc:sldMk cId="0" sldId="341"/>
            <ac:spMk id="2" creationId="{66F055D3-0B8C-B393-6718-6ECF792D991A}"/>
          </ac:spMkLst>
        </pc:spChg>
        <pc:spChg chg="add del mod">
          <ac:chgData name="Ben C L FUNG" userId="2bc1a8d8-82cc-46fb-a66a-21e3967849fb" providerId="ADAL" clId="{0FBAA9E4-47BE-4DFA-B60F-0682F1CD7127}" dt="2023-01-29T15:45:14.344" v="448"/>
          <ac:spMkLst>
            <pc:docMk/>
            <pc:sldMk cId="0" sldId="341"/>
            <ac:spMk id="3" creationId="{42F01B66-455E-A9E1-2320-DC1360B57F69}"/>
          </ac:spMkLst>
        </pc:spChg>
        <pc:spChg chg="mod">
          <ac:chgData name="Ben C L FUNG" userId="2bc1a8d8-82cc-46fb-a66a-21e3967849fb" providerId="ADAL" clId="{0FBAA9E4-47BE-4DFA-B60F-0682F1CD7127}" dt="2023-01-29T15:45:14.408" v="449" actId="27636"/>
          <ac:spMkLst>
            <pc:docMk/>
            <pc:sldMk cId="0" sldId="341"/>
            <ac:spMk id="10242" creationId="{E2DE57BC-D0DB-9917-3B62-CA0F6C8C04DE}"/>
          </ac:spMkLst>
        </pc:spChg>
        <pc:spChg chg="mod">
          <ac:chgData name="Ben C L FUNG" userId="2bc1a8d8-82cc-46fb-a66a-21e3967849fb" providerId="ADAL" clId="{0FBAA9E4-47BE-4DFA-B60F-0682F1CD7127}" dt="2023-01-29T15:45:14.420" v="450" actId="27636"/>
          <ac:spMkLst>
            <pc:docMk/>
            <pc:sldMk cId="0" sldId="341"/>
            <ac:spMk id="10243" creationId="{B1A8A3D8-B9D9-E3C4-AE25-D0D90144AE0D}"/>
          </ac:spMkLst>
        </pc:sp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244147216" sldId="341"/>
        </pc:sldMkLst>
      </pc:sldChg>
      <pc:sldChg chg="addSp delSp modSp add mod">
        <pc:chgData name="Ben C L FUNG" userId="2bc1a8d8-82cc-46fb-a66a-21e3967849fb" providerId="ADAL" clId="{0FBAA9E4-47BE-4DFA-B60F-0682F1CD7127}" dt="2023-01-29T15:45:27.818" v="453" actId="1076"/>
        <pc:sldMkLst>
          <pc:docMk/>
          <pc:sldMk cId="0" sldId="342"/>
        </pc:sldMkLst>
        <pc:spChg chg="add del mod">
          <ac:chgData name="Ben C L FUNG" userId="2bc1a8d8-82cc-46fb-a66a-21e3967849fb" providerId="ADAL" clId="{0FBAA9E4-47BE-4DFA-B60F-0682F1CD7127}" dt="2023-01-29T15:45:21.793" v="451"/>
          <ac:spMkLst>
            <pc:docMk/>
            <pc:sldMk cId="0" sldId="342"/>
            <ac:spMk id="2" creationId="{68C758F1-BE79-7EBC-A262-FB7D599B7DD8}"/>
          </ac:spMkLst>
        </pc:spChg>
        <pc:spChg chg="mod">
          <ac:chgData name="Ben C L FUNG" userId="2bc1a8d8-82cc-46fb-a66a-21e3967849fb" providerId="ADAL" clId="{0FBAA9E4-47BE-4DFA-B60F-0682F1CD7127}" dt="2023-01-29T15:45:21.852" v="452" actId="27636"/>
          <ac:spMkLst>
            <pc:docMk/>
            <pc:sldMk cId="0" sldId="342"/>
            <ac:spMk id="11266" creationId="{29895B7A-58A1-384E-DE9D-A0474EABB39D}"/>
          </ac:spMkLst>
        </pc:spChg>
        <pc:picChg chg="mod">
          <ac:chgData name="Ben C L FUNG" userId="2bc1a8d8-82cc-46fb-a66a-21e3967849fb" providerId="ADAL" clId="{0FBAA9E4-47BE-4DFA-B60F-0682F1CD7127}" dt="2023-01-29T15:45:27.818" v="453" actId="1076"/>
          <ac:picMkLst>
            <pc:docMk/>
            <pc:sldMk cId="0" sldId="342"/>
            <ac:picMk id="11267" creationId="{20867BC7-5927-D73A-4619-CC2894657245}"/>
          </ac:picMkLst>
        </pc:pic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388413500" sldId="342"/>
        </pc:sldMkLst>
      </pc:sldChg>
      <pc:sldChg chg="addSp delSp modSp add mod">
        <pc:chgData name="Ben C L FUNG" userId="2bc1a8d8-82cc-46fb-a66a-21e3967849fb" providerId="ADAL" clId="{0FBAA9E4-47BE-4DFA-B60F-0682F1CD7127}" dt="2023-01-29T15:45:32.277" v="455" actId="27636"/>
        <pc:sldMkLst>
          <pc:docMk/>
          <pc:sldMk cId="0" sldId="343"/>
        </pc:sldMkLst>
        <pc:spChg chg="add del mod">
          <ac:chgData name="Ben C L FUNG" userId="2bc1a8d8-82cc-46fb-a66a-21e3967849fb" providerId="ADAL" clId="{0FBAA9E4-47BE-4DFA-B60F-0682F1CD7127}" dt="2023-01-29T15:45:32.184" v="454"/>
          <ac:spMkLst>
            <pc:docMk/>
            <pc:sldMk cId="0" sldId="343"/>
            <ac:spMk id="2" creationId="{8652102F-D8EE-5D2A-AE77-C4D798410D19}"/>
          </ac:spMkLst>
        </pc:spChg>
        <pc:spChg chg="add del mod">
          <ac:chgData name="Ben C L FUNG" userId="2bc1a8d8-82cc-46fb-a66a-21e3967849fb" providerId="ADAL" clId="{0FBAA9E4-47BE-4DFA-B60F-0682F1CD7127}" dt="2023-01-29T15:45:32.184" v="454"/>
          <ac:spMkLst>
            <pc:docMk/>
            <pc:sldMk cId="0" sldId="343"/>
            <ac:spMk id="3" creationId="{9632BBCD-3E0B-1001-9303-093FFD8BEFFF}"/>
          </ac:spMkLst>
        </pc:spChg>
        <pc:spChg chg="mod">
          <ac:chgData name="Ben C L FUNG" userId="2bc1a8d8-82cc-46fb-a66a-21e3967849fb" providerId="ADAL" clId="{0FBAA9E4-47BE-4DFA-B60F-0682F1CD7127}" dt="2023-01-29T15:45:32.184" v="454"/>
          <ac:spMkLst>
            <pc:docMk/>
            <pc:sldMk cId="0" sldId="343"/>
            <ac:spMk id="12290" creationId="{B4B6F046-BADB-1EA6-3FCA-66DEA5C8D943}"/>
          </ac:spMkLst>
        </pc:spChg>
        <pc:spChg chg="mod">
          <ac:chgData name="Ben C L FUNG" userId="2bc1a8d8-82cc-46fb-a66a-21e3967849fb" providerId="ADAL" clId="{0FBAA9E4-47BE-4DFA-B60F-0682F1CD7127}" dt="2023-01-29T15:45:32.277" v="455" actId="27636"/>
          <ac:spMkLst>
            <pc:docMk/>
            <pc:sldMk cId="0" sldId="343"/>
            <ac:spMk id="12291" creationId="{0E4EF918-CCF5-00BB-B86C-C0E18EDB824D}"/>
          </ac:spMkLst>
        </pc:sp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2454306053" sldId="343"/>
        </pc:sldMkLst>
      </pc:sldChg>
      <pc:sldChg chg="addSp delSp modSp add mod">
        <pc:chgData name="Ben C L FUNG" userId="2bc1a8d8-82cc-46fb-a66a-21e3967849fb" providerId="ADAL" clId="{0FBAA9E4-47BE-4DFA-B60F-0682F1CD7127}" dt="2023-01-29T15:45:39.597" v="457" actId="27636"/>
        <pc:sldMkLst>
          <pc:docMk/>
          <pc:sldMk cId="0" sldId="344"/>
        </pc:sldMkLst>
        <pc:spChg chg="add del mod">
          <ac:chgData name="Ben C L FUNG" userId="2bc1a8d8-82cc-46fb-a66a-21e3967849fb" providerId="ADAL" clId="{0FBAA9E4-47BE-4DFA-B60F-0682F1CD7127}" dt="2023-01-29T15:45:39.501" v="456"/>
          <ac:spMkLst>
            <pc:docMk/>
            <pc:sldMk cId="0" sldId="344"/>
            <ac:spMk id="2" creationId="{2DADA1A0-4C35-A249-B042-8EF2B9AA79B1}"/>
          </ac:spMkLst>
        </pc:spChg>
        <pc:spChg chg="add del mod">
          <ac:chgData name="Ben C L FUNG" userId="2bc1a8d8-82cc-46fb-a66a-21e3967849fb" providerId="ADAL" clId="{0FBAA9E4-47BE-4DFA-B60F-0682F1CD7127}" dt="2023-01-29T15:45:39.501" v="456"/>
          <ac:spMkLst>
            <pc:docMk/>
            <pc:sldMk cId="0" sldId="344"/>
            <ac:spMk id="3" creationId="{3AF14C8A-11BD-2B60-4958-372E2DF5F3C1}"/>
          </ac:spMkLst>
        </pc:spChg>
        <pc:spChg chg="mod">
          <ac:chgData name="Ben C L FUNG" userId="2bc1a8d8-82cc-46fb-a66a-21e3967849fb" providerId="ADAL" clId="{0FBAA9E4-47BE-4DFA-B60F-0682F1CD7127}" dt="2023-01-29T15:45:39.501" v="456"/>
          <ac:spMkLst>
            <pc:docMk/>
            <pc:sldMk cId="0" sldId="344"/>
            <ac:spMk id="13314" creationId="{CF20E5B9-C550-D9DB-2ACA-D16F17679A66}"/>
          </ac:spMkLst>
        </pc:spChg>
        <pc:spChg chg="mod">
          <ac:chgData name="Ben C L FUNG" userId="2bc1a8d8-82cc-46fb-a66a-21e3967849fb" providerId="ADAL" clId="{0FBAA9E4-47BE-4DFA-B60F-0682F1CD7127}" dt="2023-01-29T15:45:39.597" v="457" actId="27636"/>
          <ac:spMkLst>
            <pc:docMk/>
            <pc:sldMk cId="0" sldId="344"/>
            <ac:spMk id="13315" creationId="{A932C820-F94B-60DC-A134-66137805E61C}"/>
          </ac:spMkLst>
        </pc:sp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621148625" sldId="344"/>
        </pc:sldMkLst>
      </pc:sldChg>
      <pc:sldChg chg="addSp delSp modSp add mod">
        <pc:chgData name="Ben C L FUNG" userId="2bc1a8d8-82cc-46fb-a66a-21e3967849fb" providerId="ADAL" clId="{0FBAA9E4-47BE-4DFA-B60F-0682F1CD7127}" dt="2023-01-29T15:45:57.527" v="463" actId="27636"/>
        <pc:sldMkLst>
          <pc:docMk/>
          <pc:sldMk cId="0" sldId="345"/>
        </pc:sldMkLst>
        <pc:spChg chg="add del mod">
          <ac:chgData name="Ben C L FUNG" userId="2bc1a8d8-82cc-46fb-a66a-21e3967849fb" providerId="ADAL" clId="{0FBAA9E4-47BE-4DFA-B60F-0682F1CD7127}" dt="2023-01-29T15:45:44.953" v="458"/>
          <ac:spMkLst>
            <pc:docMk/>
            <pc:sldMk cId="0" sldId="345"/>
            <ac:spMk id="2" creationId="{F9ABE562-A20B-183F-F331-A5D282CA772E}"/>
          </ac:spMkLst>
        </pc:spChg>
        <pc:spChg chg="add del mod">
          <ac:chgData name="Ben C L FUNG" userId="2bc1a8d8-82cc-46fb-a66a-21e3967849fb" providerId="ADAL" clId="{0FBAA9E4-47BE-4DFA-B60F-0682F1CD7127}" dt="2023-01-29T15:45:57.458" v="462"/>
          <ac:spMkLst>
            <pc:docMk/>
            <pc:sldMk cId="0" sldId="345"/>
            <ac:spMk id="3" creationId="{E4515ADA-D55E-0071-C83F-1AB90FD74A99}"/>
          </ac:spMkLst>
        </pc:spChg>
        <pc:spChg chg="mod">
          <ac:chgData name="Ben C L FUNG" userId="2bc1a8d8-82cc-46fb-a66a-21e3967849fb" providerId="ADAL" clId="{0FBAA9E4-47BE-4DFA-B60F-0682F1CD7127}" dt="2023-01-29T15:45:57.527" v="463" actId="27636"/>
          <ac:spMkLst>
            <pc:docMk/>
            <pc:sldMk cId="0" sldId="345"/>
            <ac:spMk id="14338" creationId="{90753D30-B3C1-0EAC-C65E-16ADB1649A7A}"/>
          </ac:spMkLst>
        </pc:spChg>
        <pc:spChg chg="mod">
          <ac:chgData name="Ben C L FUNG" userId="2bc1a8d8-82cc-46fb-a66a-21e3967849fb" providerId="ADAL" clId="{0FBAA9E4-47BE-4DFA-B60F-0682F1CD7127}" dt="2023-01-29T15:45:54.802" v="461" actId="14100"/>
          <ac:spMkLst>
            <pc:docMk/>
            <pc:sldMk cId="0" sldId="345"/>
            <ac:spMk id="14340" creationId="{09EA1329-3F55-6B4A-067D-0E6536CC3EA0}"/>
          </ac:spMkLst>
        </pc:spChg>
        <pc:picChg chg="mod">
          <ac:chgData name="Ben C L FUNG" userId="2bc1a8d8-82cc-46fb-a66a-21e3967849fb" providerId="ADAL" clId="{0FBAA9E4-47BE-4DFA-B60F-0682F1CD7127}" dt="2023-01-29T15:45:48.834" v="460" actId="1076"/>
          <ac:picMkLst>
            <pc:docMk/>
            <pc:sldMk cId="0" sldId="345"/>
            <ac:picMk id="14339" creationId="{20F18CD9-8D20-3C6C-9CC1-B59DEA1142FA}"/>
          </ac:picMkLst>
        </pc:pic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381072170" sldId="345"/>
        </pc:sldMkLst>
      </pc:sldChg>
      <pc:sldChg chg="addSp delSp modSp add mod">
        <pc:chgData name="Ben C L FUNG" userId="2bc1a8d8-82cc-46fb-a66a-21e3967849fb" providerId="ADAL" clId="{0FBAA9E4-47BE-4DFA-B60F-0682F1CD7127}" dt="2023-01-29T15:46:02.054" v="465" actId="27636"/>
        <pc:sldMkLst>
          <pc:docMk/>
          <pc:sldMk cId="0" sldId="346"/>
        </pc:sldMkLst>
        <pc:spChg chg="add del mod">
          <ac:chgData name="Ben C L FUNG" userId="2bc1a8d8-82cc-46fb-a66a-21e3967849fb" providerId="ADAL" clId="{0FBAA9E4-47BE-4DFA-B60F-0682F1CD7127}" dt="2023-01-29T15:46:01.954" v="464"/>
          <ac:spMkLst>
            <pc:docMk/>
            <pc:sldMk cId="0" sldId="346"/>
            <ac:spMk id="2" creationId="{56D81F01-0895-3ECE-DE11-2327023C2C42}"/>
          </ac:spMkLst>
        </pc:spChg>
        <pc:spChg chg="add del mod">
          <ac:chgData name="Ben C L FUNG" userId="2bc1a8d8-82cc-46fb-a66a-21e3967849fb" providerId="ADAL" clId="{0FBAA9E4-47BE-4DFA-B60F-0682F1CD7127}" dt="2023-01-29T15:46:01.954" v="464"/>
          <ac:spMkLst>
            <pc:docMk/>
            <pc:sldMk cId="0" sldId="346"/>
            <ac:spMk id="3" creationId="{1530750B-8370-2392-BAB3-2F2D1E0888D1}"/>
          </ac:spMkLst>
        </pc:spChg>
        <pc:spChg chg="mod">
          <ac:chgData name="Ben C L FUNG" userId="2bc1a8d8-82cc-46fb-a66a-21e3967849fb" providerId="ADAL" clId="{0FBAA9E4-47BE-4DFA-B60F-0682F1CD7127}" dt="2023-01-29T15:46:01.954" v="464"/>
          <ac:spMkLst>
            <pc:docMk/>
            <pc:sldMk cId="0" sldId="346"/>
            <ac:spMk id="15362" creationId="{39B3A76E-FD57-54C2-0D5B-19AB11D695B7}"/>
          </ac:spMkLst>
        </pc:spChg>
        <pc:spChg chg="mod">
          <ac:chgData name="Ben C L FUNG" userId="2bc1a8d8-82cc-46fb-a66a-21e3967849fb" providerId="ADAL" clId="{0FBAA9E4-47BE-4DFA-B60F-0682F1CD7127}" dt="2023-01-29T15:46:02.054" v="465" actId="27636"/>
          <ac:spMkLst>
            <pc:docMk/>
            <pc:sldMk cId="0" sldId="346"/>
            <ac:spMk id="15363" creationId="{3872AAED-74FC-ABA7-60D9-6F0224D6543B}"/>
          </ac:spMkLst>
        </pc:sp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2420793727" sldId="346"/>
        </pc:sldMkLst>
      </pc:sldChg>
      <pc:sldChg chg="addSp delSp modSp add mod">
        <pc:chgData name="Ben C L FUNG" userId="2bc1a8d8-82cc-46fb-a66a-21e3967849fb" providerId="ADAL" clId="{0FBAA9E4-47BE-4DFA-B60F-0682F1CD7127}" dt="2023-01-29T15:46:10.300" v="467" actId="27636"/>
        <pc:sldMkLst>
          <pc:docMk/>
          <pc:sldMk cId="0" sldId="347"/>
        </pc:sldMkLst>
        <pc:spChg chg="add del mod">
          <ac:chgData name="Ben C L FUNG" userId="2bc1a8d8-82cc-46fb-a66a-21e3967849fb" providerId="ADAL" clId="{0FBAA9E4-47BE-4DFA-B60F-0682F1CD7127}" dt="2023-01-29T15:46:10.187" v="466"/>
          <ac:spMkLst>
            <pc:docMk/>
            <pc:sldMk cId="0" sldId="347"/>
            <ac:spMk id="2" creationId="{755C0738-B415-A0E3-613D-5A82095C7290}"/>
          </ac:spMkLst>
        </pc:spChg>
        <pc:spChg chg="add del mod">
          <ac:chgData name="Ben C L FUNG" userId="2bc1a8d8-82cc-46fb-a66a-21e3967849fb" providerId="ADAL" clId="{0FBAA9E4-47BE-4DFA-B60F-0682F1CD7127}" dt="2023-01-29T15:46:10.187" v="466"/>
          <ac:spMkLst>
            <pc:docMk/>
            <pc:sldMk cId="0" sldId="347"/>
            <ac:spMk id="3" creationId="{A6904CF2-78F2-6E95-E3A2-01B1D5D6F8B7}"/>
          </ac:spMkLst>
        </pc:spChg>
        <pc:spChg chg="mod">
          <ac:chgData name="Ben C L FUNG" userId="2bc1a8d8-82cc-46fb-a66a-21e3967849fb" providerId="ADAL" clId="{0FBAA9E4-47BE-4DFA-B60F-0682F1CD7127}" dt="2023-01-29T15:46:10.187" v="466"/>
          <ac:spMkLst>
            <pc:docMk/>
            <pc:sldMk cId="0" sldId="347"/>
            <ac:spMk id="16386" creationId="{BA23570B-4B26-A634-8D10-91753F10CAB6}"/>
          </ac:spMkLst>
        </pc:spChg>
        <pc:spChg chg="mod">
          <ac:chgData name="Ben C L FUNG" userId="2bc1a8d8-82cc-46fb-a66a-21e3967849fb" providerId="ADAL" clId="{0FBAA9E4-47BE-4DFA-B60F-0682F1CD7127}" dt="2023-01-29T15:46:10.300" v="467" actId="27636"/>
          <ac:spMkLst>
            <pc:docMk/>
            <pc:sldMk cId="0" sldId="347"/>
            <ac:spMk id="16387" creationId="{EBE665F7-B3EB-2C0E-1495-021DB561D5C7}"/>
          </ac:spMkLst>
        </pc:sp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3438805331" sldId="347"/>
        </pc:sldMkLst>
      </pc:sldChg>
      <pc:sldChg chg="addSp delSp modSp add mod">
        <pc:chgData name="Ben C L FUNG" userId="2bc1a8d8-82cc-46fb-a66a-21e3967849fb" providerId="ADAL" clId="{0FBAA9E4-47BE-4DFA-B60F-0682F1CD7127}" dt="2023-01-29T15:46:44.653" v="482" actId="27636"/>
        <pc:sldMkLst>
          <pc:docMk/>
          <pc:sldMk cId="0" sldId="348"/>
        </pc:sldMkLst>
        <pc:spChg chg="add del mod">
          <ac:chgData name="Ben C L FUNG" userId="2bc1a8d8-82cc-46fb-a66a-21e3967849fb" providerId="ADAL" clId="{0FBAA9E4-47BE-4DFA-B60F-0682F1CD7127}" dt="2023-01-29T15:46:44.570" v="481"/>
          <ac:spMkLst>
            <pc:docMk/>
            <pc:sldMk cId="0" sldId="348"/>
            <ac:spMk id="2" creationId="{9198F7E6-0666-3801-41CE-10E0FC703A38}"/>
          </ac:spMkLst>
        </pc:spChg>
        <pc:spChg chg="add del mod">
          <ac:chgData name="Ben C L FUNG" userId="2bc1a8d8-82cc-46fb-a66a-21e3967849fb" providerId="ADAL" clId="{0FBAA9E4-47BE-4DFA-B60F-0682F1CD7127}" dt="2023-01-29T15:46:44.570" v="481"/>
          <ac:spMkLst>
            <pc:docMk/>
            <pc:sldMk cId="0" sldId="348"/>
            <ac:spMk id="3" creationId="{84FDB344-3E3C-7C5C-5A37-3D57BD6203E4}"/>
          </ac:spMkLst>
        </pc:spChg>
        <pc:spChg chg="mod">
          <ac:chgData name="Ben C L FUNG" userId="2bc1a8d8-82cc-46fb-a66a-21e3967849fb" providerId="ADAL" clId="{0FBAA9E4-47BE-4DFA-B60F-0682F1CD7127}" dt="2023-01-29T15:46:44.570" v="481"/>
          <ac:spMkLst>
            <pc:docMk/>
            <pc:sldMk cId="0" sldId="348"/>
            <ac:spMk id="22530" creationId="{4C64D19E-DC8B-BDC7-FB75-75052F38B17B}"/>
          </ac:spMkLst>
        </pc:spChg>
        <pc:spChg chg="mod">
          <ac:chgData name="Ben C L FUNG" userId="2bc1a8d8-82cc-46fb-a66a-21e3967849fb" providerId="ADAL" clId="{0FBAA9E4-47BE-4DFA-B60F-0682F1CD7127}" dt="2023-01-29T15:46:44.653" v="482" actId="27636"/>
          <ac:spMkLst>
            <pc:docMk/>
            <pc:sldMk cId="0" sldId="348"/>
            <ac:spMk id="22531" creationId="{AE78A1F4-3979-00AF-C598-DADF5A6918C5}"/>
          </ac:spMkLst>
        </pc:sp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1843780382" sldId="348"/>
        </pc:sldMkLst>
      </pc:sldChg>
      <pc:sldChg chg="modSp add">
        <pc:chgData name="Ben C L FUNG" userId="2bc1a8d8-82cc-46fb-a66a-21e3967849fb" providerId="ADAL" clId="{0FBAA9E4-47BE-4DFA-B60F-0682F1CD7127}" dt="2023-01-29T15:46:54.522" v="485" actId="1076"/>
        <pc:sldMkLst>
          <pc:docMk/>
          <pc:sldMk cId="0" sldId="349"/>
        </pc:sldMkLst>
        <pc:picChg chg="mod">
          <ac:chgData name="Ben C L FUNG" userId="2bc1a8d8-82cc-46fb-a66a-21e3967849fb" providerId="ADAL" clId="{0FBAA9E4-47BE-4DFA-B60F-0682F1CD7127}" dt="2023-01-29T15:46:54.522" v="485" actId="1076"/>
          <ac:picMkLst>
            <pc:docMk/>
            <pc:sldMk cId="0" sldId="349"/>
            <ac:picMk id="24579" creationId="{E54D296C-6A1B-9B2C-076D-A7EEFD4AEEE2}"/>
          </ac:picMkLst>
        </pc:pic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413622959" sldId="349"/>
        </pc:sldMkLst>
      </pc:sldChg>
      <pc:sldChg chg="addSp delSp modSp add mod">
        <pc:chgData name="Ben C L FUNG" userId="2bc1a8d8-82cc-46fb-a66a-21e3967849fb" providerId="ADAL" clId="{0FBAA9E4-47BE-4DFA-B60F-0682F1CD7127}" dt="2023-01-29T15:47:02.887" v="488" actId="27636"/>
        <pc:sldMkLst>
          <pc:docMk/>
          <pc:sldMk cId="0" sldId="350"/>
        </pc:sldMkLst>
        <pc:spChg chg="add del mod">
          <ac:chgData name="Ben C L FUNG" userId="2bc1a8d8-82cc-46fb-a66a-21e3967849fb" providerId="ADAL" clId="{0FBAA9E4-47BE-4DFA-B60F-0682F1CD7127}" dt="2023-01-29T15:47:02.799" v="486"/>
          <ac:spMkLst>
            <pc:docMk/>
            <pc:sldMk cId="0" sldId="350"/>
            <ac:spMk id="2" creationId="{467D8B1B-1E46-EF8D-7596-6044D2A0BF1B}"/>
          </ac:spMkLst>
        </pc:spChg>
        <pc:spChg chg="add del mod">
          <ac:chgData name="Ben C L FUNG" userId="2bc1a8d8-82cc-46fb-a66a-21e3967849fb" providerId="ADAL" clId="{0FBAA9E4-47BE-4DFA-B60F-0682F1CD7127}" dt="2023-01-29T15:47:02.799" v="486"/>
          <ac:spMkLst>
            <pc:docMk/>
            <pc:sldMk cId="0" sldId="350"/>
            <ac:spMk id="3" creationId="{E2396E06-88FD-FD98-56D1-AF6D3A1E4123}"/>
          </ac:spMkLst>
        </pc:spChg>
        <pc:spChg chg="mod">
          <ac:chgData name="Ben C L FUNG" userId="2bc1a8d8-82cc-46fb-a66a-21e3967849fb" providerId="ADAL" clId="{0FBAA9E4-47BE-4DFA-B60F-0682F1CD7127}" dt="2023-01-29T15:47:02.887" v="488" actId="27636"/>
          <ac:spMkLst>
            <pc:docMk/>
            <pc:sldMk cId="0" sldId="350"/>
            <ac:spMk id="25602" creationId="{B295F111-6C87-EDC5-A6DC-AD994E3DA1EE}"/>
          </ac:spMkLst>
        </pc:spChg>
        <pc:spChg chg="mod">
          <ac:chgData name="Ben C L FUNG" userId="2bc1a8d8-82cc-46fb-a66a-21e3967849fb" providerId="ADAL" clId="{0FBAA9E4-47BE-4DFA-B60F-0682F1CD7127}" dt="2023-01-29T15:47:02.886" v="487" actId="27636"/>
          <ac:spMkLst>
            <pc:docMk/>
            <pc:sldMk cId="0" sldId="350"/>
            <ac:spMk id="25603" creationId="{01207FE0-F354-D287-7B1A-0A3CFAFFE285}"/>
          </ac:spMkLst>
        </pc:spChg>
      </pc:sldChg>
      <pc:sldChg chg="del">
        <pc:chgData name="Ben C L FUNG" userId="2bc1a8d8-82cc-46fb-a66a-21e3967849fb" providerId="ADAL" clId="{0FBAA9E4-47BE-4DFA-B60F-0682F1CD7127}" dt="2023-01-29T15:36:25.485" v="0" actId="47"/>
        <pc:sldMkLst>
          <pc:docMk/>
          <pc:sldMk cId="3496898112" sldId="350"/>
        </pc:sldMkLst>
      </pc:sldChg>
      <pc:sldChg chg="addSp delSp modSp add mod">
        <pc:chgData name="Ben C L FUNG" userId="2bc1a8d8-82cc-46fb-a66a-21e3967849fb" providerId="ADAL" clId="{0FBAA9E4-47BE-4DFA-B60F-0682F1CD7127}" dt="2023-01-29T15:47:12.761" v="492" actId="1076"/>
        <pc:sldMkLst>
          <pc:docMk/>
          <pc:sldMk cId="0" sldId="351"/>
        </pc:sldMkLst>
        <pc:spChg chg="add del mod">
          <ac:chgData name="Ben C L FUNG" userId="2bc1a8d8-82cc-46fb-a66a-21e3967849fb" providerId="ADAL" clId="{0FBAA9E4-47BE-4DFA-B60F-0682F1CD7127}" dt="2023-01-29T15:47:08.212" v="489"/>
          <ac:spMkLst>
            <pc:docMk/>
            <pc:sldMk cId="0" sldId="351"/>
            <ac:spMk id="2" creationId="{BF470CDF-8806-89DE-8C81-DD600E27ED45}"/>
          </ac:spMkLst>
        </pc:spChg>
        <pc:spChg chg="add del mod">
          <ac:chgData name="Ben C L FUNG" userId="2bc1a8d8-82cc-46fb-a66a-21e3967849fb" providerId="ADAL" clId="{0FBAA9E4-47BE-4DFA-B60F-0682F1CD7127}" dt="2023-01-29T15:47:08.212" v="489"/>
          <ac:spMkLst>
            <pc:docMk/>
            <pc:sldMk cId="0" sldId="351"/>
            <ac:spMk id="3" creationId="{CDE2041E-5A02-50D1-786D-482E459EB57A}"/>
          </ac:spMkLst>
        </pc:spChg>
        <pc:spChg chg="mod">
          <ac:chgData name="Ben C L FUNG" userId="2bc1a8d8-82cc-46fb-a66a-21e3967849fb" providerId="ADAL" clId="{0FBAA9E4-47BE-4DFA-B60F-0682F1CD7127}" dt="2023-01-29T15:47:08.276" v="490" actId="27636"/>
          <ac:spMkLst>
            <pc:docMk/>
            <pc:sldMk cId="0" sldId="351"/>
            <ac:spMk id="26626" creationId="{A8138910-4697-3C8A-1C71-00B151C2F94C}"/>
          </ac:spMkLst>
        </pc:spChg>
        <pc:spChg chg="mod">
          <ac:chgData name="Ben C L FUNG" userId="2bc1a8d8-82cc-46fb-a66a-21e3967849fb" providerId="ADAL" clId="{0FBAA9E4-47BE-4DFA-B60F-0682F1CD7127}" dt="2023-01-29T15:47:08.287" v="491" actId="27636"/>
          <ac:spMkLst>
            <pc:docMk/>
            <pc:sldMk cId="0" sldId="351"/>
            <ac:spMk id="26627" creationId="{CF4A6769-F64D-C52E-AAC5-5096605E040D}"/>
          </ac:spMkLst>
        </pc:spChg>
        <pc:spChg chg="mod">
          <ac:chgData name="Ben C L FUNG" userId="2bc1a8d8-82cc-46fb-a66a-21e3967849fb" providerId="ADAL" clId="{0FBAA9E4-47BE-4DFA-B60F-0682F1CD7127}" dt="2023-01-29T15:47:12.761" v="492" actId="1076"/>
          <ac:spMkLst>
            <pc:docMk/>
            <pc:sldMk cId="0" sldId="351"/>
            <ac:spMk id="26629" creationId="{5A6BD33B-0066-1E68-13D9-84CE7D5AFF60}"/>
          </ac:spMkLst>
        </pc:spChg>
      </pc:sldChg>
      <pc:sldChg chg="addSp delSp modSp add mod">
        <pc:chgData name="Ben C L FUNG" userId="2bc1a8d8-82cc-46fb-a66a-21e3967849fb" providerId="ADAL" clId="{0FBAA9E4-47BE-4DFA-B60F-0682F1CD7127}" dt="2023-01-29T15:47:20.703" v="494" actId="27636"/>
        <pc:sldMkLst>
          <pc:docMk/>
          <pc:sldMk cId="0" sldId="352"/>
        </pc:sldMkLst>
        <pc:spChg chg="add del mod">
          <ac:chgData name="Ben C L FUNG" userId="2bc1a8d8-82cc-46fb-a66a-21e3967849fb" providerId="ADAL" clId="{0FBAA9E4-47BE-4DFA-B60F-0682F1CD7127}" dt="2023-01-29T15:47:20.616" v="493"/>
          <ac:spMkLst>
            <pc:docMk/>
            <pc:sldMk cId="0" sldId="352"/>
            <ac:spMk id="2" creationId="{38584AAC-525C-8BB1-2C82-03D916FAB88D}"/>
          </ac:spMkLst>
        </pc:spChg>
        <pc:spChg chg="add del mod">
          <ac:chgData name="Ben C L FUNG" userId="2bc1a8d8-82cc-46fb-a66a-21e3967849fb" providerId="ADAL" clId="{0FBAA9E4-47BE-4DFA-B60F-0682F1CD7127}" dt="2023-01-29T15:47:20.616" v="493"/>
          <ac:spMkLst>
            <pc:docMk/>
            <pc:sldMk cId="0" sldId="352"/>
            <ac:spMk id="3" creationId="{E1378924-C7AC-C9BC-7824-777BBCE7FE11}"/>
          </ac:spMkLst>
        </pc:spChg>
        <pc:spChg chg="mod">
          <ac:chgData name="Ben C L FUNG" userId="2bc1a8d8-82cc-46fb-a66a-21e3967849fb" providerId="ADAL" clId="{0FBAA9E4-47BE-4DFA-B60F-0682F1CD7127}" dt="2023-01-29T15:47:20.616" v="493"/>
          <ac:spMkLst>
            <pc:docMk/>
            <pc:sldMk cId="0" sldId="352"/>
            <ac:spMk id="27650" creationId="{EAB8FA30-A8B7-FE15-A78F-8666BD6FD370}"/>
          </ac:spMkLst>
        </pc:spChg>
        <pc:spChg chg="mod">
          <ac:chgData name="Ben C L FUNG" userId="2bc1a8d8-82cc-46fb-a66a-21e3967849fb" providerId="ADAL" clId="{0FBAA9E4-47BE-4DFA-B60F-0682F1CD7127}" dt="2023-01-29T15:47:20.703" v="494" actId="27636"/>
          <ac:spMkLst>
            <pc:docMk/>
            <pc:sldMk cId="0" sldId="352"/>
            <ac:spMk id="27651" creationId="{706C65FE-B7E4-40AB-38A1-783F7326E8AD}"/>
          </ac:spMkLst>
        </pc:spChg>
      </pc:sldChg>
      <pc:sldChg chg="addSp delSp modSp add mod">
        <pc:chgData name="Ben C L FUNG" userId="2bc1a8d8-82cc-46fb-a66a-21e3967849fb" providerId="ADAL" clId="{0FBAA9E4-47BE-4DFA-B60F-0682F1CD7127}" dt="2023-01-29T15:47:27.599" v="496" actId="27636"/>
        <pc:sldMkLst>
          <pc:docMk/>
          <pc:sldMk cId="0" sldId="353"/>
        </pc:sldMkLst>
        <pc:spChg chg="add del mod">
          <ac:chgData name="Ben C L FUNG" userId="2bc1a8d8-82cc-46fb-a66a-21e3967849fb" providerId="ADAL" clId="{0FBAA9E4-47BE-4DFA-B60F-0682F1CD7127}" dt="2023-01-29T15:47:27.511" v="495"/>
          <ac:spMkLst>
            <pc:docMk/>
            <pc:sldMk cId="0" sldId="353"/>
            <ac:spMk id="2" creationId="{F8052FA4-CFF2-E75C-A355-FE23F706FFE6}"/>
          </ac:spMkLst>
        </pc:spChg>
        <pc:spChg chg="add del mod">
          <ac:chgData name="Ben C L FUNG" userId="2bc1a8d8-82cc-46fb-a66a-21e3967849fb" providerId="ADAL" clId="{0FBAA9E4-47BE-4DFA-B60F-0682F1CD7127}" dt="2023-01-29T15:47:27.511" v="495"/>
          <ac:spMkLst>
            <pc:docMk/>
            <pc:sldMk cId="0" sldId="353"/>
            <ac:spMk id="3" creationId="{993F2A8C-6260-1DB9-BEDC-6EA6C99FAF8A}"/>
          </ac:spMkLst>
        </pc:spChg>
        <pc:spChg chg="mod">
          <ac:chgData name="Ben C L FUNG" userId="2bc1a8d8-82cc-46fb-a66a-21e3967849fb" providerId="ADAL" clId="{0FBAA9E4-47BE-4DFA-B60F-0682F1CD7127}" dt="2023-01-29T15:47:27.511" v="495"/>
          <ac:spMkLst>
            <pc:docMk/>
            <pc:sldMk cId="0" sldId="353"/>
            <ac:spMk id="28674" creationId="{143EFF28-89CF-EFE6-9523-168A760A4BB5}"/>
          </ac:spMkLst>
        </pc:spChg>
        <pc:spChg chg="mod">
          <ac:chgData name="Ben C L FUNG" userId="2bc1a8d8-82cc-46fb-a66a-21e3967849fb" providerId="ADAL" clId="{0FBAA9E4-47BE-4DFA-B60F-0682F1CD7127}" dt="2023-01-29T15:47:27.599" v="496" actId="27636"/>
          <ac:spMkLst>
            <pc:docMk/>
            <pc:sldMk cId="0" sldId="353"/>
            <ac:spMk id="28675" creationId="{B2EF9767-1904-958B-D53B-3A260131B3A1}"/>
          </ac:spMkLst>
        </pc:spChg>
      </pc:sldChg>
      <pc:sldChg chg="addSp delSp modSp add mod">
        <pc:chgData name="Ben C L FUNG" userId="2bc1a8d8-82cc-46fb-a66a-21e3967849fb" providerId="ADAL" clId="{0FBAA9E4-47BE-4DFA-B60F-0682F1CD7127}" dt="2023-01-29T15:47:36.477" v="498" actId="27636"/>
        <pc:sldMkLst>
          <pc:docMk/>
          <pc:sldMk cId="0" sldId="354"/>
        </pc:sldMkLst>
        <pc:spChg chg="add del mod">
          <ac:chgData name="Ben C L FUNG" userId="2bc1a8d8-82cc-46fb-a66a-21e3967849fb" providerId="ADAL" clId="{0FBAA9E4-47BE-4DFA-B60F-0682F1CD7127}" dt="2023-01-29T15:47:36.370" v="497"/>
          <ac:spMkLst>
            <pc:docMk/>
            <pc:sldMk cId="0" sldId="354"/>
            <ac:spMk id="2" creationId="{DDB2882C-9334-1BDB-1525-375680BC50DA}"/>
          </ac:spMkLst>
        </pc:spChg>
        <pc:spChg chg="add del mod">
          <ac:chgData name="Ben C L FUNG" userId="2bc1a8d8-82cc-46fb-a66a-21e3967849fb" providerId="ADAL" clId="{0FBAA9E4-47BE-4DFA-B60F-0682F1CD7127}" dt="2023-01-29T15:47:36.370" v="497"/>
          <ac:spMkLst>
            <pc:docMk/>
            <pc:sldMk cId="0" sldId="354"/>
            <ac:spMk id="3" creationId="{F6ACAA67-7D95-83D6-07B2-3BC6438CBA22}"/>
          </ac:spMkLst>
        </pc:spChg>
        <pc:spChg chg="mod">
          <ac:chgData name="Ben C L FUNG" userId="2bc1a8d8-82cc-46fb-a66a-21e3967849fb" providerId="ADAL" clId="{0FBAA9E4-47BE-4DFA-B60F-0682F1CD7127}" dt="2023-01-29T15:47:36.370" v="497"/>
          <ac:spMkLst>
            <pc:docMk/>
            <pc:sldMk cId="0" sldId="354"/>
            <ac:spMk id="29698" creationId="{27FFB021-6109-DCC2-CA31-AD86F5190959}"/>
          </ac:spMkLst>
        </pc:spChg>
        <pc:spChg chg="mod">
          <ac:chgData name="Ben C L FUNG" userId="2bc1a8d8-82cc-46fb-a66a-21e3967849fb" providerId="ADAL" clId="{0FBAA9E4-47BE-4DFA-B60F-0682F1CD7127}" dt="2023-01-29T15:47:36.477" v="498" actId="27636"/>
          <ac:spMkLst>
            <pc:docMk/>
            <pc:sldMk cId="0" sldId="354"/>
            <ac:spMk id="29699" creationId="{12B27EAB-9281-5A02-3B70-C67EC49C138E}"/>
          </ac:spMkLst>
        </pc:spChg>
      </pc:sldChg>
      <pc:sldChg chg="addSp delSp modSp add mod">
        <pc:chgData name="Ben C L FUNG" userId="2bc1a8d8-82cc-46fb-a66a-21e3967849fb" providerId="ADAL" clId="{0FBAA9E4-47BE-4DFA-B60F-0682F1CD7127}" dt="2023-01-29T15:47:44.986" v="499"/>
        <pc:sldMkLst>
          <pc:docMk/>
          <pc:sldMk cId="0" sldId="355"/>
        </pc:sldMkLst>
        <pc:spChg chg="add del mod">
          <ac:chgData name="Ben C L FUNG" userId="2bc1a8d8-82cc-46fb-a66a-21e3967849fb" providerId="ADAL" clId="{0FBAA9E4-47BE-4DFA-B60F-0682F1CD7127}" dt="2023-01-29T15:47:44.986" v="499"/>
          <ac:spMkLst>
            <pc:docMk/>
            <pc:sldMk cId="0" sldId="355"/>
            <ac:spMk id="2" creationId="{B7C65C58-CD9E-DA6D-CD1D-711181B3357A}"/>
          </ac:spMkLst>
        </pc:spChg>
        <pc:spChg chg="mod">
          <ac:chgData name="Ben C L FUNG" userId="2bc1a8d8-82cc-46fb-a66a-21e3967849fb" providerId="ADAL" clId="{0FBAA9E4-47BE-4DFA-B60F-0682F1CD7127}" dt="2023-01-29T15:47:44.986" v="499"/>
          <ac:spMkLst>
            <pc:docMk/>
            <pc:sldMk cId="0" sldId="355"/>
            <ac:spMk id="30722" creationId="{466E4A87-A7B9-318D-B4DE-7436F0247372}"/>
          </ac:spMkLst>
        </pc:spChg>
      </pc:sldChg>
      <pc:sldChg chg="addSp delSp modSp add mod">
        <pc:chgData name="Ben C L FUNG" userId="2bc1a8d8-82cc-46fb-a66a-21e3967849fb" providerId="ADAL" clId="{0FBAA9E4-47BE-4DFA-B60F-0682F1CD7127}" dt="2023-01-29T15:48:04.802" v="502" actId="1076"/>
        <pc:sldMkLst>
          <pc:docMk/>
          <pc:sldMk cId="0" sldId="356"/>
        </pc:sldMkLst>
        <pc:spChg chg="add del mod">
          <ac:chgData name="Ben C L FUNG" userId="2bc1a8d8-82cc-46fb-a66a-21e3967849fb" providerId="ADAL" clId="{0FBAA9E4-47BE-4DFA-B60F-0682F1CD7127}" dt="2023-01-29T15:47:53.904" v="500"/>
          <ac:spMkLst>
            <pc:docMk/>
            <pc:sldMk cId="0" sldId="356"/>
            <ac:spMk id="2" creationId="{FBFA9D52-C283-B534-51B3-8C3EE7D28F3D}"/>
          </ac:spMkLst>
        </pc:spChg>
        <pc:spChg chg="mod">
          <ac:chgData name="Ben C L FUNG" userId="2bc1a8d8-82cc-46fb-a66a-21e3967849fb" providerId="ADAL" clId="{0FBAA9E4-47BE-4DFA-B60F-0682F1CD7127}" dt="2023-01-29T15:47:53.904" v="500"/>
          <ac:spMkLst>
            <pc:docMk/>
            <pc:sldMk cId="0" sldId="356"/>
            <ac:spMk id="31746" creationId="{1EFF6C97-5C06-66BD-372C-739BC7EAEDE3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47" creationId="{E8EA658C-1939-1D56-D37C-9699096AE926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48" creationId="{429C9619-5D2F-8B03-9EAF-B4827F2C0229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49" creationId="{ADB87749-97DD-BDD6-267E-1D6095CAD7AE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50" creationId="{E59CF280-8255-F3E6-40CD-10CF6207C3AF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51" creationId="{97D39849-B420-8A80-AA5B-33A74B7DC6D0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53" creationId="{FF15F159-16A6-F40A-2AE6-0197CA6A28B8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54" creationId="{03984AE9-B5C7-2086-20AE-BCAC2491FB1B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57" creationId="{1E6DA6C0-C4AE-2E4B-137B-A44B98AA54AE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58" creationId="{0B1C1AD5-896A-D805-DD7B-2F3CB3E2B3CF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59" creationId="{E2D8FAD7-12F8-3132-1E01-0DDEE7BC4951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60" creationId="{13C74958-765F-6C8A-1AB1-40AB94AB0EA7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61" creationId="{FBC14D00-9E94-F6CE-9903-F55C0B5EAF0B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62" creationId="{38DDED42-96FE-898D-6F6A-E6D8FBF71A4D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63" creationId="{9F00C42E-AABA-89FC-0E6F-6E2537605451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64" creationId="{F543CF42-57B4-CB39-FA72-BE4B9D8CF37F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65" creationId="{0C26EBF1-5A96-3A97-B834-A92F14380BC2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66" creationId="{5916F8BB-FFF0-59CC-1E04-A418EE49843F}"/>
          </ac:spMkLst>
        </pc:spChg>
        <pc:spChg chg="mod">
          <ac:chgData name="Ben C L FUNG" userId="2bc1a8d8-82cc-46fb-a66a-21e3967849fb" providerId="ADAL" clId="{0FBAA9E4-47BE-4DFA-B60F-0682F1CD7127}" dt="2023-01-29T15:48:04.802" v="502" actId="1076"/>
          <ac:spMkLst>
            <pc:docMk/>
            <pc:sldMk cId="0" sldId="356"/>
            <ac:spMk id="31767" creationId="{37DF979A-C521-4DF6-5020-00A1F20946C8}"/>
          </ac:spMkLst>
        </pc:spChg>
        <pc:grpChg chg="add mod">
          <ac:chgData name="Ben C L FUNG" userId="2bc1a8d8-82cc-46fb-a66a-21e3967849fb" providerId="ADAL" clId="{0FBAA9E4-47BE-4DFA-B60F-0682F1CD7127}" dt="2023-01-29T15:48:04.802" v="502" actId="1076"/>
          <ac:grpSpMkLst>
            <pc:docMk/>
            <pc:sldMk cId="0" sldId="356"/>
            <ac:grpSpMk id="3" creationId="{69529EB6-9B05-7488-40CE-91DF5C243DB0}"/>
          </ac:grpSpMkLst>
        </pc:grpChg>
        <pc:grpChg chg="mod">
          <ac:chgData name="Ben C L FUNG" userId="2bc1a8d8-82cc-46fb-a66a-21e3967849fb" providerId="ADAL" clId="{0FBAA9E4-47BE-4DFA-B60F-0682F1CD7127}" dt="2023-01-29T15:48:04.802" v="502" actId="1076"/>
          <ac:grpSpMkLst>
            <pc:docMk/>
            <pc:sldMk cId="0" sldId="356"/>
            <ac:grpSpMk id="31752" creationId="{68FF6172-925E-C87C-7E90-0DE4C6EE816F}"/>
          </ac:grpSpMkLst>
        </pc:grpChg>
        <pc:grpChg chg="mod">
          <ac:chgData name="Ben C L FUNG" userId="2bc1a8d8-82cc-46fb-a66a-21e3967849fb" providerId="ADAL" clId="{0FBAA9E4-47BE-4DFA-B60F-0682F1CD7127}" dt="2023-01-29T15:48:04.802" v="502" actId="1076"/>
          <ac:grpSpMkLst>
            <pc:docMk/>
            <pc:sldMk cId="0" sldId="356"/>
            <ac:grpSpMk id="31755" creationId="{4A7CFD12-EFD5-8B3A-D7C5-2DA7A6CF882C}"/>
          </ac:grpSpMkLst>
        </pc:grpChg>
        <pc:grpChg chg="mod">
          <ac:chgData name="Ben C L FUNG" userId="2bc1a8d8-82cc-46fb-a66a-21e3967849fb" providerId="ADAL" clId="{0FBAA9E4-47BE-4DFA-B60F-0682F1CD7127}" dt="2023-01-29T15:48:04.802" v="502" actId="1076"/>
          <ac:grpSpMkLst>
            <pc:docMk/>
            <pc:sldMk cId="0" sldId="356"/>
            <ac:grpSpMk id="31756" creationId="{213707AE-85E9-45D4-72D0-FA84DA3116B8}"/>
          </ac:grpSpMkLst>
        </pc:grpChg>
      </pc:sldChg>
      <pc:sldChg chg="modSp add mod">
        <pc:chgData name="Ben C L FUNG" userId="2bc1a8d8-82cc-46fb-a66a-21e3967849fb" providerId="ADAL" clId="{0FBAA9E4-47BE-4DFA-B60F-0682F1CD7127}" dt="2023-01-29T15:42:30.181" v="322" actId="27636"/>
        <pc:sldMkLst>
          <pc:docMk/>
          <pc:sldMk cId="0" sldId="357"/>
        </pc:sldMkLst>
        <pc:spChg chg="mod">
          <ac:chgData name="Ben C L FUNG" userId="2bc1a8d8-82cc-46fb-a66a-21e3967849fb" providerId="ADAL" clId="{0FBAA9E4-47BE-4DFA-B60F-0682F1CD7127}" dt="2023-01-29T15:42:30.155" v="321" actId="27636"/>
          <ac:spMkLst>
            <pc:docMk/>
            <pc:sldMk cId="0" sldId="357"/>
            <ac:spMk id="32770" creationId="{A4EE669D-CA2B-A70E-3B32-5F04EB0EA099}"/>
          </ac:spMkLst>
        </pc:spChg>
        <pc:spChg chg="mod">
          <ac:chgData name="Ben C L FUNG" userId="2bc1a8d8-82cc-46fb-a66a-21e3967849fb" providerId="ADAL" clId="{0FBAA9E4-47BE-4DFA-B60F-0682F1CD7127}" dt="2023-01-29T15:42:30.181" v="322" actId="27636"/>
          <ac:spMkLst>
            <pc:docMk/>
            <pc:sldMk cId="0" sldId="357"/>
            <ac:spMk id="32771" creationId="{70DA5BE5-59F8-B982-487A-23BA5FAB9051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198" v="324" actId="27636"/>
        <pc:sldMkLst>
          <pc:docMk/>
          <pc:sldMk cId="0" sldId="358"/>
        </pc:sldMkLst>
        <pc:spChg chg="mod">
          <ac:chgData name="Ben C L FUNG" userId="2bc1a8d8-82cc-46fb-a66a-21e3967849fb" providerId="ADAL" clId="{0FBAA9E4-47BE-4DFA-B60F-0682F1CD7127}" dt="2023-01-29T15:42:30.183" v="323" actId="27636"/>
          <ac:spMkLst>
            <pc:docMk/>
            <pc:sldMk cId="0" sldId="358"/>
            <ac:spMk id="33794" creationId="{1F44AFC3-8240-D9B6-3235-76D1E66A91E1}"/>
          </ac:spMkLst>
        </pc:spChg>
        <pc:spChg chg="mod">
          <ac:chgData name="Ben C L FUNG" userId="2bc1a8d8-82cc-46fb-a66a-21e3967849fb" providerId="ADAL" clId="{0FBAA9E4-47BE-4DFA-B60F-0682F1CD7127}" dt="2023-01-29T15:42:30.198" v="324" actId="27636"/>
          <ac:spMkLst>
            <pc:docMk/>
            <pc:sldMk cId="0" sldId="358"/>
            <ac:spMk id="33795" creationId="{111D57AF-74AE-1102-616A-19B16430DE35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200" v="325" actId="27636"/>
        <pc:sldMkLst>
          <pc:docMk/>
          <pc:sldMk cId="0" sldId="359"/>
        </pc:sldMkLst>
        <pc:spChg chg="mod">
          <ac:chgData name="Ben C L FUNG" userId="2bc1a8d8-82cc-46fb-a66a-21e3967849fb" providerId="ADAL" clId="{0FBAA9E4-47BE-4DFA-B60F-0682F1CD7127}" dt="2023-01-29T15:42:30.200" v="325" actId="27636"/>
          <ac:spMkLst>
            <pc:docMk/>
            <pc:sldMk cId="0" sldId="359"/>
            <ac:spMk id="34818" creationId="{B7023100-8F6E-3A18-D52B-B9CD559CE38C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232" v="327" actId="27636"/>
        <pc:sldMkLst>
          <pc:docMk/>
          <pc:sldMk cId="0" sldId="360"/>
        </pc:sldMkLst>
        <pc:spChg chg="mod">
          <ac:chgData name="Ben C L FUNG" userId="2bc1a8d8-82cc-46fb-a66a-21e3967849fb" providerId="ADAL" clId="{0FBAA9E4-47BE-4DFA-B60F-0682F1CD7127}" dt="2023-01-29T15:42:30.202" v="326" actId="27636"/>
          <ac:spMkLst>
            <pc:docMk/>
            <pc:sldMk cId="0" sldId="360"/>
            <ac:spMk id="35842" creationId="{F3BBB0CC-A79B-A497-1475-510888081C2E}"/>
          </ac:spMkLst>
        </pc:spChg>
        <pc:spChg chg="mod">
          <ac:chgData name="Ben C L FUNG" userId="2bc1a8d8-82cc-46fb-a66a-21e3967849fb" providerId="ADAL" clId="{0FBAA9E4-47BE-4DFA-B60F-0682F1CD7127}" dt="2023-01-29T15:42:30.232" v="327" actId="27636"/>
          <ac:spMkLst>
            <pc:docMk/>
            <pc:sldMk cId="0" sldId="360"/>
            <ac:spMk id="35843" creationId="{087DF852-1DDD-AB50-5CB1-1D4593846983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254" v="329" actId="27636"/>
        <pc:sldMkLst>
          <pc:docMk/>
          <pc:sldMk cId="0" sldId="361"/>
        </pc:sldMkLst>
        <pc:spChg chg="mod">
          <ac:chgData name="Ben C L FUNG" userId="2bc1a8d8-82cc-46fb-a66a-21e3967849fb" providerId="ADAL" clId="{0FBAA9E4-47BE-4DFA-B60F-0682F1CD7127}" dt="2023-01-29T15:42:30.253" v="328" actId="27636"/>
          <ac:spMkLst>
            <pc:docMk/>
            <pc:sldMk cId="0" sldId="361"/>
            <ac:spMk id="33795" creationId="{715E2AA3-AF2F-0DB4-AD22-6A62BCE4C607}"/>
          </ac:spMkLst>
        </pc:spChg>
        <pc:spChg chg="mod">
          <ac:chgData name="Ben C L FUNG" userId="2bc1a8d8-82cc-46fb-a66a-21e3967849fb" providerId="ADAL" clId="{0FBAA9E4-47BE-4DFA-B60F-0682F1CD7127}" dt="2023-01-29T15:42:30.254" v="329" actId="27636"/>
          <ac:spMkLst>
            <pc:docMk/>
            <pc:sldMk cId="0" sldId="361"/>
            <ac:spMk id="36866" creationId="{183EC81A-2F47-1434-7766-4875B8C056E8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256" v="330" actId="27636"/>
        <pc:sldMkLst>
          <pc:docMk/>
          <pc:sldMk cId="0" sldId="362"/>
        </pc:sldMkLst>
        <pc:spChg chg="mod">
          <ac:chgData name="Ben C L FUNG" userId="2bc1a8d8-82cc-46fb-a66a-21e3967849fb" providerId="ADAL" clId="{0FBAA9E4-47BE-4DFA-B60F-0682F1CD7127}" dt="2023-01-29T15:42:30.256" v="330" actId="27636"/>
          <ac:spMkLst>
            <pc:docMk/>
            <pc:sldMk cId="0" sldId="362"/>
            <ac:spMk id="37890" creationId="{AC2F235F-60F9-F192-820F-FD38D7573B50}"/>
          </ac:spMkLst>
        </pc:spChg>
      </pc:sldChg>
      <pc:sldChg chg="add">
        <pc:chgData name="Ben C L FUNG" userId="2bc1a8d8-82cc-46fb-a66a-21e3967849fb" providerId="ADAL" clId="{0FBAA9E4-47BE-4DFA-B60F-0682F1CD7127}" dt="2023-01-29T15:42:29.654" v="277"/>
        <pc:sldMkLst>
          <pc:docMk/>
          <pc:sldMk cId="0" sldId="363"/>
        </pc:sldMkLst>
      </pc:sldChg>
      <pc:sldChg chg="modSp add mod">
        <pc:chgData name="Ben C L FUNG" userId="2bc1a8d8-82cc-46fb-a66a-21e3967849fb" providerId="ADAL" clId="{0FBAA9E4-47BE-4DFA-B60F-0682F1CD7127}" dt="2023-01-29T15:42:30.258" v="331" actId="27636"/>
        <pc:sldMkLst>
          <pc:docMk/>
          <pc:sldMk cId="0" sldId="364"/>
        </pc:sldMkLst>
        <pc:spChg chg="mod">
          <ac:chgData name="Ben C L FUNG" userId="2bc1a8d8-82cc-46fb-a66a-21e3967849fb" providerId="ADAL" clId="{0FBAA9E4-47BE-4DFA-B60F-0682F1CD7127}" dt="2023-01-29T15:42:30.258" v="331" actId="27636"/>
          <ac:spMkLst>
            <pc:docMk/>
            <pc:sldMk cId="0" sldId="364"/>
            <ac:spMk id="39938" creationId="{F8C03146-A5B5-043D-08B7-0A81EBABB3C3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282" v="333" actId="27636"/>
        <pc:sldMkLst>
          <pc:docMk/>
          <pc:sldMk cId="0" sldId="365"/>
        </pc:sldMkLst>
        <pc:spChg chg="mod">
          <ac:chgData name="Ben C L FUNG" userId="2bc1a8d8-82cc-46fb-a66a-21e3967849fb" providerId="ADAL" clId="{0FBAA9E4-47BE-4DFA-B60F-0682F1CD7127}" dt="2023-01-29T15:42:30.282" v="333" actId="27636"/>
          <ac:spMkLst>
            <pc:docMk/>
            <pc:sldMk cId="0" sldId="365"/>
            <ac:spMk id="40962" creationId="{54CAA8BA-52CE-1F41-0427-FC3953A45B8D}"/>
          </ac:spMkLst>
        </pc:spChg>
        <pc:spChg chg="mod">
          <ac:chgData name="Ben C L FUNG" userId="2bc1a8d8-82cc-46fb-a66a-21e3967849fb" providerId="ADAL" clId="{0FBAA9E4-47BE-4DFA-B60F-0682F1CD7127}" dt="2023-01-29T15:42:30.281" v="332" actId="27636"/>
          <ac:spMkLst>
            <pc:docMk/>
            <pc:sldMk cId="0" sldId="365"/>
            <ac:spMk id="40963" creationId="{8D4ED0BA-6FE8-7B32-7309-4F8CC3A2EC82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284" v="334" actId="27636"/>
        <pc:sldMkLst>
          <pc:docMk/>
          <pc:sldMk cId="0" sldId="366"/>
        </pc:sldMkLst>
        <pc:spChg chg="mod">
          <ac:chgData name="Ben C L FUNG" userId="2bc1a8d8-82cc-46fb-a66a-21e3967849fb" providerId="ADAL" clId="{0FBAA9E4-47BE-4DFA-B60F-0682F1CD7127}" dt="2023-01-29T15:42:30.284" v="334" actId="27636"/>
          <ac:spMkLst>
            <pc:docMk/>
            <pc:sldMk cId="0" sldId="366"/>
            <ac:spMk id="41986" creationId="{2C00BBBB-11E2-4B0E-974F-23DB1FC9D8DC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306" v="336" actId="27636"/>
        <pc:sldMkLst>
          <pc:docMk/>
          <pc:sldMk cId="0" sldId="367"/>
        </pc:sldMkLst>
        <pc:spChg chg="mod">
          <ac:chgData name="Ben C L FUNG" userId="2bc1a8d8-82cc-46fb-a66a-21e3967849fb" providerId="ADAL" clId="{0FBAA9E4-47BE-4DFA-B60F-0682F1CD7127}" dt="2023-01-29T15:42:30.285" v="335" actId="27636"/>
          <ac:spMkLst>
            <pc:docMk/>
            <pc:sldMk cId="0" sldId="367"/>
            <ac:spMk id="43010" creationId="{C227D750-757A-C945-0B75-D1451F3B2CBD}"/>
          </ac:spMkLst>
        </pc:spChg>
        <pc:spChg chg="mod">
          <ac:chgData name="Ben C L FUNG" userId="2bc1a8d8-82cc-46fb-a66a-21e3967849fb" providerId="ADAL" clId="{0FBAA9E4-47BE-4DFA-B60F-0682F1CD7127}" dt="2023-01-29T15:42:30.306" v="336" actId="27636"/>
          <ac:spMkLst>
            <pc:docMk/>
            <pc:sldMk cId="0" sldId="367"/>
            <ac:spMk id="43011" creationId="{F9C69F4B-C326-5DDC-39F3-F570907D2E23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337" v="340" actId="27636"/>
        <pc:sldMkLst>
          <pc:docMk/>
          <pc:sldMk cId="0" sldId="368"/>
        </pc:sldMkLst>
        <pc:spChg chg="mod">
          <ac:chgData name="Ben C L FUNG" userId="2bc1a8d8-82cc-46fb-a66a-21e3967849fb" providerId="ADAL" clId="{0FBAA9E4-47BE-4DFA-B60F-0682F1CD7127}" dt="2023-01-29T15:42:30.337" v="340" actId="27636"/>
          <ac:spMkLst>
            <pc:docMk/>
            <pc:sldMk cId="0" sldId="368"/>
            <ac:spMk id="45058" creationId="{E7D87B9C-FF94-7528-2497-1E95FA967D72}"/>
          </ac:spMkLst>
        </pc:spChg>
        <pc:spChg chg="mod">
          <ac:chgData name="Ben C L FUNG" userId="2bc1a8d8-82cc-46fb-a66a-21e3967849fb" providerId="ADAL" clId="{0FBAA9E4-47BE-4DFA-B60F-0682F1CD7127}" dt="2023-01-29T15:42:30.336" v="339" actId="27636"/>
          <ac:spMkLst>
            <pc:docMk/>
            <pc:sldMk cId="0" sldId="368"/>
            <ac:spMk id="45059" creationId="{4FB652FF-552A-9775-0E67-1B5DE8933730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350" v="341" actId="27636"/>
        <pc:sldMkLst>
          <pc:docMk/>
          <pc:sldMk cId="0" sldId="369"/>
        </pc:sldMkLst>
        <pc:spChg chg="mod">
          <ac:chgData name="Ben C L FUNG" userId="2bc1a8d8-82cc-46fb-a66a-21e3967849fb" providerId="ADAL" clId="{0FBAA9E4-47BE-4DFA-B60F-0682F1CD7127}" dt="2023-01-29T15:42:30.350" v="341" actId="27636"/>
          <ac:spMkLst>
            <pc:docMk/>
            <pc:sldMk cId="0" sldId="369"/>
            <ac:spMk id="46082" creationId="{D1AA6D2F-ADAE-BE12-DA5F-95A97B277630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384" v="343" actId="27636"/>
        <pc:sldMkLst>
          <pc:docMk/>
          <pc:sldMk cId="0" sldId="370"/>
        </pc:sldMkLst>
        <pc:spChg chg="mod">
          <ac:chgData name="Ben C L FUNG" userId="2bc1a8d8-82cc-46fb-a66a-21e3967849fb" providerId="ADAL" clId="{0FBAA9E4-47BE-4DFA-B60F-0682F1CD7127}" dt="2023-01-29T15:42:30.352" v="342" actId="27636"/>
          <ac:spMkLst>
            <pc:docMk/>
            <pc:sldMk cId="0" sldId="370"/>
            <ac:spMk id="47106" creationId="{71ECFDCC-ED8B-D839-DCCD-97CEE6979DB9}"/>
          </ac:spMkLst>
        </pc:spChg>
        <pc:spChg chg="mod">
          <ac:chgData name="Ben C L FUNG" userId="2bc1a8d8-82cc-46fb-a66a-21e3967849fb" providerId="ADAL" clId="{0FBAA9E4-47BE-4DFA-B60F-0682F1CD7127}" dt="2023-01-29T15:42:30.384" v="343" actId="27636"/>
          <ac:spMkLst>
            <pc:docMk/>
            <pc:sldMk cId="0" sldId="370"/>
            <ac:spMk id="47107" creationId="{0C4E9B9E-5814-AA48-5E7B-BF8074CFCA95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418" v="345" actId="27636"/>
        <pc:sldMkLst>
          <pc:docMk/>
          <pc:sldMk cId="0" sldId="371"/>
        </pc:sldMkLst>
        <pc:spChg chg="mod">
          <ac:chgData name="Ben C L FUNG" userId="2bc1a8d8-82cc-46fb-a66a-21e3967849fb" providerId="ADAL" clId="{0FBAA9E4-47BE-4DFA-B60F-0682F1CD7127}" dt="2023-01-29T15:42:30.418" v="345" actId="27636"/>
          <ac:spMkLst>
            <pc:docMk/>
            <pc:sldMk cId="0" sldId="371"/>
            <ac:spMk id="48130" creationId="{EA42EA20-A33E-C75D-6FBF-8C18A0563E80}"/>
          </ac:spMkLst>
        </pc:spChg>
        <pc:spChg chg="mod">
          <ac:chgData name="Ben C L FUNG" userId="2bc1a8d8-82cc-46fb-a66a-21e3967849fb" providerId="ADAL" clId="{0FBAA9E4-47BE-4DFA-B60F-0682F1CD7127}" dt="2023-01-29T15:42:30.417" v="344" actId="27636"/>
          <ac:spMkLst>
            <pc:docMk/>
            <pc:sldMk cId="0" sldId="371"/>
            <ac:spMk id="48131" creationId="{5948CA1D-DFE3-6FE2-D9DF-EA9887DB3B99}"/>
          </ac:spMkLst>
        </pc:spChg>
      </pc:sldChg>
      <pc:sldChg chg="add">
        <pc:chgData name="Ben C L FUNG" userId="2bc1a8d8-82cc-46fb-a66a-21e3967849fb" providerId="ADAL" clId="{0FBAA9E4-47BE-4DFA-B60F-0682F1CD7127}" dt="2023-01-29T15:42:29.654" v="277"/>
        <pc:sldMkLst>
          <pc:docMk/>
          <pc:sldMk cId="0" sldId="372"/>
        </pc:sldMkLst>
      </pc:sldChg>
      <pc:sldChg chg="modSp add mod">
        <pc:chgData name="Ben C L FUNG" userId="2bc1a8d8-82cc-46fb-a66a-21e3967849fb" providerId="ADAL" clId="{0FBAA9E4-47BE-4DFA-B60F-0682F1CD7127}" dt="2023-01-29T15:42:30.436" v="347" actId="27636"/>
        <pc:sldMkLst>
          <pc:docMk/>
          <pc:sldMk cId="0" sldId="373"/>
        </pc:sldMkLst>
        <pc:spChg chg="mod">
          <ac:chgData name="Ben C L FUNG" userId="2bc1a8d8-82cc-46fb-a66a-21e3967849fb" providerId="ADAL" clId="{0FBAA9E4-47BE-4DFA-B60F-0682F1CD7127}" dt="2023-01-29T15:42:30.420" v="346" actId="27636"/>
          <ac:spMkLst>
            <pc:docMk/>
            <pc:sldMk cId="0" sldId="373"/>
            <ac:spMk id="50178" creationId="{E026DC7B-98F5-73C7-972D-5D8A220B4D39}"/>
          </ac:spMkLst>
        </pc:spChg>
        <pc:spChg chg="mod">
          <ac:chgData name="Ben C L FUNG" userId="2bc1a8d8-82cc-46fb-a66a-21e3967849fb" providerId="ADAL" clId="{0FBAA9E4-47BE-4DFA-B60F-0682F1CD7127}" dt="2023-01-29T15:42:30.436" v="347" actId="27636"/>
          <ac:spMkLst>
            <pc:docMk/>
            <pc:sldMk cId="0" sldId="373"/>
            <ac:spMk id="50179" creationId="{A6105FA9-DF5F-2F89-7D3B-6F281E33C5ED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438" v="348" actId="27636"/>
        <pc:sldMkLst>
          <pc:docMk/>
          <pc:sldMk cId="0" sldId="374"/>
        </pc:sldMkLst>
        <pc:spChg chg="mod">
          <ac:chgData name="Ben C L FUNG" userId="2bc1a8d8-82cc-46fb-a66a-21e3967849fb" providerId="ADAL" clId="{0FBAA9E4-47BE-4DFA-B60F-0682F1CD7127}" dt="2023-01-29T15:42:30.438" v="348" actId="27636"/>
          <ac:spMkLst>
            <pc:docMk/>
            <pc:sldMk cId="0" sldId="374"/>
            <ac:spMk id="51202" creationId="{65382DDD-A4B3-AA40-00D3-38A33246A35D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462" v="350" actId="27636"/>
        <pc:sldMkLst>
          <pc:docMk/>
          <pc:sldMk cId="0" sldId="375"/>
        </pc:sldMkLst>
        <pc:spChg chg="mod">
          <ac:chgData name="Ben C L FUNG" userId="2bc1a8d8-82cc-46fb-a66a-21e3967849fb" providerId="ADAL" clId="{0FBAA9E4-47BE-4DFA-B60F-0682F1CD7127}" dt="2023-01-29T15:42:30.462" v="350" actId="27636"/>
          <ac:spMkLst>
            <pc:docMk/>
            <pc:sldMk cId="0" sldId="375"/>
            <ac:spMk id="52226" creationId="{F458CC59-8289-86B2-EEC9-71AD101031DA}"/>
          </ac:spMkLst>
        </pc:spChg>
        <pc:spChg chg="mod">
          <ac:chgData name="Ben C L FUNG" userId="2bc1a8d8-82cc-46fb-a66a-21e3967849fb" providerId="ADAL" clId="{0FBAA9E4-47BE-4DFA-B60F-0682F1CD7127}" dt="2023-01-29T15:42:30.462" v="349" actId="27636"/>
          <ac:spMkLst>
            <pc:docMk/>
            <pc:sldMk cId="0" sldId="375"/>
            <ac:spMk id="52227" creationId="{90A65698-3E90-9390-8A88-F28F5492E271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465" v="351" actId="27636"/>
        <pc:sldMkLst>
          <pc:docMk/>
          <pc:sldMk cId="0" sldId="376"/>
        </pc:sldMkLst>
        <pc:spChg chg="mod">
          <ac:chgData name="Ben C L FUNG" userId="2bc1a8d8-82cc-46fb-a66a-21e3967849fb" providerId="ADAL" clId="{0FBAA9E4-47BE-4DFA-B60F-0682F1CD7127}" dt="2023-01-29T15:42:30.465" v="351" actId="27636"/>
          <ac:spMkLst>
            <pc:docMk/>
            <pc:sldMk cId="0" sldId="376"/>
            <ac:spMk id="53250" creationId="{3BD66C32-6119-DC28-7718-AA44B5CBCC82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468" v="352" actId="27636"/>
        <pc:sldMkLst>
          <pc:docMk/>
          <pc:sldMk cId="0" sldId="377"/>
        </pc:sldMkLst>
        <pc:spChg chg="mod">
          <ac:chgData name="Ben C L FUNG" userId="2bc1a8d8-82cc-46fb-a66a-21e3967849fb" providerId="ADAL" clId="{0FBAA9E4-47BE-4DFA-B60F-0682F1CD7127}" dt="2023-01-29T15:42:30.468" v="352" actId="27636"/>
          <ac:spMkLst>
            <pc:docMk/>
            <pc:sldMk cId="0" sldId="377"/>
            <ac:spMk id="54274" creationId="{E3984AD0-2E68-13CA-62EA-CE428FFC79D2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495" v="354" actId="27636"/>
        <pc:sldMkLst>
          <pc:docMk/>
          <pc:sldMk cId="0" sldId="378"/>
        </pc:sldMkLst>
        <pc:spChg chg="mod">
          <ac:chgData name="Ben C L FUNG" userId="2bc1a8d8-82cc-46fb-a66a-21e3967849fb" providerId="ADAL" clId="{0FBAA9E4-47BE-4DFA-B60F-0682F1CD7127}" dt="2023-01-29T15:42:30.495" v="354" actId="27636"/>
          <ac:spMkLst>
            <pc:docMk/>
            <pc:sldMk cId="0" sldId="378"/>
            <ac:spMk id="55298" creationId="{1BF4C571-4B22-066D-D1F0-F71F1C485B71}"/>
          </ac:spMkLst>
        </pc:spChg>
        <pc:spChg chg="mod">
          <ac:chgData name="Ben C L FUNG" userId="2bc1a8d8-82cc-46fb-a66a-21e3967849fb" providerId="ADAL" clId="{0FBAA9E4-47BE-4DFA-B60F-0682F1CD7127}" dt="2023-01-29T15:42:30.494" v="353" actId="27636"/>
          <ac:spMkLst>
            <pc:docMk/>
            <pc:sldMk cId="0" sldId="378"/>
            <ac:spMk id="55299" creationId="{975315C2-B232-6AC2-8DEA-910930330B37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497" v="355" actId="27636"/>
        <pc:sldMkLst>
          <pc:docMk/>
          <pc:sldMk cId="0" sldId="379"/>
        </pc:sldMkLst>
        <pc:spChg chg="mod">
          <ac:chgData name="Ben C L FUNG" userId="2bc1a8d8-82cc-46fb-a66a-21e3967849fb" providerId="ADAL" clId="{0FBAA9E4-47BE-4DFA-B60F-0682F1CD7127}" dt="2023-01-29T15:42:30.497" v="355" actId="27636"/>
          <ac:spMkLst>
            <pc:docMk/>
            <pc:sldMk cId="0" sldId="379"/>
            <ac:spMk id="56322" creationId="{24ACD889-7F7C-8DA6-1D4F-5BFD4AAAF586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525" v="357" actId="27636"/>
        <pc:sldMkLst>
          <pc:docMk/>
          <pc:sldMk cId="0" sldId="380"/>
        </pc:sldMkLst>
        <pc:spChg chg="mod">
          <ac:chgData name="Ben C L FUNG" userId="2bc1a8d8-82cc-46fb-a66a-21e3967849fb" providerId="ADAL" clId="{0FBAA9E4-47BE-4DFA-B60F-0682F1CD7127}" dt="2023-01-29T15:42:30.524" v="356" actId="27636"/>
          <ac:spMkLst>
            <pc:docMk/>
            <pc:sldMk cId="0" sldId="380"/>
            <ac:spMk id="53251" creationId="{2F0F03BB-33B2-ADCF-E6B8-F75282F716C8}"/>
          </ac:spMkLst>
        </pc:spChg>
        <pc:spChg chg="mod">
          <ac:chgData name="Ben C L FUNG" userId="2bc1a8d8-82cc-46fb-a66a-21e3967849fb" providerId="ADAL" clId="{0FBAA9E4-47BE-4DFA-B60F-0682F1CD7127}" dt="2023-01-29T15:42:30.525" v="357" actId="27636"/>
          <ac:spMkLst>
            <pc:docMk/>
            <pc:sldMk cId="0" sldId="380"/>
            <ac:spMk id="57346" creationId="{4C78914A-4250-7E77-553C-686793F840BA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527" v="358" actId="27636"/>
        <pc:sldMkLst>
          <pc:docMk/>
          <pc:sldMk cId="0" sldId="381"/>
        </pc:sldMkLst>
        <pc:spChg chg="mod">
          <ac:chgData name="Ben C L FUNG" userId="2bc1a8d8-82cc-46fb-a66a-21e3967849fb" providerId="ADAL" clId="{0FBAA9E4-47BE-4DFA-B60F-0682F1CD7127}" dt="2023-01-29T15:42:30.527" v="358" actId="27636"/>
          <ac:spMkLst>
            <pc:docMk/>
            <pc:sldMk cId="0" sldId="381"/>
            <ac:spMk id="58370" creationId="{3F172C7F-F43B-9E06-97FD-3AC24006C201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552" v="360" actId="27636"/>
        <pc:sldMkLst>
          <pc:docMk/>
          <pc:sldMk cId="0" sldId="382"/>
        </pc:sldMkLst>
        <pc:spChg chg="mod">
          <ac:chgData name="Ben C L FUNG" userId="2bc1a8d8-82cc-46fb-a66a-21e3967849fb" providerId="ADAL" clId="{0FBAA9E4-47BE-4DFA-B60F-0682F1CD7127}" dt="2023-01-29T15:42:30.528" v="359" actId="27636"/>
          <ac:spMkLst>
            <pc:docMk/>
            <pc:sldMk cId="0" sldId="382"/>
            <ac:spMk id="59394" creationId="{4495E17E-E681-BBCC-2C83-BA288E72268B}"/>
          </ac:spMkLst>
        </pc:spChg>
        <pc:spChg chg="mod">
          <ac:chgData name="Ben C L FUNG" userId="2bc1a8d8-82cc-46fb-a66a-21e3967849fb" providerId="ADAL" clId="{0FBAA9E4-47BE-4DFA-B60F-0682F1CD7127}" dt="2023-01-29T15:42:30.552" v="360" actId="27636"/>
          <ac:spMkLst>
            <pc:docMk/>
            <pc:sldMk cId="0" sldId="382"/>
            <ac:spMk id="59395" creationId="{FCCC22BF-C0B9-7C17-EADB-F765E249A93C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554" v="361" actId="27636"/>
        <pc:sldMkLst>
          <pc:docMk/>
          <pc:sldMk cId="0" sldId="383"/>
        </pc:sldMkLst>
        <pc:spChg chg="mod">
          <ac:chgData name="Ben C L FUNG" userId="2bc1a8d8-82cc-46fb-a66a-21e3967849fb" providerId="ADAL" clId="{0FBAA9E4-47BE-4DFA-B60F-0682F1CD7127}" dt="2023-01-29T15:42:30.554" v="361" actId="27636"/>
          <ac:spMkLst>
            <pc:docMk/>
            <pc:sldMk cId="0" sldId="383"/>
            <ac:spMk id="60418" creationId="{EE45EE02-1CC5-7FC7-B52D-9C37A6B44D36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578" v="363" actId="27636"/>
        <pc:sldMkLst>
          <pc:docMk/>
          <pc:sldMk cId="0" sldId="384"/>
        </pc:sldMkLst>
        <pc:spChg chg="mod">
          <ac:chgData name="Ben C L FUNG" userId="2bc1a8d8-82cc-46fb-a66a-21e3967849fb" providerId="ADAL" clId="{0FBAA9E4-47BE-4DFA-B60F-0682F1CD7127}" dt="2023-01-29T15:42:30.556" v="362" actId="27636"/>
          <ac:spMkLst>
            <pc:docMk/>
            <pc:sldMk cId="0" sldId="384"/>
            <ac:spMk id="61442" creationId="{2F113F74-896E-0585-862C-150FA0CA18C0}"/>
          </ac:spMkLst>
        </pc:spChg>
        <pc:spChg chg="mod">
          <ac:chgData name="Ben C L FUNG" userId="2bc1a8d8-82cc-46fb-a66a-21e3967849fb" providerId="ADAL" clId="{0FBAA9E4-47BE-4DFA-B60F-0682F1CD7127}" dt="2023-01-29T15:42:30.578" v="363" actId="27636"/>
          <ac:spMkLst>
            <pc:docMk/>
            <pc:sldMk cId="0" sldId="384"/>
            <ac:spMk id="61443" creationId="{3789E825-15DB-30D2-F0F9-0C2FE2800941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581" v="364" actId="27636"/>
        <pc:sldMkLst>
          <pc:docMk/>
          <pc:sldMk cId="0" sldId="385"/>
        </pc:sldMkLst>
        <pc:spChg chg="mod">
          <ac:chgData name="Ben C L FUNG" userId="2bc1a8d8-82cc-46fb-a66a-21e3967849fb" providerId="ADAL" clId="{0FBAA9E4-47BE-4DFA-B60F-0682F1CD7127}" dt="2023-01-29T15:42:30.581" v="364" actId="27636"/>
          <ac:spMkLst>
            <pc:docMk/>
            <pc:sldMk cId="0" sldId="385"/>
            <ac:spMk id="62466" creationId="{8A3E6591-0A81-8CA9-A8F8-A458FD8D8E4B}"/>
          </ac:spMkLst>
        </pc:spChg>
      </pc:sldChg>
      <pc:sldChg chg="modSp add del mod">
        <pc:chgData name="Ben C L FUNG" userId="2bc1a8d8-82cc-46fb-a66a-21e3967849fb" providerId="ADAL" clId="{0FBAA9E4-47BE-4DFA-B60F-0682F1CD7127}" dt="2023-01-29T15:49:39.323" v="592" actId="27636"/>
        <pc:sldMkLst>
          <pc:docMk/>
          <pc:sldMk cId="0" sldId="386"/>
        </pc:sldMkLst>
        <pc:spChg chg="mod">
          <ac:chgData name="Ben C L FUNG" userId="2bc1a8d8-82cc-46fb-a66a-21e3967849fb" providerId="ADAL" clId="{0FBAA9E4-47BE-4DFA-B60F-0682F1CD7127}" dt="2023-01-29T15:49:39.323" v="592" actId="27636"/>
          <ac:spMkLst>
            <pc:docMk/>
            <pc:sldMk cId="0" sldId="386"/>
            <ac:spMk id="60418" creationId="{CE716E61-8F07-BBFE-6A21-99B76B9D3284}"/>
          </ac:spMkLst>
        </pc:spChg>
        <pc:spChg chg="mod">
          <ac:chgData name="Ben C L FUNG" userId="2bc1a8d8-82cc-46fb-a66a-21e3967849fb" providerId="ADAL" clId="{0FBAA9E4-47BE-4DFA-B60F-0682F1CD7127}" dt="2023-01-29T15:49:39.322" v="591" actId="27636"/>
          <ac:spMkLst>
            <pc:docMk/>
            <pc:sldMk cId="0" sldId="386"/>
            <ac:spMk id="60419" creationId="{D33E6EB8-C43D-358C-FF42-8D05FDB2773C}"/>
          </ac:spMkLst>
        </pc:spChg>
        <pc:spChg chg="mod">
          <ac:chgData name="Ben C L FUNG" userId="2bc1a8d8-82cc-46fb-a66a-21e3967849fb" providerId="ADAL" clId="{0FBAA9E4-47BE-4DFA-B60F-0682F1CD7127}" dt="2023-01-29T15:42:30.583" v="365" actId="27636"/>
          <ac:spMkLst>
            <pc:docMk/>
            <pc:sldMk cId="0" sldId="386"/>
            <ac:spMk id="63490" creationId="{ED86B41E-826A-1731-ABBE-C70DD90C6F9C}"/>
          </ac:spMkLst>
        </pc:spChg>
        <pc:spChg chg="mod">
          <ac:chgData name="Ben C L FUNG" userId="2bc1a8d8-82cc-46fb-a66a-21e3967849fb" providerId="ADAL" clId="{0FBAA9E4-47BE-4DFA-B60F-0682F1CD7127}" dt="2023-01-29T15:42:30.600" v="366" actId="27636"/>
          <ac:spMkLst>
            <pc:docMk/>
            <pc:sldMk cId="0" sldId="386"/>
            <ac:spMk id="63491" creationId="{D2E49284-C515-8B36-7CC8-F4C86E587474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627" v="369" actId="27636"/>
        <pc:sldMkLst>
          <pc:docMk/>
          <pc:sldMk cId="0" sldId="387"/>
        </pc:sldMkLst>
        <pc:spChg chg="mod">
          <ac:chgData name="Ben C L FUNG" userId="2bc1a8d8-82cc-46fb-a66a-21e3967849fb" providerId="ADAL" clId="{0FBAA9E4-47BE-4DFA-B60F-0682F1CD7127}" dt="2023-01-29T15:42:30.627" v="369" actId="27636"/>
          <ac:spMkLst>
            <pc:docMk/>
            <pc:sldMk cId="0" sldId="387"/>
            <ac:spMk id="65539" creationId="{BC82C31F-7B9F-299B-C067-D065A58FCE77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636" v="370" actId="27636"/>
        <pc:sldMkLst>
          <pc:docMk/>
          <pc:sldMk cId="0" sldId="388"/>
        </pc:sldMkLst>
        <pc:spChg chg="mod">
          <ac:chgData name="Ben C L FUNG" userId="2bc1a8d8-82cc-46fb-a66a-21e3967849fb" providerId="ADAL" clId="{0FBAA9E4-47BE-4DFA-B60F-0682F1CD7127}" dt="2023-01-29T15:42:30.636" v="370" actId="27636"/>
          <ac:spMkLst>
            <pc:docMk/>
            <pc:sldMk cId="0" sldId="388"/>
            <ac:spMk id="66563" creationId="{985A4E3E-9246-E346-225C-913D973FF549}"/>
          </ac:spMkLst>
        </pc:spChg>
      </pc:sldChg>
      <pc:sldChg chg="add">
        <pc:chgData name="Ben C L FUNG" userId="2bc1a8d8-82cc-46fb-a66a-21e3967849fb" providerId="ADAL" clId="{0FBAA9E4-47BE-4DFA-B60F-0682F1CD7127}" dt="2023-01-29T15:42:29.654" v="277"/>
        <pc:sldMkLst>
          <pc:docMk/>
          <pc:sldMk cId="0" sldId="389"/>
        </pc:sldMkLst>
      </pc:sldChg>
      <pc:sldChg chg="modSp add mod">
        <pc:chgData name="Ben C L FUNG" userId="2bc1a8d8-82cc-46fb-a66a-21e3967849fb" providerId="ADAL" clId="{0FBAA9E4-47BE-4DFA-B60F-0682F1CD7127}" dt="2023-01-29T15:42:30.657" v="372" actId="27636"/>
        <pc:sldMkLst>
          <pc:docMk/>
          <pc:sldMk cId="0" sldId="390"/>
        </pc:sldMkLst>
        <pc:spChg chg="mod">
          <ac:chgData name="Ben C L FUNG" userId="2bc1a8d8-82cc-46fb-a66a-21e3967849fb" providerId="ADAL" clId="{0FBAA9E4-47BE-4DFA-B60F-0682F1CD7127}" dt="2023-01-29T15:42:30.657" v="372" actId="27636"/>
          <ac:spMkLst>
            <pc:docMk/>
            <pc:sldMk cId="0" sldId="390"/>
            <ac:spMk id="69634" creationId="{0A858B23-7FD4-3719-AD69-783F6ECFAAD4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660" v="373" actId="27636"/>
        <pc:sldMkLst>
          <pc:docMk/>
          <pc:sldMk cId="0" sldId="391"/>
        </pc:sldMkLst>
        <pc:spChg chg="mod">
          <ac:chgData name="Ben C L FUNG" userId="2bc1a8d8-82cc-46fb-a66a-21e3967849fb" providerId="ADAL" clId="{0FBAA9E4-47BE-4DFA-B60F-0682F1CD7127}" dt="2023-01-29T15:42:30.660" v="373" actId="27636"/>
          <ac:spMkLst>
            <pc:docMk/>
            <pc:sldMk cId="0" sldId="391"/>
            <ac:spMk id="70658" creationId="{11EC88AA-6910-F151-3481-18E46275D662}"/>
          </ac:spMkLst>
        </pc:spChg>
      </pc:sldChg>
      <pc:sldChg chg="addSp delSp modSp add mod">
        <pc:chgData name="Ben C L FUNG" userId="2bc1a8d8-82cc-46fb-a66a-21e3967849fb" providerId="ADAL" clId="{0FBAA9E4-47BE-4DFA-B60F-0682F1CD7127}" dt="2023-01-29T15:49:05.561" v="506"/>
        <pc:sldMkLst>
          <pc:docMk/>
          <pc:sldMk cId="0" sldId="392"/>
        </pc:sldMkLst>
        <pc:spChg chg="add del mod">
          <ac:chgData name="Ben C L FUNG" userId="2bc1a8d8-82cc-46fb-a66a-21e3967849fb" providerId="ADAL" clId="{0FBAA9E4-47BE-4DFA-B60F-0682F1CD7127}" dt="2023-01-29T15:49:05.561" v="506"/>
          <ac:spMkLst>
            <pc:docMk/>
            <pc:sldMk cId="0" sldId="392"/>
            <ac:spMk id="2" creationId="{F7BB9CB0-1391-D408-6620-EB556219EA29}"/>
          </ac:spMkLst>
        </pc:spChg>
        <pc:spChg chg="mod">
          <ac:chgData name="Ben C L FUNG" userId="2bc1a8d8-82cc-46fb-a66a-21e3967849fb" providerId="ADAL" clId="{0FBAA9E4-47BE-4DFA-B60F-0682F1CD7127}" dt="2023-01-29T15:49:05.561" v="506"/>
          <ac:spMkLst>
            <pc:docMk/>
            <pc:sldMk cId="0" sldId="392"/>
            <ac:spMk id="71682" creationId="{1E8FA53B-9976-C6D8-8448-D77C6BFBFEB9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663" v="375" actId="27636"/>
        <pc:sldMkLst>
          <pc:docMk/>
          <pc:sldMk cId="0" sldId="393"/>
        </pc:sldMkLst>
        <pc:spChg chg="mod">
          <ac:chgData name="Ben C L FUNG" userId="2bc1a8d8-82cc-46fb-a66a-21e3967849fb" providerId="ADAL" clId="{0FBAA9E4-47BE-4DFA-B60F-0682F1CD7127}" dt="2023-01-29T15:42:30.663" v="375" actId="27636"/>
          <ac:spMkLst>
            <pc:docMk/>
            <pc:sldMk cId="0" sldId="393"/>
            <ac:spMk id="72706" creationId="{92E54864-0DEC-C9C3-976C-4E184804E707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666" v="376" actId="27636"/>
        <pc:sldMkLst>
          <pc:docMk/>
          <pc:sldMk cId="0" sldId="394"/>
        </pc:sldMkLst>
        <pc:spChg chg="mod">
          <ac:chgData name="Ben C L FUNG" userId="2bc1a8d8-82cc-46fb-a66a-21e3967849fb" providerId="ADAL" clId="{0FBAA9E4-47BE-4DFA-B60F-0682F1CD7127}" dt="2023-01-29T15:42:30.666" v="376" actId="27636"/>
          <ac:spMkLst>
            <pc:docMk/>
            <pc:sldMk cId="0" sldId="394"/>
            <ac:spMk id="73730" creationId="{5B66A79F-100C-7856-9278-FE8C46F2017F}"/>
          </ac:spMkLst>
        </pc:spChg>
      </pc:sldChg>
      <pc:sldChg chg="modSp add del mod">
        <pc:chgData name="Ben C L FUNG" userId="2bc1a8d8-82cc-46fb-a66a-21e3967849fb" providerId="ADAL" clId="{0FBAA9E4-47BE-4DFA-B60F-0682F1CD7127}" dt="2023-01-29T15:49:39.506" v="605" actId="27636"/>
        <pc:sldMkLst>
          <pc:docMk/>
          <pc:sldMk cId="0" sldId="395"/>
        </pc:sldMkLst>
        <pc:spChg chg="mod">
          <ac:chgData name="Ben C L FUNG" userId="2bc1a8d8-82cc-46fb-a66a-21e3967849fb" providerId="ADAL" clId="{0FBAA9E4-47BE-4DFA-B60F-0682F1CD7127}" dt="2023-01-29T15:49:39.506" v="605" actId="27636"/>
          <ac:spMkLst>
            <pc:docMk/>
            <pc:sldMk cId="0" sldId="395"/>
            <ac:spMk id="69634" creationId="{99B18132-E3B9-4447-2160-E4BF4A05EB55}"/>
          </ac:spMkLst>
        </pc:spChg>
      </pc:sldChg>
      <pc:sldChg chg="addSp delSp modSp add mod">
        <pc:chgData name="Ben C L FUNG" userId="2bc1a8d8-82cc-46fb-a66a-21e3967849fb" providerId="ADAL" clId="{0FBAA9E4-47BE-4DFA-B60F-0682F1CD7127}" dt="2023-01-29T15:46:18.481" v="469" actId="27636"/>
        <pc:sldMkLst>
          <pc:docMk/>
          <pc:sldMk cId="0" sldId="396"/>
        </pc:sldMkLst>
        <pc:spChg chg="add del mod">
          <ac:chgData name="Ben C L FUNG" userId="2bc1a8d8-82cc-46fb-a66a-21e3967849fb" providerId="ADAL" clId="{0FBAA9E4-47BE-4DFA-B60F-0682F1CD7127}" dt="2023-01-29T15:46:18.376" v="468"/>
          <ac:spMkLst>
            <pc:docMk/>
            <pc:sldMk cId="0" sldId="396"/>
            <ac:spMk id="2" creationId="{27580FA7-3976-5C52-42AA-2406ADFD0C7E}"/>
          </ac:spMkLst>
        </pc:spChg>
        <pc:spChg chg="add del mod">
          <ac:chgData name="Ben C L FUNG" userId="2bc1a8d8-82cc-46fb-a66a-21e3967849fb" providerId="ADAL" clId="{0FBAA9E4-47BE-4DFA-B60F-0682F1CD7127}" dt="2023-01-29T15:46:18.376" v="468"/>
          <ac:spMkLst>
            <pc:docMk/>
            <pc:sldMk cId="0" sldId="396"/>
            <ac:spMk id="3" creationId="{7EDFE92F-F5D6-8DCD-183B-0FCBAFAD733D}"/>
          </ac:spMkLst>
        </pc:spChg>
        <pc:spChg chg="mod">
          <ac:chgData name="Ben C L FUNG" userId="2bc1a8d8-82cc-46fb-a66a-21e3967849fb" providerId="ADAL" clId="{0FBAA9E4-47BE-4DFA-B60F-0682F1CD7127}" dt="2023-01-29T15:46:18.376" v="468"/>
          <ac:spMkLst>
            <pc:docMk/>
            <pc:sldMk cId="0" sldId="396"/>
            <ac:spMk id="17410" creationId="{E78F9F43-07D8-F291-FF19-747D71EE50E2}"/>
          </ac:spMkLst>
        </pc:spChg>
        <pc:spChg chg="mod">
          <ac:chgData name="Ben C L FUNG" userId="2bc1a8d8-82cc-46fb-a66a-21e3967849fb" providerId="ADAL" clId="{0FBAA9E4-47BE-4DFA-B60F-0682F1CD7127}" dt="2023-01-29T15:46:18.481" v="469" actId="27636"/>
          <ac:spMkLst>
            <pc:docMk/>
            <pc:sldMk cId="0" sldId="396"/>
            <ac:spMk id="17411" creationId="{C1B5CC45-FE6B-BD2A-0B8E-6F1E380158FA}"/>
          </ac:spMkLst>
        </pc:spChg>
      </pc:sldChg>
      <pc:sldChg chg="addSp delSp modSp add mod">
        <pc:chgData name="Ben C L FUNG" userId="2bc1a8d8-82cc-46fb-a66a-21e3967849fb" providerId="ADAL" clId="{0FBAA9E4-47BE-4DFA-B60F-0682F1CD7127}" dt="2023-01-29T15:46:25.953" v="472" actId="1076"/>
        <pc:sldMkLst>
          <pc:docMk/>
          <pc:sldMk cId="0" sldId="397"/>
        </pc:sldMkLst>
        <pc:spChg chg="add del mod">
          <ac:chgData name="Ben C L FUNG" userId="2bc1a8d8-82cc-46fb-a66a-21e3967849fb" providerId="ADAL" clId="{0FBAA9E4-47BE-4DFA-B60F-0682F1CD7127}" dt="2023-01-29T15:46:23.390" v="470"/>
          <ac:spMkLst>
            <pc:docMk/>
            <pc:sldMk cId="0" sldId="397"/>
            <ac:spMk id="2" creationId="{D9507154-7DA0-8426-0B3B-29D9523F0817}"/>
          </ac:spMkLst>
        </pc:spChg>
        <pc:spChg chg="add mod">
          <ac:chgData name="Ben C L FUNG" userId="2bc1a8d8-82cc-46fb-a66a-21e3967849fb" providerId="ADAL" clId="{0FBAA9E4-47BE-4DFA-B60F-0682F1CD7127}" dt="2023-01-29T15:46:23.390" v="470"/>
          <ac:spMkLst>
            <pc:docMk/>
            <pc:sldMk cId="0" sldId="397"/>
            <ac:spMk id="3" creationId="{0A67B295-CCD4-2762-A2F4-AE4A97ED38B9}"/>
          </ac:spMkLst>
        </pc:spChg>
        <pc:spChg chg="mod">
          <ac:chgData name="Ben C L FUNG" userId="2bc1a8d8-82cc-46fb-a66a-21e3967849fb" providerId="ADAL" clId="{0FBAA9E4-47BE-4DFA-B60F-0682F1CD7127}" dt="2023-01-29T15:46:23.390" v="470"/>
          <ac:spMkLst>
            <pc:docMk/>
            <pc:sldMk cId="0" sldId="397"/>
            <ac:spMk id="18434" creationId="{E7328DBE-0FB4-B1F1-125A-21A8423F556F}"/>
          </ac:spMkLst>
        </pc:spChg>
        <pc:picChg chg="mod">
          <ac:chgData name="Ben C L FUNG" userId="2bc1a8d8-82cc-46fb-a66a-21e3967849fb" providerId="ADAL" clId="{0FBAA9E4-47BE-4DFA-B60F-0682F1CD7127}" dt="2023-01-29T15:46:25.953" v="472" actId="1076"/>
          <ac:picMkLst>
            <pc:docMk/>
            <pc:sldMk cId="0" sldId="397"/>
            <ac:picMk id="18435" creationId="{244141C5-4666-665C-8FAD-EF848568B803}"/>
          </ac:picMkLst>
        </pc:picChg>
      </pc:sldChg>
      <pc:sldChg chg="addSp delSp modSp add mod">
        <pc:chgData name="Ben C L FUNG" userId="2bc1a8d8-82cc-46fb-a66a-21e3967849fb" providerId="ADAL" clId="{0FBAA9E4-47BE-4DFA-B60F-0682F1CD7127}" dt="2023-01-29T15:46:32.741" v="475" actId="27636"/>
        <pc:sldMkLst>
          <pc:docMk/>
          <pc:sldMk cId="0" sldId="398"/>
        </pc:sldMkLst>
        <pc:spChg chg="add del mod">
          <ac:chgData name="Ben C L FUNG" userId="2bc1a8d8-82cc-46fb-a66a-21e3967849fb" providerId="ADAL" clId="{0FBAA9E4-47BE-4DFA-B60F-0682F1CD7127}" dt="2023-01-29T15:46:32.641" v="473"/>
          <ac:spMkLst>
            <pc:docMk/>
            <pc:sldMk cId="0" sldId="398"/>
            <ac:spMk id="2" creationId="{28B75E06-7CAA-668C-7FE4-EE034223DD02}"/>
          </ac:spMkLst>
        </pc:spChg>
        <pc:spChg chg="add del mod">
          <ac:chgData name="Ben C L FUNG" userId="2bc1a8d8-82cc-46fb-a66a-21e3967849fb" providerId="ADAL" clId="{0FBAA9E4-47BE-4DFA-B60F-0682F1CD7127}" dt="2023-01-29T15:46:32.641" v="473"/>
          <ac:spMkLst>
            <pc:docMk/>
            <pc:sldMk cId="0" sldId="398"/>
            <ac:spMk id="3" creationId="{DCFE3E5D-696F-4E80-BF65-419FFDB2BEA8}"/>
          </ac:spMkLst>
        </pc:spChg>
        <pc:spChg chg="mod">
          <ac:chgData name="Ben C L FUNG" userId="2bc1a8d8-82cc-46fb-a66a-21e3967849fb" providerId="ADAL" clId="{0FBAA9E4-47BE-4DFA-B60F-0682F1CD7127}" dt="2023-01-29T15:46:32.741" v="475" actId="27636"/>
          <ac:spMkLst>
            <pc:docMk/>
            <pc:sldMk cId="0" sldId="398"/>
            <ac:spMk id="19458" creationId="{5B8A4F08-BC88-9D2F-B379-8B4C9332ED76}"/>
          </ac:spMkLst>
        </pc:spChg>
        <pc:spChg chg="mod">
          <ac:chgData name="Ben C L FUNG" userId="2bc1a8d8-82cc-46fb-a66a-21e3967849fb" providerId="ADAL" clId="{0FBAA9E4-47BE-4DFA-B60F-0682F1CD7127}" dt="2023-01-29T15:46:32.740" v="474" actId="27636"/>
          <ac:spMkLst>
            <pc:docMk/>
            <pc:sldMk cId="0" sldId="398"/>
            <ac:spMk id="19459" creationId="{EE4E24D1-80F6-8EF7-166F-1D739EDFA618}"/>
          </ac:spMkLst>
        </pc:spChg>
      </pc:sldChg>
      <pc:sldChg chg="addSp delSp modSp add mod">
        <pc:chgData name="Ben C L FUNG" userId="2bc1a8d8-82cc-46fb-a66a-21e3967849fb" providerId="ADAL" clId="{0FBAA9E4-47BE-4DFA-B60F-0682F1CD7127}" dt="2023-01-29T15:46:35.822" v="478" actId="27636"/>
        <pc:sldMkLst>
          <pc:docMk/>
          <pc:sldMk cId="0" sldId="399"/>
        </pc:sldMkLst>
        <pc:spChg chg="add del mod">
          <ac:chgData name="Ben C L FUNG" userId="2bc1a8d8-82cc-46fb-a66a-21e3967849fb" providerId="ADAL" clId="{0FBAA9E4-47BE-4DFA-B60F-0682F1CD7127}" dt="2023-01-29T15:46:35.728" v="476"/>
          <ac:spMkLst>
            <pc:docMk/>
            <pc:sldMk cId="0" sldId="399"/>
            <ac:spMk id="2" creationId="{B69C3539-087F-678D-6BB2-C8EF39DF610F}"/>
          </ac:spMkLst>
        </pc:spChg>
        <pc:spChg chg="add del mod">
          <ac:chgData name="Ben C L FUNG" userId="2bc1a8d8-82cc-46fb-a66a-21e3967849fb" providerId="ADAL" clId="{0FBAA9E4-47BE-4DFA-B60F-0682F1CD7127}" dt="2023-01-29T15:46:35.728" v="476"/>
          <ac:spMkLst>
            <pc:docMk/>
            <pc:sldMk cId="0" sldId="399"/>
            <ac:spMk id="3" creationId="{8A869920-CBF9-4E54-3139-8D7C727CA256}"/>
          </ac:spMkLst>
        </pc:spChg>
        <pc:spChg chg="mod">
          <ac:chgData name="Ben C L FUNG" userId="2bc1a8d8-82cc-46fb-a66a-21e3967849fb" providerId="ADAL" clId="{0FBAA9E4-47BE-4DFA-B60F-0682F1CD7127}" dt="2023-01-29T15:46:35.822" v="478" actId="27636"/>
          <ac:spMkLst>
            <pc:docMk/>
            <pc:sldMk cId="0" sldId="399"/>
            <ac:spMk id="20482" creationId="{BF9765C6-F307-00DD-7389-A70AED5C63A8}"/>
          </ac:spMkLst>
        </pc:spChg>
        <pc:spChg chg="mod">
          <ac:chgData name="Ben C L FUNG" userId="2bc1a8d8-82cc-46fb-a66a-21e3967849fb" providerId="ADAL" clId="{0FBAA9E4-47BE-4DFA-B60F-0682F1CD7127}" dt="2023-01-29T15:46:35.821" v="477" actId="27636"/>
          <ac:spMkLst>
            <pc:docMk/>
            <pc:sldMk cId="0" sldId="399"/>
            <ac:spMk id="20483" creationId="{BBAEC6C6-7C93-C111-D057-E037D19DDD14}"/>
          </ac:spMkLst>
        </pc:spChg>
      </pc:sldChg>
      <pc:sldChg chg="addSp delSp modSp add mod">
        <pc:chgData name="Ben C L FUNG" userId="2bc1a8d8-82cc-46fb-a66a-21e3967849fb" providerId="ADAL" clId="{0FBAA9E4-47BE-4DFA-B60F-0682F1CD7127}" dt="2023-01-29T15:46:40.219" v="480" actId="27636"/>
        <pc:sldMkLst>
          <pc:docMk/>
          <pc:sldMk cId="0" sldId="400"/>
        </pc:sldMkLst>
        <pc:spChg chg="add del mod">
          <ac:chgData name="Ben C L FUNG" userId="2bc1a8d8-82cc-46fb-a66a-21e3967849fb" providerId="ADAL" clId="{0FBAA9E4-47BE-4DFA-B60F-0682F1CD7127}" dt="2023-01-29T15:46:40.130" v="479"/>
          <ac:spMkLst>
            <pc:docMk/>
            <pc:sldMk cId="0" sldId="400"/>
            <ac:spMk id="2" creationId="{4391C63F-C3E3-698D-B5F6-35D3291612CC}"/>
          </ac:spMkLst>
        </pc:spChg>
        <pc:spChg chg="add del mod">
          <ac:chgData name="Ben C L FUNG" userId="2bc1a8d8-82cc-46fb-a66a-21e3967849fb" providerId="ADAL" clId="{0FBAA9E4-47BE-4DFA-B60F-0682F1CD7127}" dt="2023-01-29T15:46:40.130" v="479"/>
          <ac:spMkLst>
            <pc:docMk/>
            <pc:sldMk cId="0" sldId="400"/>
            <ac:spMk id="3" creationId="{A1B0D03C-D916-3251-6DA0-D5B9255B1C76}"/>
          </ac:spMkLst>
        </pc:spChg>
        <pc:spChg chg="mod">
          <ac:chgData name="Ben C L FUNG" userId="2bc1a8d8-82cc-46fb-a66a-21e3967849fb" providerId="ADAL" clId="{0FBAA9E4-47BE-4DFA-B60F-0682F1CD7127}" dt="2023-01-29T15:46:40.130" v="479"/>
          <ac:spMkLst>
            <pc:docMk/>
            <pc:sldMk cId="0" sldId="400"/>
            <ac:spMk id="21506" creationId="{E8318241-A801-CBC6-C5F7-4D250337641F}"/>
          </ac:spMkLst>
        </pc:spChg>
        <pc:spChg chg="mod">
          <ac:chgData name="Ben C L FUNG" userId="2bc1a8d8-82cc-46fb-a66a-21e3967849fb" providerId="ADAL" clId="{0FBAA9E4-47BE-4DFA-B60F-0682F1CD7127}" dt="2023-01-29T15:46:40.219" v="480" actId="27636"/>
          <ac:spMkLst>
            <pc:docMk/>
            <pc:sldMk cId="0" sldId="400"/>
            <ac:spMk id="21507" creationId="{9491D780-7A18-DBB8-97E0-337BDDEB7462}"/>
          </ac:spMkLst>
        </pc:spChg>
      </pc:sldChg>
      <pc:sldChg chg="addSp delSp modSp add mod">
        <pc:chgData name="Ben C L FUNG" userId="2bc1a8d8-82cc-46fb-a66a-21e3967849fb" providerId="ADAL" clId="{0FBAA9E4-47BE-4DFA-B60F-0682F1CD7127}" dt="2023-01-29T15:46:50.207" v="484" actId="27636"/>
        <pc:sldMkLst>
          <pc:docMk/>
          <pc:sldMk cId="0" sldId="401"/>
        </pc:sldMkLst>
        <pc:spChg chg="add del mod">
          <ac:chgData name="Ben C L FUNG" userId="2bc1a8d8-82cc-46fb-a66a-21e3967849fb" providerId="ADAL" clId="{0FBAA9E4-47BE-4DFA-B60F-0682F1CD7127}" dt="2023-01-29T15:46:50.108" v="483"/>
          <ac:spMkLst>
            <pc:docMk/>
            <pc:sldMk cId="0" sldId="401"/>
            <ac:spMk id="2" creationId="{E447D1C7-A959-B720-5A36-D3037058F809}"/>
          </ac:spMkLst>
        </pc:spChg>
        <pc:spChg chg="add del mod">
          <ac:chgData name="Ben C L FUNG" userId="2bc1a8d8-82cc-46fb-a66a-21e3967849fb" providerId="ADAL" clId="{0FBAA9E4-47BE-4DFA-B60F-0682F1CD7127}" dt="2023-01-29T15:46:50.108" v="483"/>
          <ac:spMkLst>
            <pc:docMk/>
            <pc:sldMk cId="0" sldId="401"/>
            <ac:spMk id="3" creationId="{E98511C0-FF92-31CD-1466-679DC105C7B1}"/>
          </ac:spMkLst>
        </pc:spChg>
        <pc:spChg chg="mod">
          <ac:chgData name="Ben C L FUNG" userId="2bc1a8d8-82cc-46fb-a66a-21e3967849fb" providerId="ADAL" clId="{0FBAA9E4-47BE-4DFA-B60F-0682F1CD7127}" dt="2023-01-29T15:46:50.108" v="483"/>
          <ac:spMkLst>
            <pc:docMk/>
            <pc:sldMk cId="0" sldId="401"/>
            <ac:spMk id="23554" creationId="{2CAD3A58-B126-74D6-D1B4-BDF01C6402DD}"/>
          </ac:spMkLst>
        </pc:spChg>
        <pc:spChg chg="mod">
          <ac:chgData name="Ben C L FUNG" userId="2bc1a8d8-82cc-46fb-a66a-21e3967849fb" providerId="ADAL" clId="{0FBAA9E4-47BE-4DFA-B60F-0682F1CD7127}" dt="2023-01-29T15:46:50.207" v="484" actId="27636"/>
          <ac:spMkLst>
            <pc:docMk/>
            <pc:sldMk cId="0" sldId="401"/>
            <ac:spMk id="23555" creationId="{9CA8B0C2-F073-5302-0D6B-05951AEF1B91}"/>
          </ac:spMkLst>
        </pc:spChg>
      </pc:sldChg>
      <pc:sldChg chg="modSp add mod">
        <pc:chgData name="Ben C L FUNG" userId="2bc1a8d8-82cc-46fb-a66a-21e3967849fb" providerId="ADAL" clId="{0FBAA9E4-47BE-4DFA-B60F-0682F1CD7127}" dt="2023-01-29T15:42:30.323" v="338" actId="27636"/>
        <pc:sldMkLst>
          <pc:docMk/>
          <pc:sldMk cId="0" sldId="402"/>
        </pc:sldMkLst>
        <pc:spChg chg="mod">
          <ac:chgData name="Ben C L FUNG" userId="2bc1a8d8-82cc-46fb-a66a-21e3967849fb" providerId="ADAL" clId="{0FBAA9E4-47BE-4DFA-B60F-0682F1CD7127}" dt="2023-01-29T15:42:30.323" v="338" actId="27636"/>
          <ac:spMkLst>
            <pc:docMk/>
            <pc:sldMk cId="0" sldId="402"/>
            <ac:spMk id="44034" creationId="{CA61AF72-FF70-6F04-30EB-720FCE875686}"/>
          </ac:spMkLst>
        </pc:spChg>
        <pc:spChg chg="mod">
          <ac:chgData name="Ben C L FUNG" userId="2bc1a8d8-82cc-46fb-a66a-21e3967849fb" providerId="ADAL" clId="{0FBAA9E4-47BE-4DFA-B60F-0682F1CD7127}" dt="2023-01-29T15:42:30.322" v="337" actId="27636"/>
          <ac:spMkLst>
            <pc:docMk/>
            <pc:sldMk cId="0" sldId="402"/>
            <ac:spMk id="44035" creationId="{47633A7C-2A50-FE7C-A436-D4B89ABDF2F0}"/>
          </ac:spMkLst>
        </pc:spChg>
      </pc:sldChg>
      <pc:sldChg chg="modSp add del mod">
        <pc:chgData name="Ben C L FUNG" userId="2bc1a8d8-82cc-46fb-a66a-21e3967849fb" providerId="ADAL" clId="{0FBAA9E4-47BE-4DFA-B60F-0682F1CD7127}" dt="2023-01-29T15:49:39.718" v="622" actId="27636"/>
        <pc:sldMkLst>
          <pc:docMk/>
          <pc:sldMk cId="0" sldId="403"/>
        </pc:sldMkLst>
        <pc:spChg chg="mod">
          <ac:chgData name="Ben C L FUNG" userId="2bc1a8d8-82cc-46fb-a66a-21e3967849fb" providerId="ADAL" clId="{0FBAA9E4-47BE-4DFA-B60F-0682F1CD7127}" dt="2023-01-29T15:42:30.619" v="368" actId="27636"/>
          <ac:spMkLst>
            <pc:docMk/>
            <pc:sldMk cId="0" sldId="403"/>
            <ac:spMk id="64514" creationId="{0D3C91B9-8BBC-13B8-98E0-EDBB19325BE5}"/>
          </ac:spMkLst>
        </pc:spChg>
        <pc:spChg chg="mod">
          <ac:chgData name="Ben C L FUNG" userId="2bc1a8d8-82cc-46fb-a66a-21e3967849fb" providerId="ADAL" clId="{0FBAA9E4-47BE-4DFA-B60F-0682F1CD7127}" dt="2023-01-29T15:42:30.618" v="367" actId="27636"/>
          <ac:spMkLst>
            <pc:docMk/>
            <pc:sldMk cId="0" sldId="403"/>
            <ac:spMk id="64515" creationId="{71729B90-CCA4-D78D-D762-E0D52CD8AE39}"/>
          </ac:spMkLst>
        </pc:spChg>
        <pc:spChg chg="mod">
          <ac:chgData name="Ben C L FUNG" userId="2bc1a8d8-82cc-46fb-a66a-21e3967849fb" providerId="ADAL" clId="{0FBAA9E4-47BE-4DFA-B60F-0682F1CD7127}" dt="2023-01-29T15:49:39.718" v="622" actId="27636"/>
          <ac:spMkLst>
            <pc:docMk/>
            <pc:sldMk cId="0" sldId="403"/>
            <ac:spMk id="78850" creationId="{C8DFBEA9-B928-E924-C174-5DE8B0758C6E}"/>
          </ac:spMkLst>
        </pc:spChg>
        <pc:spChg chg="mod">
          <ac:chgData name="Ben C L FUNG" userId="2bc1a8d8-82cc-46fb-a66a-21e3967849fb" providerId="ADAL" clId="{0FBAA9E4-47BE-4DFA-B60F-0682F1CD7127}" dt="2023-01-29T15:49:39.717" v="621" actId="27636"/>
          <ac:spMkLst>
            <pc:docMk/>
            <pc:sldMk cId="0" sldId="403"/>
            <ac:spMk id="78851" creationId="{8720D620-8233-D718-F2B5-7D0E87B1F0D0}"/>
          </ac:spMkLst>
        </pc:spChg>
      </pc:sldChg>
      <pc:sldChg chg="modSp add mod">
        <pc:chgData name="Ben C L FUNG" userId="2bc1a8d8-82cc-46fb-a66a-21e3967849fb" providerId="ADAL" clId="{0FBAA9E4-47BE-4DFA-B60F-0682F1CD7127}" dt="2023-01-29T15:48:58.314" v="505" actId="1076"/>
        <pc:sldMkLst>
          <pc:docMk/>
          <pc:sldMk cId="0" sldId="404"/>
        </pc:sldMkLst>
        <pc:spChg chg="mod">
          <ac:chgData name="Ben C L FUNG" userId="2bc1a8d8-82cc-46fb-a66a-21e3967849fb" providerId="ADAL" clId="{0FBAA9E4-47BE-4DFA-B60F-0682F1CD7127}" dt="2023-01-29T15:42:30.644" v="371" actId="27636"/>
          <ac:spMkLst>
            <pc:docMk/>
            <pc:sldMk cId="0" sldId="404"/>
            <ac:spMk id="61443" creationId="{5F4FDFBC-8154-ABEB-79E6-96E765A55006}"/>
          </ac:spMkLst>
        </pc:spChg>
        <pc:picChg chg="mod">
          <ac:chgData name="Ben C L FUNG" userId="2bc1a8d8-82cc-46fb-a66a-21e3967849fb" providerId="ADAL" clId="{0FBAA9E4-47BE-4DFA-B60F-0682F1CD7127}" dt="2023-01-29T15:48:58.314" v="505" actId="1076"/>
          <ac:picMkLst>
            <pc:docMk/>
            <pc:sldMk cId="0" sldId="404"/>
            <ac:picMk id="67588" creationId="{BAA008CF-EC1C-C9FC-8552-98BB82A74102}"/>
          </ac:picMkLst>
        </pc:picChg>
      </pc:sldChg>
      <pc:sldChg chg="modSp add mod">
        <pc:chgData name="Ben C L FUNG" userId="2bc1a8d8-82cc-46fb-a66a-21e3967849fb" providerId="ADAL" clId="{0FBAA9E4-47BE-4DFA-B60F-0682F1CD7127}" dt="2023-01-29T15:50:12.884" v="675" actId="6549"/>
        <pc:sldMkLst>
          <pc:docMk/>
          <pc:sldMk cId="0" sldId="405"/>
        </pc:sldMkLst>
        <pc:spChg chg="mod">
          <ac:chgData name="Ben C L FUNG" userId="2bc1a8d8-82cc-46fb-a66a-21e3967849fb" providerId="ADAL" clId="{0FBAA9E4-47BE-4DFA-B60F-0682F1CD7127}" dt="2023-01-29T15:50:12.884" v="675" actId="6549"/>
          <ac:spMkLst>
            <pc:docMk/>
            <pc:sldMk cId="0" sldId="405"/>
            <ac:spMk id="5122" creationId="{45F81A93-BA8A-6BD9-5E1D-ED7D16F6E532}"/>
          </ac:spMkLst>
        </pc:spChg>
        <pc:spChg chg="mod">
          <ac:chgData name="Ben C L FUNG" userId="2bc1a8d8-82cc-46fb-a66a-21e3967849fb" providerId="ADAL" clId="{0FBAA9E4-47BE-4DFA-B60F-0682F1CD7127}" dt="2023-01-29T15:49:38.401" v="511" actId="27636"/>
          <ac:spMkLst>
            <pc:docMk/>
            <pc:sldMk cId="0" sldId="405"/>
            <ac:spMk id="5123" creationId="{CE44475B-7F0E-C25F-4AF0-E9504CC9EFB2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444" v="515" actId="27636"/>
        <pc:sldMkLst>
          <pc:docMk/>
          <pc:sldMk cId="0" sldId="406"/>
        </pc:sldMkLst>
        <pc:spChg chg="mod">
          <ac:chgData name="Ben C L FUNG" userId="2bc1a8d8-82cc-46fb-a66a-21e3967849fb" providerId="ADAL" clId="{0FBAA9E4-47BE-4DFA-B60F-0682F1CD7127}" dt="2023-01-29T15:49:38.444" v="515" actId="27636"/>
          <ac:spMkLst>
            <pc:docMk/>
            <pc:sldMk cId="0" sldId="406"/>
            <ac:spMk id="7170" creationId="{EADC2141-2168-B803-FB59-ECC8C9705C30}"/>
          </ac:spMkLst>
        </pc:spChg>
        <pc:spChg chg="mod">
          <ac:chgData name="Ben C L FUNG" userId="2bc1a8d8-82cc-46fb-a66a-21e3967849fb" providerId="ADAL" clId="{0FBAA9E4-47BE-4DFA-B60F-0682F1CD7127}" dt="2023-01-29T15:49:38.443" v="514" actId="27636"/>
          <ac:spMkLst>
            <pc:docMk/>
            <pc:sldMk cId="0" sldId="406"/>
            <ac:spMk id="7171" creationId="{7AB2F5F4-1FC6-3664-B2A0-5872346906CA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446" v="516" actId="27636"/>
        <pc:sldMkLst>
          <pc:docMk/>
          <pc:sldMk cId="0" sldId="407"/>
        </pc:sldMkLst>
        <pc:spChg chg="mod">
          <ac:chgData name="Ben C L FUNG" userId="2bc1a8d8-82cc-46fb-a66a-21e3967849fb" providerId="ADAL" clId="{0FBAA9E4-47BE-4DFA-B60F-0682F1CD7127}" dt="2023-01-29T15:49:38.446" v="516" actId="27636"/>
          <ac:spMkLst>
            <pc:docMk/>
            <pc:sldMk cId="0" sldId="407"/>
            <ac:spMk id="8194" creationId="{1AC70981-F037-D0A0-9831-465EED2518A4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453" v="518" actId="27636"/>
        <pc:sldMkLst>
          <pc:docMk/>
          <pc:sldMk cId="0" sldId="408"/>
        </pc:sldMkLst>
        <pc:spChg chg="mod">
          <ac:chgData name="Ben C L FUNG" userId="2bc1a8d8-82cc-46fb-a66a-21e3967849fb" providerId="ADAL" clId="{0FBAA9E4-47BE-4DFA-B60F-0682F1CD7127}" dt="2023-01-29T15:49:38.453" v="518" actId="27636"/>
          <ac:spMkLst>
            <pc:docMk/>
            <pc:sldMk cId="0" sldId="408"/>
            <ac:spMk id="9218" creationId="{E4223351-ED30-DEB6-095E-53792C1D85E7}"/>
          </ac:spMkLst>
        </pc:spChg>
        <pc:spChg chg="mod">
          <ac:chgData name="Ben C L FUNG" userId="2bc1a8d8-82cc-46fb-a66a-21e3967849fb" providerId="ADAL" clId="{0FBAA9E4-47BE-4DFA-B60F-0682F1CD7127}" dt="2023-01-29T15:49:38.452" v="517" actId="27636"/>
          <ac:spMkLst>
            <pc:docMk/>
            <pc:sldMk cId="0" sldId="408"/>
            <ac:spMk id="9219" creationId="{E77395C3-8C03-76FA-CB64-55E86A0F8778}"/>
          </ac:spMkLst>
        </pc:spChg>
      </pc:sldChg>
      <pc:sldChg chg="add">
        <pc:chgData name="Ben C L FUNG" userId="2bc1a8d8-82cc-46fb-a66a-21e3967849fb" providerId="ADAL" clId="{0FBAA9E4-47BE-4DFA-B60F-0682F1CD7127}" dt="2023-01-29T15:49:38.294" v="509"/>
        <pc:sldMkLst>
          <pc:docMk/>
          <pc:sldMk cId="0" sldId="409"/>
        </pc:sldMkLst>
      </pc:sldChg>
      <pc:sldChg chg="modSp add mod">
        <pc:chgData name="Ben C L FUNG" userId="2bc1a8d8-82cc-46fb-a66a-21e3967849fb" providerId="ADAL" clId="{0FBAA9E4-47BE-4DFA-B60F-0682F1CD7127}" dt="2023-01-29T15:49:38.455" v="519" actId="27636"/>
        <pc:sldMkLst>
          <pc:docMk/>
          <pc:sldMk cId="0" sldId="410"/>
        </pc:sldMkLst>
        <pc:spChg chg="mod">
          <ac:chgData name="Ben C L FUNG" userId="2bc1a8d8-82cc-46fb-a66a-21e3967849fb" providerId="ADAL" clId="{0FBAA9E4-47BE-4DFA-B60F-0682F1CD7127}" dt="2023-01-29T15:49:38.455" v="519" actId="27636"/>
          <ac:spMkLst>
            <pc:docMk/>
            <pc:sldMk cId="0" sldId="410"/>
            <ac:spMk id="11266" creationId="{8F718198-F8BF-18C1-70FF-7432AF4E3A99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458" v="520" actId="27636"/>
        <pc:sldMkLst>
          <pc:docMk/>
          <pc:sldMk cId="0" sldId="411"/>
        </pc:sldMkLst>
        <pc:spChg chg="mod">
          <ac:chgData name="Ben C L FUNG" userId="2bc1a8d8-82cc-46fb-a66a-21e3967849fb" providerId="ADAL" clId="{0FBAA9E4-47BE-4DFA-B60F-0682F1CD7127}" dt="2023-01-29T15:49:38.458" v="520" actId="27636"/>
          <ac:spMkLst>
            <pc:docMk/>
            <pc:sldMk cId="0" sldId="411"/>
            <ac:spMk id="12290" creationId="{0B18DE89-9CC2-4209-9FE7-DFA3B60E6A53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472" v="522" actId="27636"/>
        <pc:sldMkLst>
          <pc:docMk/>
          <pc:sldMk cId="0" sldId="412"/>
        </pc:sldMkLst>
        <pc:spChg chg="mod">
          <ac:chgData name="Ben C L FUNG" userId="2bc1a8d8-82cc-46fb-a66a-21e3967849fb" providerId="ADAL" clId="{0FBAA9E4-47BE-4DFA-B60F-0682F1CD7127}" dt="2023-01-29T15:49:38.472" v="522" actId="27636"/>
          <ac:spMkLst>
            <pc:docMk/>
            <pc:sldMk cId="0" sldId="412"/>
            <ac:spMk id="13314" creationId="{F05249D5-63FF-E67B-D376-247EE88AF671}"/>
          </ac:spMkLst>
        </pc:spChg>
        <pc:spChg chg="mod">
          <ac:chgData name="Ben C L FUNG" userId="2bc1a8d8-82cc-46fb-a66a-21e3967849fb" providerId="ADAL" clId="{0FBAA9E4-47BE-4DFA-B60F-0682F1CD7127}" dt="2023-01-29T15:49:38.471" v="521" actId="27636"/>
          <ac:spMkLst>
            <pc:docMk/>
            <pc:sldMk cId="0" sldId="412"/>
            <ac:spMk id="13315" creationId="{A07A149E-2E08-D5AA-DC25-DC675E052C21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497" v="524" actId="27636"/>
        <pc:sldMkLst>
          <pc:docMk/>
          <pc:sldMk cId="0" sldId="413"/>
        </pc:sldMkLst>
        <pc:spChg chg="mod">
          <ac:chgData name="Ben C L FUNG" userId="2bc1a8d8-82cc-46fb-a66a-21e3967849fb" providerId="ADAL" clId="{0FBAA9E4-47BE-4DFA-B60F-0682F1CD7127}" dt="2023-01-29T15:49:38.475" v="523" actId="27636"/>
          <ac:spMkLst>
            <pc:docMk/>
            <pc:sldMk cId="0" sldId="413"/>
            <ac:spMk id="14338" creationId="{D4C903AC-16CC-9100-E3ED-5FEA09D55519}"/>
          </ac:spMkLst>
        </pc:spChg>
        <pc:spChg chg="mod">
          <ac:chgData name="Ben C L FUNG" userId="2bc1a8d8-82cc-46fb-a66a-21e3967849fb" providerId="ADAL" clId="{0FBAA9E4-47BE-4DFA-B60F-0682F1CD7127}" dt="2023-01-29T15:49:38.497" v="524" actId="27636"/>
          <ac:spMkLst>
            <pc:docMk/>
            <pc:sldMk cId="0" sldId="413"/>
            <ac:spMk id="14339" creationId="{EB31CD07-1E51-AAB8-86D4-98BBDD85DD11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518" v="526" actId="27636"/>
        <pc:sldMkLst>
          <pc:docMk/>
          <pc:sldMk cId="0" sldId="414"/>
        </pc:sldMkLst>
        <pc:spChg chg="mod">
          <ac:chgData name="Ben C L FUNG" userId="2bc1a8d8-82cc-46fb-a66a-21e3967849fb" providerId="ADAL" clId="{0FBAA9E4-47BE-4DFA-B60F-0682F1CD7127}" dt="2023-01-29T15:49:38.518" v="526" actId="27636"/>
          <ac:spMkLst>
            <pc:docMk/>
            <pc:sldMk cId="0" sldId="414"/>
            <ac:spMk id="15362" creationId="{1476F647-4CDA-1BE0-6071-5FAF64B40444}"/>
          </ac:spMkLst>
        </pc:spChg>
        <pc:spChg chg="mod">
          <ac:chgData name="Ben C L FUNG" userId="2bc1a8d8-82cc-46fb-a66a-21e3967849fb" providerId="ADAL" clId="{0FBAA9E4-47BE-4DFA-B60F-0682F1CD7127}" dt="2023-01-29T15:49:38.517" v="525" actId="27636"/>
          <ac:spMkLst>
            <pc:docMk/>
            <pc:sldMk cId="0" sldId="414"/>
            <ac:spMk id="15363" creationId="{3F649406-2853-FA4B-4A6D-A66FBB98F5FA}"/>
          </ac:spMkLst>
        </pc:spChg>
      </pc:sldChg>
      <pc:sldChg chg="add">
        <pc:chgData name="Ben C L FUNG" userId="2bc1a8d8-82cc-46fb-a66a-21e3967849fb" providerId="ADAL" clId="{0FBAA9E4-47BE-4DFA-B60F-0682F1CD7127}" dt="2023-01-29T15:49:38.294" v="509"/>
        <pc:sldMkLst>
          <pc:docMk/>
          <pc:sldMk cId="0" sldId="415"/>
        </pc:sldMkLst>
      </pc:sldChg>
      <pc:sldChg chg="modSp add mod">
        <pc:chgData name="Ben C L FUNG" userId="2bc1a8d8-82cc-46fb-a66a-21e3967849fb" providerId="ADAL" clId="{0FBAA9E4-47BE-4DFA-B60F-0682F1CD7127}" dt="2023-01-29T15:49:38.547" v="528" actId="27636"/>
        <pc:sldMkLst>
          <pc:docMk/>
          <pc:sldMk cId="0" sldId="416"/>
        </pc:sldMkLst>
        <pc:spChg chg="mod">
          <ac:chgData name="Ben C L FUNG" userId="2bc1a8d8-82cc-46fb-a66a-21e3967849fb" providerId="ADAL" clId="{0FBAA9E4-47BE-4DFA-B60F-0682F1CD7127}" dt="2023-01-29T15:49:38.523" v="527" actId="27636"/>
          <ac:spMkLst>
            <pc:docMk/>
            <pc:sldMk cId="0" sldId="416"/>
            <ac:spMk id="17410" creationId="{BFDF4F0D-11B5-E97E-9FD5-F1971C4F7ECF}"/>
          </ac:spMkLst>
        </pc:spChg>
        <pc:spChg chg="mod">
          <ac:chgData name="Ben C L FUNG" userId="2bc1a8d8-82cc-46fb-a66a-21e3967849fb" providerId="ADAL" clId="{0FBAA9E4-47BE-4DFA-B60F-0682F1CD7127}" dt="2023-01-29T15:49:38.547" v="528" actId="27636"/>
          <ac:spMkLst>
            <pc:docMk/>
            <pc:sldMk cId="0" sldId="416"/>
            <ac:spMk id="17411" creationId="{D614B4EF-8F48-AB41-0FAF-D17757A2D268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550" v="529" actId="27636"/>
        <pc:sldMkLst>
          <pc:docMk/>
          <pc:sldMk cId="0" sldId="417"/>
        </pc:sldMkLst>
        <pc:spChg chg="mod">
          <ac:chgData name="Ben C L FUNG" userId="2bc1a8d8-82cc-46fb-a66a-21e3967849fb" providerId="ADAL" clId="{0FBAA9E4-47BE-4DFA-B60F-0682F1CD7127}" dt="2023-01-29T15:49:38.550" v="529" actId="27636"/>
          <ac:spMkLst>
            <pc:docMk/>
            <pc:sldMk cId="0" sldId="417"/>
            <ac:spMk id="18434" creationId="{659EFFD9-0E79-91FC-A3F2-F74ECC8A4A8F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577" v="531" actId="27636"/>
        <pc:sldMkLst>
          <pc:docMk/>
          <pc:sldMk cId="0" sldId="418"/>
        </pc:sldMkLst>
        <pc:spChg chg="mod">
          <ac:chgData name="Ben C L FUNG" userId="2bc1a8d8-82cc-46fb-a66a-21e3967849fb" providerId="ADAL" clId="{0FBAA9E4-47BE-4DFA-B60F-0682F1CD7127}" dt="2023-01-29T15:49:38.577" v="531" actId="27636"/>
          <ac:spMkLst>
            <pc:docMk/>
            <pc:sldMk cId="0" sldId="418"/>
            <ac:spMk id="19458" creationId="{7A3061EA-3553-D48E-4DF1-22A94391051C}"/>
          </ac:spMkLst>
        </pc:spChg>
        <pc:spChg chg="mod">
          <ac:chgData name="Ben C L FUNG" userId="2bc1a8d8-82cc-46fb-a66a-21e3967849fb" providerId="ADAL" clId="{0FBAA9E4-47BE-4DFA-B60F-0682F1CD7127}" dt="2023-01-29T15:49:38.576" v="530" actId="27636"/>
          <ac:spMkLst>
            <pc:docMk/>
            <pc:sldMk cId="0" sldId="418"/>
            <ac:spMk id="19459" creationId="{152E0390-5E71-74B5-1C66-35AD5D174D1C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590" v="533" actId="27636"/>
        <pc:sldMkLst>
          <pc:docMk/>
          <pc:sldMk cId="0" sldId="419"/>
        </pc:sldMkLst>
        <pc:spChg chg="mod">
          <ac:chgData name="Ben C L FUNG" userId="2bc1a8d8-82cc-46fb-a66a-21e3967849fb" providerId="ADAL" clId="{0FBAA9E4-47BE-4DFA-B60F-0682F1CD7127}" dt="2023-01-29T15:49:38.582" v="532" actId="27636"/>
          <ac:spMkLst>
            <pc:docMk/>
            <pc:sldMk cId="0" sldId="419"/>
            <ac:spMk id="20482" creationId="{5F43C035-EA55-CF2B-B478-F6DDDDF56509}"/>
          </ac:spMkLst>
        </pc:spChg>
        <pc:spChg chg="mod">
          <ac:chgData name="Ben C L FUNG" userId="2bc1a8d8-82cc-46fb-a66a-21e3967849fb" providerId="ADAL" clId="{0FBAA9E4-47BE-4DFA-B60F-0682F1CD7127}" dt="2023-01-29T15:49:38.590" v="533" actId="27636"/>
          <ac:spMkLst>
            <pc:docMk/>
            <pc:sldMk cId="0" sldId="419"/>
            <ac:spMk id="20483" creationId="{8044315D-6B28-E116-1E5A-5EB96F3E8B29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618" v="535" actId="27636"/>
        <pc:sldMkLst>
          <pc:docMk/>
          <pc:sldMk cId="0" sldId="420"/>
        </pc:sldMkLst>
        <pc:spChg chg="mod">
          <ac:chgData name="Ben C L FUNG" userId="2bc1a8d8-82cc-46fb-a66a-21e3967849fb" providerId="ADAL" clId="{0FBAA9E4-47BE-4DFA-B60F-0682F1CD7127}" dt="2023-01-29T15:49:38.592" v="534" actId="27636"/>
          <ac:spMkLst>
            <pc:docMk/>
            <pc:sldMk cId="0" sldId="420"/>
            <ac:spMk id="21506" creationId="{15CF9092-0021-8749-2DD8-657464E134A8}"/>
          </ac:spMkLst>
        </pc:spChg>
        <pc:spChg chg="mod">
          <ac:chgData name="Ben C L FUNG" userId="2bc1a8d8-82cc-46fb-a66a-21e3967849fb" providerId="ADAL" clId="{0FBAA9E4-47BE-4DFA-B60F-0682F1CD7127}" dt="2023-01-29T15:49:38.618" v="535" actId="27636"/>
          <ac:spMkLst>
            <pc:docMk/>
            <pc:sldMk cId="0" sldId="420"/>
            <ac:spMk id="21507" creationId="{D0DB4EEB-E930-DE62-3BE7-BB389F133BF4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655" v="537" actId="27636"/>
        <pc:sldMkLst>
          <pc:docMk/>
          <pc:sldMk cId="0" sldId="421"/>
        </pc:sldMkLst>
        <pc:spChg chg="mod">
          <ac:chgData name="Ben C L FUNG" userId="2bc1a8d8-82cc-46fb-a66a-21e3967849fb" providerId="ADAL" clId="{0FBAA9E4-47BE-4DFA-B60F-0682F1CD7127}" dt="2023-01-29T15:49:38.655" v="537" actId="27636"/>
          <ac:spMkLst>
            <pc:docMk/>
            <pc:sldMk cId="0" sldId="421"/>
            <ac:spMk id="22530" creationId="{23E92B66-55B2-FACD-F4D3-F0B9A5C32455}"/>
          </ac:spMkLst>
        </pc:spChg>
        <pc:spChg chg="mod">
          <ac:chgData name="Ben C L FUNG" userId="2bc1a8d8-82cc-46fb-a66a-21e3967849fb" providerId="ADAL" clId="{0FBAA9E4-47BE-4DFA-B60F-0682F1CD7127}" dt="2023-01-29T15:49:38.654" v="536" actId="27636"/>
          <ac:spMkLst>
            <pc:docMk/>
            <pc:sldMk cId="0" sldId="421"/>
            <ac:spMk id="22531" creationId="{80F051EB-D315-F87C-673B-DC662E33C3E4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687" v="539" actId="27636"/>
        <pc:sldMkLst>
          <pc:docMk/>
          <pc:sldMk cId="0" sldId="422"/>
        </pc:sldMkLst>
        <pc:spChg chg="mod">
          <ac:chgData name="Ben C L FUNG" userId="2bc1a8d8-82cc-46fb-a66a-21e3967849fb" providerId="ADAL" clId="{0FBAA9E4-47BE-4DFA-B60F-0682F1CD7127}" dt="2023-01-29T15:49:38.687" v="539" actId="27636"/>
          <ac:spMkLst>
            <pc:docMk/>
            <pc:sldMk cId="0" sldId="422"/>
            <ac:spMk id="23554" creationId="{17CAC1AD-6D16-1C04-AD8F-F741F669C52A}"/>
          </ac:spMkLst>
        </pc:spChg>
        <pc:spChg chg="mod">
          <ac:chgData name="Ben C L FUNG" userId="2bc1a8d8-82cc-46fb-a66a-21e3967849fb" providerId="ADAL" clId="{0FBAA9E4-47BE-4DFA-B60F-0682F1CD7127}" dt="2023-01-29T15:49:38.686" v="538" actId="27636"/>
          <ac:spMkLst>
            <pc:docMk/>
            <pc:sldMk cId="0" sldId="422"/>
            <ac:spMk id="23555" creationId="{9496200B-D792-D895-8996-0720F7125C59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709" v="541" actId="27636"/>
        <pc:sldMkLst>
          <pc:docMk/>
          <pc:sldMk cId="0" sldId="423"/>
        </pc:sldMkLst>
        <pc:spChg chg="mod">
          <ac:chgData name="Ben C L FUNG" userId="2bc1a8d8-82cc-46fb-a66a-21e3967849fb" providerId="ADAL" clId="{0FBAA9E4-47BE-4DFA-B60F-0682F1CD7127}" dt="2023-01-29T15:49:38.709" v="541" actId="27636"/>
          <ac:spMkLst>
            <pc:docMk/>
            <pc:sldMk cId="0" sldId="423"/>
            <ac:spMk id="24578" creationId="{451DAC15-95D1-AA75-6798-4810FADEC560}"/>
          </ac:spMkLst>
        </pc:spChg>
        <pc:spChg chg="mod">
          <ac:chgData name="Ben C L FUNG" userId="2bc1a8d8-82cc-46fb-a66a-21e3967849fb" providerId="ADAL" clId="{0FBAA9E4-47BE-4DFA-B60F-0682F1CD7127}" dt="2023-01-29T15:49:38.708" v="540" actId="27636"/>
          <ac:spMkLst>
            <pc:docMk/>
            <pc:sldMk cId="0" sldId="423"/>
            <ac:spMk id="24579" creationId="{231F37A6-2D34-76B4-FCD6-56322B67A61F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726" v="543" actId="27636"/>
        <pc:sldMkLst>
          <pc:docMk/>
          <pc:sldMk cId="0" sldId="424"/>
        </pc:sldMkLst>
        <pc:spChg chg="mod">
          <ac:chgData name="Ben C L FUNG" userId="2bc1a8d8-82cc-46fb-a66a-21e3967849fb" providerId="ADAL" clId="{0FBAA9E4-47BE-4DFA-B60F-0682F1CD7127}" dt="2023-01-29T15:49:38.712" v="542" actId="27636"/>
          <ac:spMkLst>
            <pc:docMk/>
            <pc:sldMk cId="0" sldId="424"/>
            <ac:spMk id="25602" creationId="{7040F13C-BA88-924B-187D-3DCA4D1DB655}"/>
          </ac:spMkLst>
        </pc:spChg>
        <pc:spChg chg="mod">
          <ac:chgData name="Ben C L FUNG" userId="2bc1a8d8-82cc-46fb-a66a-21e3967849fb" providerId="ADAL" clId="{0FBAA9E4-47BE-4DFA-B60F-0682F1CD7127}" dt="2023-01-29T15:49:38.726" v="543" actId="27636"/>
          <ac:spMkLst>
            <pc:docMk/>
            <pc:sldMk cId="0" sldId="424"/>
            <ac:spMk id="25603" creationId="{C7342164-9EC3-7344-348E-5CEFEDB08AF7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729" v="544" actId="27636"/>
        <pc:sldMkLst>
          <pc:docMk/>
          <pc:sldMk cId="0" sldId="425"/>
        </pc:sldMkLst>
        <pc:spChg chg="mod">
          <ac:chgData name="Ben C L FUNG" userId="2bc1a8d8-82cc-46fb-a66a-21e3967849fb" providerId="ADAL" clId="{0FBAA9E4-47BE-4DFA-B60F-0682F1CD7127}" dt="2023-01-29T15:49:38.729" v="544" actId="27636"/>
          <ac:spMkLst>
            <pc:docMk/>
            <pc:sldMk cId="0" sldId="425"/>
            <ac:spMk id="26626" creationId="{EE6F0452-3F35-DA39-E0FF-27E8D513CD8C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731" v="545" actId="27636"/>
        <pc:sldMkLst>
          <pc:docMk/>
          <pc:sldMk cId="0" sldId="426"/>
        </pc:sldMkLst>
        <pc:spChg chg="mod">
          <ac:chgData name="Ben C L FUNG" userId="2bc1a8d8-82cc-46fb-a66a-21e3967849fb" providerId="ADAL" clId="{0FBAA9E4-47BE-4DFA-B60F-0682F1CD7127}" dt="2023-01-29T15:49:38.731" v="545" actId="27636"/>
          <ac:spMkLst>
            <pc:docMk/>
            <pc:sldMk cId="0" sldId="426"/>
            <ac:spMk id="27650" creationId="{6919A20A-7928-2EB3-2989-EDE9F07B9729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745" v="546" actId="27636"/>
        <pc:sldMkLst>
          <pc:docMk/>
          <pc:sldMk cId="0" sldId="427"/>
        </pc:sldMkLst>
        <pc:spChg chg="mod">
          <ac:chgData name="Ben C L FUNG" userId="2bc1a8d8-82cc-46fb-a66a-21e3967849fb" providerId="ADAL" clId="{0FBAA9E4-47BE-4DFA-B60F-0682F1CD7127}" dt="2023-01-29T15:49:38.745" v="546" actId="27636"/>
          <ac:spMkLst>
            <pc:docMk/>
            <pc:sldMk cId="0" sldId="427"/>
            <ac:spMk id="28675" creationId="{C7253DF0-B538-6EE6-8E39-76872183E424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760" v="548" actId="27636"/>
        <pc:sldMkLst>
          <pc:docMk/>
          <pc:sldMk cId="0" sldId="428"/>
        </pc:sldMkLst>
        <pc:spChg chg="mod">
          <ac:chgData name="Ben C L FUNG" userId="2bc1a8d8-82cc-46fb-a66a-21e3967849fb" providerId="ADAL" clId="{0FBAA9E4-47BE-4DFA-B60F-0682F1CD7127}" dt="2023-01-29T15:49:38.760" v="548" actId="27636"/>
          <ac:spMkLst>
            <pc:docMk/>
            <pc:sldMk cId="0" sldId="428"/>
            <ac:spMk id="29698" creationId="{4AF09FF2-9545-A6A6-DA0F-4A017897AEAD}"/>
          </ac:spMkLst>
        </pc:spChg>
        <pc:spChg chg="mod">
          <ac:chgData name="Ben C L FUNG" userId="2bc1a8d8-82cc-46fb-a66a-21e3967849fb" providerId="ADAL" clId="{0FBAA9E4-47BE-4DFA-B60F-0682F1CD7127}" dt="2023-01-29T15:49:38.759" v="547" actId="27636"/>
          <ac:spMkLst>
            <pc:docMk/>
            <pc:sldMk cId="0" sldId="428"/>
            <ac:spMk id="29699" creationId="{C7B553C9-72CB-76B9-3CF3-64C5ECC659C3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762" v="549" actId="27636"/>
        <pc:sldMkLst>
          <pc:docMk/>
          <pc:sldMk cId="0" sldId="429"/>
        </pc:sldMkLst>
        <pc:spChg chg="mod">
          <ac:chgData name="Ben C L FUNG" userId="2bc1a8d8-82cc-46fb-a66a-21e3967849fb" providerId="ADAL" clId="{0FBAA9E4-47BE-4DFA-B60F-0682F1CD7127}" dt="2023-01-29T15:49:38.762" v="549" actId="27636"/>
          <ac:spMkLst>
            <pc:docMk/>
            <pc:sldMk cId="0" sldId="429"/>
            <ac:spMk id="30722" creationId="{179EC2AA-8847-FF41-66B5-77A4ACEC12A3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787" v="551" actId="27636"/>
        <pc:sldMkLst>
          <pc:docMk/>
          <pc:sldMk cId="0" sldId="430"/>
        </pc:sldMkLst>
        <pc:spChg chg="mod">
          <ac:chgData name="Ben C L FUNG" userId="2bc1a8d8-82cc-46fb-a66a-21e3967849fb" providerId="ADAL" clId="{0FBAA9E4-47BE-4DFA-B60F-0682F1CD7127}" dt="2023-01-29T15:49:38.764" v="550" actId="27636"/>
          <ac:spMkLst>
            <pc:docMk/>
            <pc:sldMk cId="0" sldId="430"/>
            <ac:spMk id="31746" creationId="{0579DD50-6F10-197A-7DA2-D186E0CE4F22}"/>
          </ac:spMkLst>
        </pc:spChg>
        <pc:spChg chg="mod">
          <ac:chgData name="Ben C L FUNG" userId="2bc1a8d8-82cc-46fb-a66a-21e3967849fb" providerId="ADAL" clId="{0FBAA9E4-47BE-4DFA-B60F-0682F1CD7127}" dt="2023-01-29T15:49:38.787" v="551" actId="27636"/>
          <ac:spMkLst>
            <pc:docMk/>
            <pc:sldMk cId="0" sldId="430"/>
            <ac:spMk id="31747" creationId="{7680151F-C3EE-86E7-63C4-C627737EB047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791" v="552" actId="27636"/>
        <pc:sldMkLst>
          <pc:docMk/>
          <pc:sldMk cId="0" sldId="431"/>
        </pc:sldMkLst>
        <pc:spChg chg="mod">
          <ac:chgData name="Ben C L FUNG" userId="2bc1a8d8-82cc-46fb-a66a-21e3967849fb" providerId="ADAL" clId="{0FBAA9E4-47BE-4DFA-B60F-0682F1CD7127}" dt="2023-01-29T15:49:38.791" v="552" actId="27636"/>
          <ac:spMkLst>
            <pc:docMk/>
            <pc:sldMk cId="0" sldId="431"/>
            <ac:spMk id="32770" creationId="{9D075037-8C08-7D5A-6886-549FCD806882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820" v="553" actId="27636"/>
        <pc:sldMkLst>
          <pc:docMk/>
          <pc:sldMk cId="0" sldId="432"/>
        </pc:sldMkLst>
        <pc:spChg chg="mod">
          <ac:chgData name="Ben C L FUNG" userId="2bc1a8d8-82cc-46fb-a66a-21e3967849fb" providerId="ADAL" clId="{0FBAA9E4-47BE-4DFA-B60F-0682F1CD7127}" dt="2023-01-29T15:49:38.820" v="553" actId="27636"/>
          <ac:spMkLst>
            <pc:docMk/>
            <pc:sldMk cId="0" sldId="432"/>
            <ac:spMk id="33795" creationId="{8D9D2B32-4911-86BE-80B9-C8E0C3D63C02}"/>
          </ac:spMkLst>
        </pc:spChg>
      </pc:sldChg>
      <pc:sldChg chg="add">
        <pc:chgData name="Ben C L FUNG" userId="2bc1a8d8-82cc-46fb-a66a-21e3967849fb" providerId="ADAL" clId="{0FBAA9E4-47BE-4DFA-B60F-0682F1CD7127}" dt="2023-01-29T15:49:38.294" v="509"/>
        <pc:sldMkLst>
          <pc:docMk/>
          <pc:sldMk cId="0" sldId="433"/>
        </pc:sldMkLst>
      </pc:sldChg>
      <pc:sldChg chg="modSp add mod">
        <pc:chgData name="Ben C L FUNG" userId="2bc1a8d8-82cc-46fb-a66a-21e3967849fb" providerId="ADAL" clId="{0FBAA9E4-47BE-4DFA-B60F-0682F1CD7127}" dt="2023-01-29T15:49:38.864" v="555" actId="27636"/>
        <pc:sldMkLst>
          <pc:docMk/>
          <pc:sldMk cId="0" sldId="434"/>
        </pc:sldMkLst>
        <pc:spChg chg="mod">
          <ac:chgData name="Ben C L FUNG" userId="2bc1a8d8-82cc-46fb-a66a-21e3967849fb" providerId="ADAL" clId="{0FBAA9E4-47BE-4DFA-B60F-0682F1CD7127}" dt="2023-01-29T15:49:38.864" v="555" actId="27636"/>
          <ac:spMkLst>
            <pc:docMk/>
            <pc:sldMk cId="0" sldId="434"/>
            <ac:spMk id="35842" creationId="{4E2D0C87-E42C-707E-437B-C9F497D253C5}"/>
          </ac:spMkLst>
        </pc:spChg>
        <pc:spChg chg="mod">
          <ac:chgData name="Ben C L FUNG" userId="2bc1a8d8-82cc-46fb-a66a-21e3967849fb" providerId="ADAL" clId="{0FBAA9E4-47BE-4DFA-B60F-0682F1CD7127}" dt="2023-01-29T15:49:38.863" v="554" actId="27636"/>
          <ac:spMkLst>
            <pc:docMk/>
            <pc:sldMk cId="0" sldId="434"/>
            <ac:spMk id="35843" creationId="{914B0210-0ABD-B7E9-17BC-617E611FE3B7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871" v="556" actId="27636"/>
        <pc:sldMkLst>
          <pc:docMk/>
          <pc:sldMk cId="0" sldId="435"/>
        </pc:sldMkLst>
        <pc:spChg chg="mod">
          <ac:chgData name="Ben C L FUNG" userId="2bc1a8d8-82cc-46fb-a66a-21e3967849fb" providerId="ADAL" clId="{0FBAA9E4-47BE-4DFA-B60F-0682F1CD7127}" dt="2023-01-29T15:49:38.871" v="556" actId="27636"/>
          <ac:spMkLst>
            <pc:docMk/>
            <pc:sldMk cId="0" sldId="435"/>
            <ac:spMk id="36866" creationId="{4E5EC155-085F-D7D0-9094-47130C15A151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874" v="557" actId="27636"/>
        <pc:sldMkLst>
          <pc:docMk/>
          <pc:sldMk cId="0" sldId="436"/>
        </pc:sldMkLst>
        <pc:spChg chg="mod">
          <ac:chgData name="Ben C L FUNG" userId="2bc1a8d8-82cc-46fb-a66a-21e3967849fb" providerId="ADAL" clId="{0FBAA9E4-47BE-4DFA-B60F-0682F1CD7127}" dt="2023-01-29T15:49:38.874" v="557" actId="27636"/>
          <ac:spMkLst>
            <pc:docMk/>
            <pc:sldMk cId="0" sldId="436"/>
            <ac:spMk id="37890" creationId="{ACBF4A7E-8356-ECF8-184A-84EAC12762BD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898" v="559" actId="27636"/>
        <pc:sldMkLst>
          <pc:docMk/>
          <pc:sldMk cId="0" sldId="437"/>
        </pc:sldMkLst>
        <pc:spChg chg="mod">
          <ac:chgData name="Ben C L FUNG" userId="2bc1a8d8-82cc-46fb-a66a-21e3967849fb" providerId="ADAL" clId="{0FBAA9E4-47BE-4DFA-B60F-0682F1CD7127}" dt="2023-01-29T15:49:38.898" v="559" actId="27636"/>
          <ac:spMkLst>
            <pc:docMk/>
            <pc:sldMk cId="0" sldId="437"/>
            <ac:spMk id="36867" creationId="{EAE46D91-0C1A-0038-F6FC-EC9074297007}"/>
          </ac:spMkLst>
        </pc:spChg>
        <pc:spChg chg="mod">
          <ac:chgData name="Ben C L FUNG" userId="2bc1a8d8-82cc-46fb-a66a-21e3967849fb" providerId="ADAL" clId="{0FBAA9E4-47BE-4DFA-B60F-0682F1CD7127}" dt="2023-01-29T15:49:38.876" v="558" actId="27636"/>
          <ac:spMkLst>
            <pc:docMk/>
            <pc:sldMk cId="0" sldId="437"/>
            <ac:spMk id="38914" creationId="{68877D98-99FD-5BA6-EA8B-A7813286BE37}"/>
          </ac:spMkLst>
        </pc:spChg>
      </pc:sldChg>
      <pc:sldChg chg="modSp add mod">
        <pc:chgData name="Ben C L FUNG" userId="2bc1a8d8-82cc-46fb-a66a-21e3967849fb" providerId="ADAL" clId="{0FBAA9E4-47BE-4DFA-B60F-0682F1CD7127}" dt="2023-01-29T15:49:38.930" v="561" actId="27636"/>
        <pc:sldMkLst>
          <pc:docMk/>
          <pc:sldMk cId="0" sldId="438"/>
        </pc:sldMkLst>
        <pc:spChg chg="mod">
          <ac:chgData name="Ben C L FUNG" userId="2bc1a8d8-82cc-46fb-a66a-21e3967849fb" providerId="ADAL" clId="{0FBAA9E4-47BE-4DFA-B60F-0682F1CD7127}" dt="2023-01-29T15:49:38.901" v="560" actId="27636"/>
          <ac:spMkLst>
            <pc:docMk/>
            <pc:sldMk cId="0" sldId="438"/>
            <ac:spMk id="39938" creationId="{A7D6296A-F562-62B9-9B28-F7E15630EB6C}"/>
          </ac:spMkLst>
        </pc:spChg>
        <pc:spChg chg="mod">
          <ac:chgData name="Ben C L FUNG" userId="2bc1a8d8-82cc-46fb-a66a-21e3967849fb" providerId="ADAL" clId="{0FBAA9E4-47BE-4DFA-B60F-0682F1CD7127}" dt="2023-01-29T15:49:38.930" v="561" actId="27636"/>
          <ac:spMkLst>
            <pc:docMk/>
            <pc:sldMk cId="0" sldId="438"/>
            <ac:spMk id="39939" creationId="{43D78B14-7DE2-298D-8A0C-CA8A7F88E457}"/>
          </ac:spMkLst>
        </pc:spChg>
      </pc:sldChg>
      <pc:sldChg chg="add">
        <pc:chgData name="Ben C L FUNG" userId="2bc1a8d8-82cc-46fb-a66a-21e3967849fb" providerId="ADAL" clId="{0FBAA9E4-47BE-4DFA-B60F-0682F1CD7127}" dt="2023-01-29T15:49:38.294" v="509"/>
        <pc:sldMkLst>
          <pc:docMk/>
          <pc:sldMk cId="0" sldId="439"/>
        </pc:sldMkLst>
      </pc:sldChg>
      <pc:sldChg chg="modSp add mod">
        <pc:chgData name="Ben C L FUNG" userId="2bc1a8d8-82cc-46fb-a66a-21e3967849fb" providerId="ADAL" clId="{0FBAA9E4-47BE-4DFA-B60F-0682F1CD7127}" dt="2023-01-29T15:49:38.973" v="563" actId="27636"/>
        <pc:sldMkLst>
          <pc:docMk/>
          <pc:sldMk cId="0" sldId="440"/>
        </pc:sldMkLst>
        <pc:spChg chg="mod">
          <ac:chgData name="Ben C L FUNG" userId="2bc1a8d8-82cc-46fb-a66a-21e3967849fb" providerId="ADAL" clId="{0FBAA9E4-47BE-4DFA-B60F-0682F1CD7127}" dt="2023-01-29T15:49:38.973" v="563" actId="27636"/>
          <ac:spMkLst>
            <pc:docMk/>
            <pc:sldMk cId="0" sldId="440"/>
            <ac:spMk id="41986" creationId="{C88A1043-BC34-E450-26D7-7E4A43C51F71}"/>
          </ac:spMkLst>
        </pc:spChg>
        <pc:spChg chg="mod">
          <ac:chgData name="Ben C L FUNG" userId="2bc1a8d8-82cc-46fb-a66a-21e3967849fb" providerId="ADAL" clId="{0FBAA9E4-47BE-4DFA-B60F-0682F1CD7127}" dt="2023-01-29T15:49:38.971" v="562" actId="27636"/>
          <ac:spMkLst>
            <pc:docMk/>
            <pc:sldMk cId="0" sldId="440"/>
            <ac:spMk id="41987" creationId="{AB86F280-C45E-A552-91D0-0179CBF950AC}"/>
          </ac:spMkLst>
        </pc:spChg>
      </pc:sldChg>
      <pc:sldChg chg="add">
        <pc:chgData name="Ben C L FUNG" userId="2bc1a8d8-82cc-46fb-a66a-21e3967849fb" providerId="ADAL" clId="{0FBAA9E4-47BE-4DFA-B60F-0682F1CD7127}" dt="2023-01-29T15:49:38.294" v="509"/>
        <pc:sldMkLst>
          <pc:docMk/>
          <pc:sldMk cId="0" sldId="441"/>
        </pc:sldMkLst>
      </pc:sldChg>
      <pc:sldChg chg="modSp add mod">
        <pc:chgData name="Ben C L FUNG" userId="2bc1a8d8-82cc-46fb-a66a-21e3967849fb" providerId="ADAL" clId="{0FBAA9E4-47BE-4DFA-B60F-0682F1CD7127}" dt="2023-01-29T15:49:38.999" v="564" actId="27636"/>
        <pc:sldMkLst>
          <pc:docMk/>
          <pc:sldMk cId="0" sldId="442"/>
        </pc:sldMkLst>
        <pc:spChg chg="mod">
          <ac:chgData name="Ben C L FUNG" userId="2bc1a8d8-82cc-46fb-a66a-21e3967849fb" providerId="ADAL" clId="{0FBAA9E4-47BE-4DFA-B60F-0682F1CD7127}" dt="2023-01-29T15:49:38.999" v="564" actId="27636"/>
          <ac:spMkLst>
            <pc:docMk/>
            <pc:sldMk cId="0" sldId="442"/>
            <ac:spMk id="44035" creationId="{F1AE20A7-0541-CD72-7749-101A3FEC30F8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015" v="566" actId="27636"/>
        <pc:sldMkLst>
          <pc:docMk/>
          <pc:sldMk cId="0" sldId="443"/>
        </pc:sldMkLst>
        <pc:spChg chg="mod">
          <ac:chgData name="Ben C L FUNG" userId="2bc1a8d8-82cc-46fb-a66a-21e3967849fb" providerId="ADAL" clId="{0FBAA9E4-47BE-4DFA-B60F-0682F1CD7127}" dt="2023-01-29T15:49:39.015" v="566" actId="27636"/>
          <ac:spMkLst>
            <pc:docMk/>
            <pc:sldMk cId="0" sldId="443"/>
            <ac:spMk id="45058" creationId="{2824A7B7-20C4-3BA8-B138-03C7D2324BDB}"/>
          </ac:spMkLst>
        </pc:spChg>
        <pc:spChg chg="mod">
          <ac:chgData name="Ben C L FUNG" userId="2bc1a8d8-82cc-46fb-a66a-21e3967849fb" providerId="ADAL" clId="{0FBAA9E4-47BE-4DFA-B60F-0682F1CD7127}" dt="2023-01-29T15:49:39.014" v="565" actId="27636"/>
          <ac:spMkLst>
            <pc:docMk/>
            <pc:sldMk cId="0" sldId="443"/>
            <ac:spMk id="45059" creationId="{DC1DBBAE-FE2D-C459-6693-6D7EC3425089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036" v="568" actId="27636"/>
        <pc:sldMkLst>
          <pc:docMk/>
          <pc:sldMk cId="0" sldId="444"/>
        </pc:sldMkLst>
        <pc:spChg chg="mod">
          <ac:chgData name="Ben C L FUNG" userId="2bc1a8d8-82cc-46fb-a66a-21e3967849fb" providerId="ADAL" clId="{0FBAA9E4-47BE-4DFA-B60F-0682F1CD7127}" dt="2023-01-29T15:49:39.036" v="568" actId="27636"/>
          <ac:spMkLst>
            <pc:docMk/>
            <pc:sldMk cId="0" sldId="444"/>
            <ac:spMk id="46082" creationId="{FDEC38EE-CFAC-22DB-566F-E3466BFE6225}"/>
          </ac:spMkLst>
        </pc:spChg>
        <pc:spChg chg="mod">
          <ac:chgData name="Ben C L FUNG" userId="2bc1a8d8-82cc-46fb-a66a-21e3967849fb" providerId="ADAL" clId="{0FBAA9E4-47BE-4DFA-B60F-0682F1CD7127}" dt="2023-01-29T15:49:39.035" v="567" actId="27636"/>
          <ac:spMkLst>
            <pc:docMk/>
            <pc:sldMk cId="0" sldId="444"/>
            <ac:spMk id="46083" creationId="{2156CE90-E252-3842-D9E0-69DE3154206C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059" v="569" actId="27636"/>
        <pc:sldMkLst>
          <pc:docMk/>
          <pc:sldMk cId="0" sldId="445"/>
        </pc:sldMkLst>
        <pc:spChg chg="mod">
          <ac:chgData name="Ben C L FUNG" userId="2bc1a8d8-82cc-46fb-a66a-21e3967849fb" providerId="ADAL" clId="{0FBAA9E4-47BE-4DFA-B60F-0682F1CD7127}" dt="2023-01-29T15:49:39.059" v="569" actId="27636"/>
          <ac:spMkLst>
            <pc:docMk/>
            <pc:sldMk cId="0" sldId="445"/>
            <ac:spMk id="47107" creationId="{3D5BAD75-E07F-81E5-D66A-F5F6D5EE9125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083" v="571" actId="27636"/>
        <pc:sldMkLst>
          <pc:docMk/>
          <pc:sldMk cId="0" sldId="446"/>
        </pc:sldMkLst>
        <pc:spChg chg="mod">
          <ac:chgData name="Ben C L FUNG" userId="2bc1a8d8-82cc-46fb-a66a-21e3967849fb" providerId="ADAL" clId="{0FBAA9E4-47BE-4DFA-B60F-0682F1CD7127}" dt="2023-01-29T15:49:39.083" v="571" actId="27636"/>
          <ac:spMkLst>
            <pc:docMk/>
            <pc:sldMk cId="0" sldId="446"/>
            <ac:spMk id="48130" creationId="{75BCAE4A-5BE6-A940-67D4-F08A0DCD061A}"/>
          </ac:spMkLst>
        </pc:spChg>
        <pc:spChg chg="mod">
          <ac:chgData name="Ben C L FUNG" userId="2bc1a8d8-82cc-46fb-a66a-21e3967849fb" providerId="ADAL" clId="{0FBAA9E4-47BE-4DFA-B60F-0682F1CD7127}" dt="2023-01-29T15:49:39.082" v="570" actId="27636"/>
          <ac:spMkLst>
            <pc:docMk/>
            <pc:sldMk cId="0" sldId="446"/>
            <ac:spMk id="48131" creationId="{E7942FDC-883B-EB1D-333F-B82742FD3F4E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101" v="573" actId="27636"/>
        <pc:sldMkLst>
          <pc:docMk/>
          <pc:sldMk cId="0" sldId="447"/>
        </pc:sldMkLst>
        <pc:spChg chg="mod">
          <ac:chgData name="Ben C L FUNG" userId="2bc1a8d8-82cc-46fb-a66a-21e3967849fb" providerId="ADAL" clId="{0FBAA9E4-47BE-4DFA-B60F-0682F1CD7127}" dt="2023-01-29T15:49:39.101" v="573" actId="27636"/>
          <ac:spMkLst>
            <pc:docMk/>
            <pc:sldMk cId="0" sldId="447"/>
            <ac:spMk id="1028" creationId="{B9602F9F-43C1-AD59-ABC3-BAFB556B66BA}"/>
          </ac:spMkLst>
        </pc:spChg>
        <pc:spChg chg="mod">
          <ac:chgData name="Ben C L FUNG" userId="2bc1a8d8-82cc-46fb-a66a-21e3967849fb" providerId="ADAL" clId="{0FBAA9E4-47BE-4DFA-B60F-0682F1CD7127}" dt="2023-01-29T15:49:39.100" v="572" actId="27636"/>
          <ac:spMkLst>
            <pc:docMk/>
            <pc:sldMk cId="0" sldId="447"/>
            <ac:spMk id="1029" creationId="{130832E9-ED28-F2BC-FF34-A51B4464215E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111" v="575" actId="27636"/>
        <pc:sldMkLst>
          <pc:docMk/>
          <pc:sldMk cId="0" sldId="448"/>
        </pc:sldMkLst>
        <pc:spChg chg="mod">
          <ac:chgData name="Ben C L FUNG" userId="2bc1a8d8-82cc-46fb-a66a-21e3967849fb" providerId="ADAL" clId="{0FBAA9E4-47BE-4DFA-B60F-0682F1CD7127}" dt="2023-01-29T15:49:39.111" v="575" actId="27636"/>
          <ac:spMkLst>
            <pc:docMk/>
            <pc:sldMk cId="0" sldId="448"/>
            <ac:spMk id="49154" creationId="{4DDEDC40-7C2D-5B4C-F5E9-0FBE62E5C7BA}"/>
          </ac:spMkLst>
        </pc:spChg>
        <pc:spChg chg="mod">
          <ac:chgData name="Ben C L FUNG" userId="2bc1a8d8-82cc-46fb-a66a-21e3967849fb" providerId="ADAL" clId="{0FBAA9E4-47BE-4DFA-B60F-0682F1CD7127}" dt="2023-01-29T15:49:39.110" v="574" actId="27636"/>
          <ac:spMkLst>
            <pc:docMk/>
            <pc:sldMk cId="0" sldId="448"/>
            <ac:spMk id="49155" creationId="{0E253BE7-08B6-F280-7E4B-C83C5E6E4886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134" v="577" actId="27636"/>
        <pc:sldMkLst>
          <pc:docMk/>
          <pc:sldMk cId="0" sldId="449"/>
        </pc:sldMkLst>
        <pc:spChg chg="mod">
          <ac:chgData name="Ben C L FUNG" userId="2bc1a8d8-82cc-46fb-a66a-21e3967849fb" providerId="ADAL" clId="{0FBAA9E4-47BE-4DFA-B60F-0682F1CD7127}" dt="2023-01-29T15:49:39.134" v="577" actId="27636"/>
          <ac:spMkLst>
            <pc:docMk/>
            <pc:sldMk cId="0" sldId="449"/>
            <ac:spMk id="50178" creationId="{419D8F97-1A82-33CF-BD5D-BF27368F9558}"/>
          </ac:spMkLst>
        </pc:spChg>
        <pc:spChg chg="mod">
          <ac:chgData name="Ben C L FUNG" userId="2bc1a8d8-82cc-46fb-a66a-21e3967849fb" providerId="ADAL" clId="{0FBAA9E4-47BE-4DFA-B60F-0682F1CD7127}" dt="2023-01-29T15:49:39.132" v="576" actId="27636"/>
          <ac:spMkLst>
            <pc:docMk/>
            <pc:sldMk cId="0" sldId="449"/>
            <ac:spMk id="50179" creationId="{EB997663-6644-D24B-FB25-56639E7D7BCE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165" v="579" actId="27636"/>
        <pc:sldMkLst>
          <pc:docMk/>
          <pc:sldMk cId="0" sldId="450"/>
        </pc:sldMkLst>
        <pc:spChg chg="mod">
          <ac:chgData name="Ben C L FUNG" userId="2bc1a8d8-82cc-46fb-a66a-21e3967849fb" providerId="ADAL" clId="{0FBAA9E4-47BE-4DFA-B60F-0682F1CD7127}" dt="2023-01-29T15:49:39.138" v="578" actId="27636"/>
          <ac:spMkLst>
            <pc:docMk/>
            <pc:sldMk cId="0" sldId="450"/>
            <ac:spMk id="51202" creationId="{BABBB295-DA52-DF2D-58E6-D6100871E64F}"/>
          </ac:spMkLst>
        </pc:spChg>
        <pc:spChg chg="mod">
          <ac:chgData name="Ben C L FUNG" userId="2bc1a8d8-82cc-46fb-a66a-21e3967849fb" providerId="ADAL" clId="{0FBAA9E4-47BE-4DFA-B60F-0682F1CD7127}" dt="2023-01-29T15:49:39.165" v="579" actId="27636"/>
          <ac:spMkLst>
            <pc:docMk/>
            <pc:sldMk cId="0" sldId="450"/>
            <ac:spMk id="51203" creationId="{9F435796-69B5-9056-D5C1-79ACDB3A1F8E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189" v="581" actId="27636"/>
        <pc:sldMkLst>
          <pc:docMk/>
          <pc:sldMk cId="0" sldId="451"/>
        </pc:sldMkLst>
        <pc:spChg chg="mod">
          <ac:chgData name="Ben C L FUNG" userId="2bc1a8d8-82cc-46fb-a66a-21e3967849fb" providerId="ADAL" clId="{0FBAA9E4-47BE-4DFA-B60F-0682F1CD7127}" dt="2023-01-29T15:49:39.189" v="581" actId="27636"/>
          <ac:spMkLst>
            <pc:docMk/>
            <pc:sldMk cId="0" sldId="451"/>
            <ac:spMk id="52226" creationId="{3BBCA140-4A58-5790-4DE7-341ADD044259}"/>
          </ac:spMkLst>
        </pc:spChg>
        <pc:spChg chg="mod">
          <ac:chgData name="Ben C L FUNG" userId="2bc1a8d8-82cc-46fb-a66a-21e3967849fb" providerId="ADAL" clId="{0FBAA9E4-47BE-4DFA-B60F-0682F1CD7127}" dt="2023-01-29T15:49:39.188" v="580" actId="27636"/>
          <ac:spMkLst>
            <pc:docMk/>
            <pc:sldMk cId="0" sldId="451"/>
            <ac:spMk id="52227" creationId="{74ADF68D-0EB4-CA73-5287-072ABCFEAAC4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204" v="582" actId="27636"/>
        <pc:sldMkLst>
          <pc:docMk/>
          <pc:sldMk cId="0" sldId="452"/>
        </pc:sldMkLst>
        <pc:spChg chg="mod">
          <ac:chgData name="Ben C L FUNG" userId="2bc1a8d8-82cc-46fb-a66a-21e3967849fb" providerId="ADAL" clId="{0FBAA9E4-47BE-4DFA-B60F-0682F1CD7127}" dt="2023-01-29T15:49:39.204" v="582" actId="27636"/>
          <ac:spMkLst>
            <pc:docMk/>
            <pc:sldMk cId="0" sldId="452"/>
            <ac:spMk id="53250" creationId="{54DE7024-88EB-2D99-B577-2C61F564F379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223" v="584" actId="27636"/>
        <pc:sldMkLst>
          <pc:docMk/>
          <pc:sldMk cId="0" sldId="453"/>
        </pc:sldMkLst>
        <pc:spChg chg="mod">
          <ac:chgData name="Ben C L FUNG" userId="2bc1a8d8-82cc-46fb-a66a-21e3967849fb" providerId="ADAL" clId="{0FBAA9E4-47BE-4DFA-B60F-0682F1CD7127}" dt="2023-01-29T15:49:39.206" v="583" actId="27636"/>
          <ac:spMkLst>
            <pc:docMk/>
            <pc:sldMk cId="0" sldId="453"/>
            <ac:spMk id="54274" creationId="{9818ADC9-3605-5EEC-9268-0B820EC8F776}"/>
          </ac:spMkLst>
        </pc:spChg>
        <pc:spChg chg="mod">
          <ac:chgData name="Ben C L FUNG" userId="2bc1a8d8-82cc-46fb-a66a-21e3967849fb" providerId="ADAL" clId="{0FBAA9E4-47BE-4DFA-B60F-0682F1CD7127}" dt="2023-01-29T15:49:39.223" v="584" actId="27636"/>
          <ac:spMkLst>
            <pc:docMk/>
            <pc:sldMk cId="0" sldId="453"/>
            <ac:spMk id="54275" creationId="{848FB6A2-A1A2-7470-E154-21858AE09899}"/>
          </ac:spMkLst>
        </pc:spChg>
      </pc:sldChg>
      <pc:sldChg chg="add">
        <pc:chgData name="Ben C L FUNG" userId="2bc1a8d8-82cc-46fb-a66a-21e3967849fb" providerId="ADAL" clId="{0FBAA9E4-47BE-4DFA-B60F-0682F1CD7127}" dt="2023-01-29T15:49:38.294" v="509"/>
        <pc:sldMkLst>
          <pc:docMk/>
          <pc:sldMk cId="0" sldId="454"/>
        </pc:sldMkLst>
      </pc:sldChg>
      <pc:sldChg chg="modSp add mod">
        <pc:chgData name="Ben C L FUNG" userId="2bc1a8d8-82cc-46fb-a66a-21e3967849fb" providerId="ADAL" clId="{0FBAA9E4-47BE-4DFA-B60F-0682F1CD7127}" dt="2023-01-29T15:49:39.234" v="585" actId="27636"/>
        <pc:sldMkLst>
          <pc:docMk/>
          <pc:sldMk cId="0" sldId="455"/>
        </pc:sldMkLst>
        <pc:spChg chg="mod">
          <ac:chgData name="Ben C L FUNG" userId="2bc1a8d8-82cc-46fb-a66a-21e3967849fb" providerId="ADAL" clId="{0FBAA9E4-47BE-4DFA-B60F-0682F1CD7127}" dt="2023-01-29T15:49:39.234" v="585" actId="27636"/>
          <ac:spMkLst>
            <pc:docMk/>
            <pc:sldMk cId="0" sldId="455"/>
            <ac:spMk id="56322" creationId="{00CD747E-3770-4B13-C4D5-2A3E2A9EE3C4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250" v="587" actId="27636"/>
        <pc:sldMkLst>
          <pc:docMk/>
          <pc:sldMk cId="0" sldId="456"/>
        </pc:sldMkLst>
        <pc:spChg chg="mod">
          <ac:chgData name="Ben C L FUNG" userId="2bc1a8d8-82cc-46fb-a66a-21e3967849fb" providerId="ADAL" clId="{0FBAA9E4-47BE-4DFA-B60F-0682F1CD7127}" dt="2023-01-29T15:49:39.236" v="586" actId="27636"/>
          <ac:spMkLst>
            <pc:docMk/>
            <pc:sldMk cId="0" sldId="456"/>
            <ac:spMk id="57346" creationId="{BD392BD6-FD66-B357-5335-A63B025090C3}"/>
          </ac:spMkLst>
        </pc:spChg>
        <pc:spChg chg="mod">
          <ac:chgData name="Ben C L FUNG" userId="2bc1a8d8-82cc-46fb-a66a-21e3967849fb" providerId="ADAL" clId="{0FBAA9E4-47BE-4DFA-B60F-0682F1CD7127}" dt="2023-01-29T15:49:39.250" v="587" actId="27636"/>
          <ac:spMkLst>
            <pc:docMk/>
            <pc:sldMk cId="0" sldId="456"/>
            <ac:spMk id="57347" creationId="{B8B83131-BF7D-64C3-D5D0-2E6F634ABE81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269" v="589" actId="27636"/>
        <pc:sldMkLst>
          <pc:docMk/>
          <pc:sldMk cId="0" sldId="457"/>
        </pc:sldMkLst>
        <pc:spChg chg="mod">
          <ac:chgData name="Ben C L FUNG" userId="2bc1a8d8-82cc-46fb-a66a-21e3967849fb" providerId="ADAL" clId="{0FBAA9E4-47BE-4DFA-B60F-0682F1CD7127}" dt="2023-01-29T15:49:39.269" v="589" actId="27636"/>
          <ac:spMkLst>
            <pc:docMk/>
            <pc:sldMk cId="0" sldId="457"/>
            <ac:spMk id="58370" creationId="{4B53EE4F-F42C-81E3-9D91-C231E09B22B0}"/>
          </ac:spMkLst>
        </pc:spChg>
        <pc:spChg chg="mod">
          <ac:chgData name="Ben C L FUNG" userId="2bc1a8d8-82cc-46fb-a66a-21e3967849fb" providerId="ADAL" clId="{0FBAA9E4-47BE-4DFA-B60F-0682F1CD7127}" dt="2023-01-29T15:49:39.267" v="588" actId="27636"/>
          <ac:spMkLst>
            <pc:docMk/>
            <pc:sldMk cId="0" sldId="457"/>
            <ac:spMk id="58371" creationId="{0F176FA8-DDDD-00A6-28B1-EA3A55A6C4EA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291" v="590" actId="27636"/>
        <pc:sldMkLst>
          <pc:docMk/>
          <pc:sldMk cId="0" sldId="458"/>
        </pc:sldMkLst>
        <pc:spChg chg="mod">
          <ac:chgData name="Ben C L FUNG" userId="2bc1a8d8-82cc-46fb-a66a-21e3967849fb" providerId="ADAL" clId="{0FBAA9E4-47BE-4DFA-B60F-0682F1CD7127}" dt="2023-01-29T15:49:39.291" v="590" actId="27636"/>
          <ac:spMkLst>
            <pc:docMk/>
            <pc:sldMk cId="0" sldId="458"/>
            <ac:spMk id="59394" creationId="{42B816A5-1C62-C145-6961-EA15E82EE6A8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354" v="594" actId="27636"/>
        <pc:sldMkLst>
          <pc:docMk/>
          <pc:sldMk cId="0" sldId="459"/>
        </pc:sldMkLst>
        <pc:spChg chg="mod">
          <ac:chgData name="Ben C L FUNG" userId="2bc1a8d8-82cc-46fb-a66a-21e3967849fb" providerId="ADAL" clId="{0FBAA9E4-47BE-4DFA-B60F-0682F1CD7127}" dt="2023-01-29T15:49:39.354" v="594" actId="27636"/>
          <ac:spMkLst>
            <pc:docMk/>
            <pc:sldMk cId="0" sldId="459"/>
            <ac:spMk id="61442" creationId="{4C90E1BC-6E62-E444-2C17-E212F6577899}"/>
          </ac:spMkLst>
        </pc:spChg>
        <pc:spChg chg="mod">
          <ac:chgData name="Ben C L FUNG" userId="2bc1a8d8-82cc-46fb-a66a-21e3967849fb" providerId="ADAL" clId="{0FBAA9E4-47BE-4DFA-B60F-0682F1CD7127}" dt="2023-01-29T15:49:39.353" v="593" actId="27636"/>
          <ac:spMkLst>
            <pc:docMk/>
            <pc:sldMk cId="0" sldId="459"/>
            <ac:spMk id="61443" creationId="{C9BC1FD5-E47C-17BE-62D6-6C2387480B7A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359" v="595" actId="27636"/>
        <pc:sldMkLst>
          <pc:docMk/>
          <pc:sldMk cId="0" sldId="460"/>
        </pc:sldMkLst>
        <pc:spChg chg="mod">
          <ac:chgData name="Ben C L FUNG" userId="2bc1a8d8-82cc-46fb-a66a-21e3967849fb" providerId="ADAL" clId="{0FBAA9E4-47BE-4DFA-B60F-0682F1CD7127}" dt="2023-01-29T15:49:39.359" v="595" actId="27636"/>
          <ac:spMkLst>
            <pc:docMk/>
            <pc:sldMk cId="0" sldId="460"/>
            <ac:spMk id="62466" creationId="{D7B2DD7F-DA96-6D26-50A6-BF7F497DD98E}"/>
          </ac:spMkLst>
        </pc:spChg>
      </pc:sldChg>
      <pc:sldChg chg="add">
        <pc:chgData name="Ben C L FUNG" userId="2bc1a8d8-82cc-46fb-a66a-21e3967849fb" providerId="ADAL" clId="{0FBAA9E4-47BE-4DFA-B60F-0682F1CD7127}" dt="2023-01-29T15:49:38.294" v="509"/>
        <pc:sldMkLst>
          <pc:docMk/>
          <pc:sldMk cId="0" sldId="461"/>
        </pc:sldMkLst>
      </pc:sldChg>
      <pc:sldChg chg="modSp add mod">
        <pc:chgData name="Ben C L FUNG" userId="2bc1a8d8-82cc-46fb-a66a-21e3967849fb" providerId="ADAL" clId="{0FBAA9E4-47BE-4DFA-B60F-0682F1CD7127}" dt="2023-01-29T15:49:39.389" v="597" actId="27636"/>
        <pc:sldMkLst>
          <pc:docMk/>
          <pc:sldMk cId="0" sldId="462"/>
        </pc:sldMkLst>
        <pc:spChg chg="mod">
          <ac:chgData name="Ben C L FUNG" userId="2bc1a8d8-82cc-46fb-a66a-21e3967849fb" providerId="ADAL" clId="{0FBAA9E4-47BE-4DFA-B60F-0682F1CD7127}" dt="2023-01-29T15:49:39.362" v="596" actId="27636"/>
          <ac:spMkLst>
            <pc:docMk/>
            <pc:sldMk cId="0" sldId="462"/>
            <ac:spMk id="64514" creationId="{535E85CF-FB3E-866D-7662-A33BFFC7655E}"/>
          </ac:spMkLst>
        </pc:spChg>
        <pc:spChg chg="mod">
          <ac:chgData name="Ben C L FUNG" userId="2bc1a8d8-82cc-46fb-a66a-21e3967849fb" providerId="ADAL" clId="{0FBAA9E4-47BE-4DFA-B60F-0682F1CD7127}" dt="2023-01-29T15:49:39.389" v="597" actId="27636"/>
          <ac:spMkLst>
            <pc:docMk/>
            <pc:sldMk cId="0" sldId="462"/>
            <ac:spMk id="64515" creationId="{9A1CC0C9-259B-46FD-A44B-73FC9B50E64C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397" v="599" actId="27636"/>
        <pc:sldMkLst>
          <pc:docMk/>
          <pc:sldMk cId="0" sldId="463"/>
        </pc:sldMkLst>
        <pc:spChg chg="mod">
          <ac:chgData name="Ben C L FUNG" userId="2bc1a8d8-82cc-46fb-a66a-21e3967849fb" providerId="ADAL" clId="{0FBAA9E4-47BE-4DFA-B60F-0682F1CD7127}" dt="2023-01-29T15:49:39.393" v="598" actId="27636"/>
          <ac:spMkLst>
            <pc:docMk/>
            <pc:sldMk cId="0" sldId="463"/>
            <ac:spMk id="65538" creationId="{0A6EC613-2FDF-D6CD-D397-AD974192074A}"/>
          </ac:spMkLst>
        </pc:spChg>
        <pc:spChg chg="mod">
          <ac:chgData name="Ben C L FUNG" userId="2bc1a8d8-82cc-46fb-a66a-21e3967849fb" providerId="ADAL" clId="{0FBAA9E4-47BE-4DFA-B60F-0682F1CD7127}" dt="2023-01-29T15:49:39.397" v="599" actId="27636"/>
          <ac:spMkLst>
            <pc:docMk/>
            <pc:sldMk cId="0" sldId="463"/>
            <ac:spMk id="65539" creationId="{E5E6DE43-34A7-036D-3685-AC02A36653EC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435" v="601" actId="27636"/>
        <pc:sldMkLst>
          <pc:docMk/>
          <pc:sldMk cId="0" sldId="464"/>
        </pc:sldMkLst>
        <pc:spChg chg="mod">
          <ac:chgData name="Ben C L FUNG" userId="2bc1a8d8-82cc-46fb-a66a-21e3967849fb" providerId="ADAL" clId="{0FBAA9E4-47BE-4DFA-B60F-0682F1CD7127}" dt="2023-01-29T15:49:39.400" v="600" actId="27636"/>
          <ac:spMkLst>
            <pc:docMk/>
            <pc:sldMk cId="0" sldId="464"/>
            <ac:spMk id="66562" creationId="{8C262590-3387-E098-087F-DDA79B4C725A}"/>
          </ac:spMkLst>
        </pc:spChg>
        <pc:spChg chg="mod">
          <ac:chgData name="Ben C L FUNG" userId="2bc1a8d8-82cc-46fb-a66a-21e3967849fb" providerId="ADAL" clId="{0FBAA9E4-47BE-4DFA-B60F-0682F1CD7127}" dt="2023-01-29T15:49:39.435" v="601" actId="27636"/>
          <ac:spMkLst>
            <pc:docMk/>
            <pc:sldMk cId="0" sldId="464"/>
            <ac:spMk id="66563" creationId="{CACD2CFA-381B-3D2F-F4EC-A1BEFC68139B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439" v="602" actId="27636"/>
        <pc:sldMkLst>
          <pc:docMk/>
          <pc:sldMk cId="0" sldId="465"/>
        </pc:sldMkLst>
        <pc:spChg chg="mod">
          <ac:chgData name="Ben C L FUNG" userId="2bc1a8d8-82cc-46fb-a66a-21e3967849fb" providerId="ADAL" clId="{0FBAA9E4-47BE-4DFA-B60F-0682F1CD7127}" dt="2023-01-29T15:49:39.439" v="602" actId="27636"/>
          <ac:spMkLst>
            <pc:docMk/>
            <pc:sldMk cId="0" sldId="465"/>
            <ac:spMk id="67586" creationId="{F4BEDA7A-0EC4-D16A-CD75-804DD9A77646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478" v="604" actId="27636"/>
        <pc:sldMkLst>
          <pc:docMk/>
          <pc:sldMk cId="0" sldId="466"/>
        </pc:sldMkLst>
        <pc:spChg chg="mod">
          <ac:chgData name="Ben C L FUNG" userId="2bc1a8d8-82cc-46fb-a66a-21e3967849fb" providerId="ADAL" clId="{0FBAA9E4-47BE-4DFA-B60F-0682F1CD7127}" dt="2023-01-29T15:49:39.442" v="603" actId="27636"/>
          <ac:spMkLst>
            <pc:docMk/>
            <pc:sldMk cId="0" sldId="466"/>
            <ac:spMk id="68610" creationId="{160D99AF-23EF-64E4-98E5-4C85EA9B939C}"/>
          </ac:spMkLst>
        </pc:spChg>
        <pc:spChg chg="mod">
          <ac:chgData name="Ben C L FUNG" userId="2bc1a8d8-82cc-46fb-a66a-21e3967849fb" providerId="ADAL" clId="{0FBAA9E4-47BE-4DFA-B60F-0682F1CD7127}" dt="2023-01-29T15:49:39.478" v="604" actId="27636"/>
          <ac:spMkLst>
            <pc:docMk/>
            <pc:sldMk cId="0" sldId="466"/>
            <ac:spMk id="68611" creationId="{5D266D51-69A4-4D45-2547-722991E0E28E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532" v="607" actId="27636"/>
        <pc:sldMkLst>
          <pc:docMk/>
          <pc:sldMk cId="0" sldId="467"/>
        </pc:sldMkLst>
        <pc:spChg chg="mod">
          <ac:chgData name="Ben C L FUNG" userId="2bc1a8d8-82cc-46fb-a66a-21e3967849fb" providerId="ADAL" clId="{0FBAA9E4-47BE-4DFA-B60F-0682F1CD7127}" dt="2023-01-29T15:49:39.532" v="607" actId="27636"/>
          <ac:spMkLst>
            <pc:docMk/>
            <pc:sldMk cId="0" sldId="467"/>
            <ac:spMk id="70658" creationId="{BF39B1F7-4BE2-AABC-9F32-43A35DFB6E3F}"/>
          </ac:spMkLst>
        </pc:spChg>
        <pc:spChg chg="mod">
          <ac:chgData name="Ben C L FUNG" userId="2bc1a8d8-82cc-46fb-a66a-21e3967849fb" providerId="ADAL" clId="{0FBAA9E4-47BE-4DFA-B60F-0682F1CD7127}" dt="2023-01-29T15:49:39.530" v="606" actId="27636"/>
          <ac:spMkLst>
            <pc:docMk/>
            <pc:sldMk cId="0" sldId="467"/>
            <ac:spMk id="70659" creationId="{C2918F5A-EABF-A3B3-35A9-AC2C601113EB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557" v="609" actId="27636"/>
        <pc:sldMkLst>
          <pc:docMk/>
          <pc:sldMk cId="0" sldId="468"/>
        </pc:sldMkLst>
        <pc:spChg chg="mod">
          <ac:chgData name="Ben C L FUNG" userId="2bc1a8d8-82cc-46fb-a66a-21e3967849fb" providerId="ADAL" clId="{0FBAA9E4-47BE-4DFA-B60F-0682F1CD7127}" dt="2023-01-29T15:49:39.553" v="608" actId="27636"/>
          <ac:spMkLst>
            <pc:docMk/>
            <pc:sldMk cId="0" sldId="468"/>
            <ac:spMk id="71682" creationId="{3376F761-CA8C-718E-EEE7-510494FA68D8}"/>
          </ac:spMkLst>
        </pc:spChg>
        <pc:spChg chg="mod">
          <ac:chgData name="Ben C L FUNG" userId="2bc1a8d8-82cc-46fb-a66a-21e3967849fb" providerId="ADAL" clId="{0FBAA9E4-47BE-4DFA-B60F-0682F1CD7127}" dt="2023-01-29T15:49:39.557" v="609" actId="27636"/>
          <ac:spMkLst>
            <pc:docMk/>
            <pc:sldMk cId="0" sldId="468"/>
            <ac:spMk id="71683" creationId="{8507DDE2-C8FD-6649-F07A-235EB5E3FC76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579" v="611" actId="27636"/>
        <pc:sldMkLst>
          <pc:docMk/>
          <pc:sldMk cId="0" sldId="469"/>
        </pc:sldMkLst>
        <pc:spChg chg="mod">
          <ac:chgData name="Ben C L FUNG" userId="2bc1a8d8-82cc-46fb-a66a-21e3967849fb" providerId="ADAL" clId="{0FBAA9E4-47BE-4DFA-B60F-0682F1CD7127}" dt="2023-01-29T15:49:39.579" v="611" actId="27636"/>
          <ac:spMkLst>
            <pc:docMk/>
            <pc:sldMk cId="0" sldId="469"/>
            <ac:spMk id="72706" creationId="{CCBE5DA1-7AF7-20D2-EECE-EEF582F19A06}"/>
          </ac:spMkLst>
        </pc:spChg>
        <pc:spChg chg="mod">
          <ac:chgData name="Ben C L FUNG" userId="2bc1a8d8-82cc-46fb-a66a-21e3967849fb" providerId="ADAL" clId="{0FBAA9E4-47BE-4DFA-B60F-0682F1CD7127}" dt="2023-01-29T15:49:39.579" v="610" actId="27636"/>
          <ac:spMkLst>
            <pc:docMk/>
            <pc:sldMk cId="0" sldId="469"/>
            <ac:spMk id="72707" creationId="{5906312E-DDEB-0786-22E6-D0EFAE24BE96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609" v="613" actId="27636"/>
        <pc:sldMkLst>
          <pc:docMk/>
          <pc:sldMk cId="0" sldId="470"/>
        </pc:sldMkLst>
        <pc:spChg chg="mod">
          <ac:chgData name="Ben C L FUNG" userId="2bc1a8d8-82cc-46fb-a66a-21e3967849fb" providerId="ADAL" clId="{0FBAA9E4-47BE-4DFA-B60F-0682F1CD7127}" dt="2023-01-29T15:49:39.609" v="613" actId="27636"/>
          <ac:spMkLst>
            <pc:docMk/>
            <pc:sldMk cId="0" sldId="470"/>
            <ac:spMk id="73730" creationId="{54A860EB-F1E0-E61B-33DA-1D8E47468386}"/>
          </ac:spMkLst>
        </pc:spChg>
        <pc:spChg chg="mod">
          <ac:chgData name="Ben C L FUNG" userId="2bc1a8d8-82cc-46fb-a66a-21e3967849fb" providerId="ADAL" clId="{0FBAA9E4-47BE-4DFA-B60F-0682F1CD7127}" dt="2023-01-29T15:49:39.608" v="612" actId="27636"/>
          <ac:spMkLst>
            <pc:docMk/>
            <pc:sldMk cId="0" sldId="470"/>
            <ac:spMk id="73731" creationId="{B9B73121-5BE0-5198-9835-B7DA51F54337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638" v="615" actId="27636"/>
        <pc:sldMkLst>
          <pc:docMk/>
          <pc:sldMk cId="0" sldId="471"/>
        </pc:sldMkLst>
        <pc:spChg chg="mod">
          <ac:chgData name="Ben C L FUNG" userId="2bc1a8d8-82cc-46fb-a66a-21e3967849fb" providerId="ADAL" clId="{0FBAA9E4-47BE-4DFA-B60F-0682F1CD7127}" dt="2023-01-29T15:49:39.612" v="614" actId="27636"/>
          <ac:spMkLst>
            <pc:docMk/>
            <pc:sldMk cId="0" sldId="471"/>
            <ac:spMk id="74754" creationId="{98C8408E-65F8-E151-CC8E-7FBAF7C63E01}"/>
          </ac:spMkLst>
        </pc:spChg>
        <pc:spChg chg="mod">
          <ac:chgData name="Ben C L FUNG" userId="2bc1a8d8-82cc-46fb-a66a-21e3967849fb" providerId="ADAL" clId="{0FBAA9E4-47BE-4DFA-B60F-0682F1CD7127}" dt="2023-01-29T15:49:39.638" v="615" actId="27636"/>
          <ac:spMkLst>
            <pc:docMk/>
            <pc:sldMk cId="0" sldId="471"/>
            <ac:spMk id="74755" creationId="{E30A5390-B5F0-FDEB-081F-35454FC1C7C5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661" v="617" actId="27636"/>
        <pc:sldMkLst>
          <pc:docMk/>
          <pc:sldMk cId="0" sldId="472"/>
        </pc:sldMkLst>
        <pc:spChg chg="mod">
          <ac:chgData name="Ben C L FUNG" userId="2bc1a8d8-82cc-46fb-a66a-21e3967849fb" providerId="ADAL" clId="{0FBAA9E4-47BE-4DFA-B60F-0682F1CD7127}" dt="2023-01-29T15:49:39.641" v="616" actId="27636"/>
          <ac:spMkLst>
            <pc:docMk/>
            <pc:sldMk cId="0" sldId="472"/>
            <ac:spMk id="75778" creationId="{98493C45-EAEA-E5E9-0AED-8ECA09B828DB}"/>
          </ac:spMkLst>
        </pc:spChg>
        <pc:spChg chg="mod">
          <ac:chgData name="Ben C L FUNG" userId="2bc1a8d8-82cc-46fb-a66a-21e3967849fb" providerId="ADAL" clId="{0FBAA9E4-47BE-4DFA-B60F-0682F1CD7127}" dt="2023-01-29T15:49:39.661" v="617" actId="27636"/>
          <ac:spMkLst>
            <pc:docMk/>
            <pc:sldMk cId="0" sldId="472"/>
            <ac:spMk id="75779" creationId="{C62DF64A-91D2-E296-A1FF-CB9B8B1ADBEC}"/>
          </ac:spMkLst>
        </pc:spChg>
      </pc:sldChg>
      <pc:sldChg chg="modSp add mod">
        <pc:chgData name="Ben C L FUNG" userId="2bc1a8d8-82cc-46fb-a66a-21e3967849fb" providerId="ADAL" clId="{0FBAA9E4-47BE-4DFA-B60F-0682F1CD7127}" dt="2023-01-29T15:49:39.677" v="619" actId="27636"/>
        <pc:sldMkLst>
          <pc:docMk/>
          <pc:sldMk cId="0" sldId="473"/>
        </pc:sldMkLst>
        <pc:spChg chg="mod">
          <ac:chgData name="Ben C L FUNG" userId="2bc1a8d8-82cc-46fb-a66a-21e3967849fb" providerId="ADAL" clId="{0FBAA9E4-47BE-4DFA-B60F-0682F1CD7127}" dt="2023-01-29T15:49:39.677" v="619" actId="27636"/>
          <ac:spMkLst>
            <pc:docMk/>
            <pc:sldMk cId="0" sldId="473"/>
            <ac:spMk id="76802" creationId="{A45C8DB9-195F-CE05-F01F-1551F6906980}"/>
          </ac:spMkLst>
        </pc:spChg>
        <pc:spChg chg="mod">
          <ac:chgData name="Ben C L FUNG" userId="2bc1a8d8-82cc-46fb-a66a-21e3967849fb" providerId="ADAL" clId="{0FBAA9E4-47BE-4DFA-B60F-0682F1CD7127}" dt="2023-01-29T15:49:39.676" v="618" actId="27636"/>
          <ac:spMkLst>
            <pc:docMk/>
            <pc:sldMk cId="0" sldId="473"/>
            <ac:spMk id="76803" creationId="{92F25012-2366-2899-4AE5-35DD75B1EC2F}"/>
          </ac:spMkLst>
        </pc:spChg>
      </pc:sldChg>
      <pc:sldChg chg="modSp add del mod">
        <pc:chgData name="Ben C L FUNG" userId="2bc1a8d8-82cc-46fb-a66a-21e3967849fb" providerId="ADAL" clId="{0FBAA9E4-47BE-4DFA-B60F-0682F1CD7127}" dt="2023-01-29T15:50:58.031" v="679" actId="47"/>
        <pc:sldMkLst>
          <pc:docMk/>
          <pc:sldMk cId="0" sldId="474"/>
        </pc:sldMkLst>
        <pc:spChg chg="mod">
          <ac:chgData name="Ben C L FUNG" userId="2bc1a8d8-82cc-46fb-a66a-21e3967849fb" providerId="ADAL" clId="{0FBAA9E4-47BE-4DFA-B60F-0682F1CD7127}" dt="2023-01-29T15:49:39.682" v="620" actId="27636"/>
          <ac:spMkLst>
            <pc:docMk/>
            <pc:sldMk cId="0" sldId="474"/>
            <ac:spMk id="77826" creationId="{417DA34A-2C39-A69E-5924-0E03BEDB2DB5}"/>
          </ac:spMkLst>
        </pc:spChg>
      </pc:sldChg>
      <pc:sldChg chg="modSp add del mod">
        <pc:chgData name="Ben C L FUNG" userId="2bc1a8d8-82cc-46fb-a66a-21e3967849fb" providerId="ADAL" clId="{0FBAA9E4-47BE-4DFA-B60F-0682F1CD7127}" dt="2023-01-29T15:50:52.208" v="676" actId="47"/>
        <pc:sldMkLst>
          <pc:docMk/>
          <pc:sldMk cId="0" sldId="475"/>
        </pc:sldMkLst>
        <pc:spChg chg="mod">
          <ac:chgData name="Ben C L FUNG" userId="2bc1a8d8-82cc-46fb-a66a-21e3967849fb" providerId="ADAL" clId="{0FBAA9E4-47BE-4DFA-B60F-0682F1CD7127}" dt="2023-01-29T15:49:39.823" v="623" actId="27636"/>
          <ac:spMkLst>
            <pc:docMk/>
            <pc:sldMk cId="0" sldId="475"/>
            <ac:spMk id="79874" creationId="{BB76C7A5-4A82-CF8C-60F8-FC1655F9E01F}"/>
          </ac:spMkLst>
        </pc:spChg>
        <pc:spChg chg="mod">
          <ac:chgData name="Ben C L FUNG" userId="2bc1a8d8-82cc-46fb-a66a-21e3967849fb" providerId="ADAL" clId="{0FBAA9E4-47BE-4DFA-B60F-0682F1CD7127}" dt="2023-01-29T15:49:39.852" v="624" actId="27636"/>
          <ac:spMkLst>
            <pc:docMk/>
            <pc:sldMk cId="0" sldId="475"/>
            <ac:spMk id="79875" creationId="{1BBB6F12-1108-91A5-5557-E4C50D7BA951}"/>
          </ac:spMkLst>
        </pc:spChg>
      </pc:sldChg>
      <pc:sldChg chg="modSp add del mod">
        <pc:chgData name="Ben C L FUNG" userId="2bc1a8d8-82cc-46fb-a66a-21e3967849fb" providerId="ADAL" clId="{0FBAA9E4-47BE-4DFA-B60F-0682F1CD7127}" dt="2023-01-29T15:50:53.090" v="677" actId="47"/>
        <pc:sldMkLst>
          <pc:docMk/>
          <pc:sldMk cId="0" sldId="476"/>
        </pc:sldMkLst>
        <pc:spChg chg="mod">
          <ac:chgData name="Ben C L FUNG" userId="2bc1a8d8-82cc-46fb-a66a-21e3967849fb" providerId="ADAL" clId="{0FBAA9E4-47BE-4DFA-B60F-0682F1CD7127}" dt="2023-01-29T15:49:39.855" v="625" actId="27636"/>
          <ac:spMkLst>
            <pc:docMk/>
            <pc:sldMk cId="0" sldId="476"/>
            <ac:spMk id="80898" creationId="{5C88D384-7CB1-9507-3E6E-1B25EA668534}"/>
          </ac:spMkLst>
        </pc:spChg>
      </pc:sldChg>
      <pc:sldChg chg="add del">
        <pc:chgData name="Ben C L FUNG" userId="2bc1a8d8-82cc-46fb-a66a-21e3967849fb" providerId="ADAL" clId="{0FBAA9E4-47BE-4DFA-B60F-0682F1CD7127}" dt="2023-01-29T15:50:54.088" v="678" actId="47"/>
        <pc:sldMkLst>
          <pc:docMk/>
          <pc:sldMk cId="0" sldId="477"/>
        </pc:sldMkLst>
      </pc:sldChg>
      <pc:sldMasterChg chg="delSldLayout">
        <pc:chgData name="Ben C L FUNG" userId="2bc1a8d8-82cc-46fb-a66a-21e3967849fb" providerId="ADAL" clId="{0FBAA9E4-47BE-4DFA-B60F-0682F1CD7127}" dt="2023-01-29T15:50:54.088" v="678" actId="47"/>
        <pc:sldMasterMkLst>
          <pc:docMk/>
          <pc:sldMasterMk cId="1159863621" sldId="2147483922"/>
        </pc:sldMasterMkLst>
        <pc:sldLayoutChg chg="del">
          <pc:chgData name="Ben C L FUNG" userId="2bc1a8d8-82cc-46fb-a66a-21e3967849fb" providerId="ADAL" clId="{0FBAA9E4-47BE-4DFA-B60F-0682F1CD7127}" dt="2023-01-29T15:49:18.146" v="507" actId="47"/>
          <pc:sldLayoutMkLst>
            <pc:docMk/>
            <pc:sldMasterMk cId="1159863621" sldId="2147483922"/>
            <pc:sldLayoutMk cId="3748680726" sldId="2147483940"/>
          </pc:sldLayoutMkLst>
        </pc:sldLayoutChg>
        <pc:sldLayoutChg chg="del">
          <pc:chgData name="Ben C L FUNG" userId="2bc1a8d8-82cc-46fb-a66a-21e3967849fb" providerId="ADAL" clId="{0FBAA9E4-47BE-4DFA-B60F-0682F1CD7127}" dt="2023-01-29T15:50:54.088" v="678" actId="47"/>
          <pc:sldLayoutMkLst>
            <pc:docMk/>
            <pc:sldMasterMk cId="1159863621" sldId="2147483922"/>
            <pc:sldLayoutMk cId="3886645268" sldId="214748394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8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FAAD913-96EF-4EA9-ADDA-FE0DC9AF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02133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/>
              <a:t>HDDS1104 - Topic 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39"/>
            <a:ext cx="7680960" cy="2880361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B962BF7-79F0-4370-B9BD-36EED38D3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9965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85372" indent="-302066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208265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91571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74878" indent="-241653" defTabSz="976681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58184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141490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624796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108102" indent="-241653" defTabSz="97668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FFE4FB0-76ED-465E-B9F5-9BC6CD6DD3C0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281836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39975" y="557213"/>
            <a:ext cx="4956175" cy="2789237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565" y="3533141"/>
            <a:ext cx="7707630" cy="3346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716" tIns="48858" rIns="97716" bIns="48858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62BF7-79F0-4370-B9BD-36EED38D3BC0}" type="slidenum">
              <a:rPr lang="en-US" smtClean="0"/>
              <a:t>2</a:t>
            </a:fld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HDDS1104 - Topic 01</a:t>
            </a:r>
          </a:p>
        </p:txBody>
      </p:sp>
    </p:spTree>
    <p:extLst>
      <p:ext uri="{BB962C8B-B14F-4D97-AF65-F5344CB8AC3E}">
        <p14:creationId xmlns:p14="http://schemas.microsoft.com/office/powerpoint/2010/main" val="1760918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65AC0AD4-115A-0B6B-598B-18C15D6DAA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199E1D9-0DF6-4E71-BFCE-2B16B8320514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4D8BF8D3-5641-D46A-A08D-55A91DB2D9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891D8E88-0D3C-E869-DC0A-1608A3DC35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223AC4AC-D7F3-78E9-A5D8-2A4FB7778B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EED944-FC21-463F-AC9D-73620450A9D6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3262123-601D-DF9F-666F-DA22C02FED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1A56A395-6579-3FB5-154C-0E6A11AA74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4ED66698-522D-9FB0-5FC4-F8B0F98C6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6EA293-369D-421F-9AF9-78072A1BFF80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6452BEFC-A78A-CCBF-6FAE-B92905463B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9AC0BC46-74E4-CBE7-7C83-C66FCE372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71174526-E638-1B40-6383-41DB3EFB5A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635542E-AA70-43D4-A765-636F83F07A24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486125F2-3CEB-922F-65EA-DD18FB274D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1F569C77-F5F6-8EC4-84C7-DD354FA024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774775F8-4E7E-9C68-9347-61E1E4E881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2384450-1B94-443B-BE8B-0B3499AAA5A9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6A3CFE54-5F91-036D-D42D-5D9B999837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0852D790-35AD-4023-CA8C-806DA8DAE7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6E46F3A7-767E-FD95-C5D2-4674A9FB0E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A23AB3F-7446-41C3-9878-BE63F0867916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BF761C58-B5B4-F0E8-0C90-9DA4E538ED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C94C2373-2466-9741-58F1-B2A2F4F029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22C524ED-E934-35D6-BEA6-33AFB45C2A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9296190-821E-475D-B4D9-1DE4D2DC6ECA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4537F17B-09CC-C110-0BCB-C19AF56A4A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1322757D-0770-0B85-0C43-8EA390B05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AAF35736-998D-2252-E422-EBF2C9EBC1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284B7F-BE4F-496C-86AE-A26C28F10AF1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79DB0387-2620-969B-1FA5-78338C579A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0E777193-5158-6D6D-5FE8-A6D0207E2E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6C323DDB-05AD-13AA-D6DF-13477FB655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B1EC28-A31E-46C3-8EBD-140D4F682EE2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66C235B9-E9D8-A670-8573-01CE2B6BAB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EA3B3205-1600-B547-24A3-F1E07BC193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72482B97-04AC-2DBD-9B42-06EB68A044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B45CDC3-B48D-4A48-B26E-644494D3C7E1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2D64CB00-84A9-09D5-0D64-EB10D12141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BDD320B3-30D2-C18B-EAB8-D2B85F929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830DD231-6428-4049-4D2F-5325727361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4131755-4AE5-48DF-B91C-F66DE136D478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03408E82-DC66-1F5F-DE20-B4C4459696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855F4098-6715-9172-9C68-1151FDF11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1B99FEBF-C196-8C2F-0C6E-E2CBB7E751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FF1852-07B9-45AD-BC5E-EC52B39551C7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70C29B0F-8D1D-CFD5-39E2-78D9178987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A4789228-1DCD-0A37-040A-ED54276B47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06BE0F00-9DAF-C469-99EA-FDC53DDE39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7090B80-9BCA-4467-B768-1E2184C15622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65779401-B94A-F8E3-D413-38993A849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DE5BC54E-E13E-5870-602D-62188A1947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4F65E024-D943-1F4F-0695-1E58A551F1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B7A87E-5F7C-44FB-95AA-CAB5CB215EE9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F0A310F2-23AE-21E3-AA85-CF542E80C0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5D0E27B3-7845-DE53-5ECE-AECD03B58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47A107E9-7415-A2D1-BF35-D8CF5143AB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4FDE04A-68E7-4AE7-9A61-47B9DA45E4B7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1B48FC7A-DB9E-CBAC-8A42-4DB70F3F82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F05EA4FC-510A-07B0-2033-4CB86225D1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DAAC0866-8BDF-F200-38D3-F9CF49743E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D216F22-C735-4E5C-BF76-3A25FE4E7484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745CDDC4-C243-977F-6A71-6DE888BC63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028E52C9-0FD8-AA29-52D7-97B73335F0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D35D76BC-765C-F205-DC18-B8ABB28FBB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668BE80-2D76-421F-968F-FB3209D247B2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8FC97B0C-588A-614C-DF54-D79023E77A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F9B3B774-EDB9-EBFA-4712-7696012873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7E3F157F-FB22-8C76-078A-84FB5C6020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69B22F-F225-4112-AF0C-94C6C62C512C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1F9EDEC0-0E71-3E1E-252D-AA8F8E753F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795D222D-3D7C-E4ED-BA8E-937379CC11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E6FF3A3A-3E0D-30A1-E9E0-50E94E6647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8F5F2E-37F0-4187-9220-1F753EBCE1DC}" type="slidenum">
              <a:rPr lang="en-US" altLang="en-US">
                <a:latin typeface="Helvetica" panose="020B0604020202020204" pitchFamily="34" charset="0"/>
              </a:rPr>
              <a:pPr/>
              <a:t>27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506FC670-54BF-9BF2-EE2C-D265AA227C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E23C9B12-3B78-1EE4-A7FA-D4D33808C1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F799413E-BED4-2DDE-A213-B9F0AD1E6C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01CD28B-28ED-4B6F-AB41-0BA9A427F586}" type="slidenum">
              <a:rPr lang="en-US" altLang="en-US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57BB18AB-4423-F024-7567-C2A1A51926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860F996-7E7E-983E-17C4-23FCD867F6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C6C90849-9C6D-E749-97AB-37D54CF901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A4EBE3-5DB0-4701-BDF8-D6A5889F3A26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4131C937-4DA9-F0F3-AF06-8735A88852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E8F7D82E-45AC-3DDF-D811-FF1B53A5F2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F0D5AC2F-E7CB-8A6C-14C8-A3A14C3301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207DB8-191B-430A-BC33-2002F8109559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9D800D62-C3C7-79B3-0616-56AFD0B74E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B998A543-7A40-0062-1ED7-929A9D1B9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1959E2D8-01F3-1532-0FDA-B28888F5FA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427F72-7686-4583-BB4D-42BCE41EDCE1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D52A722F-F2EE-AD63-C684-A9BB9FBA3C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7E1466D6-E0AF-55D0-984D-EC008CC441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E6407D14-737D-EE95-0A91-0421211F52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12D9B9-8569-4573-A047-4BD0164AC7EA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A706AED5-FEF3-8E6A-D038-FDFB39CE3A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9173C98B-2F5A-0DEC-A422-B7695EE8E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3200F66F-B689-9149-54F5-5A4A59EA63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7A4AB86-022C-42AE-8750-A93FB3F5335A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0EBFE558-BB02-9B35-A415-1319C1AD3F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96A11BE5-19CF-3BAE-2345-384056D25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0BD25E24-7333-2ECE-E3E2-F7B8A60EFC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AB895AF-47BF-428D-ACB6-FFDAA6244345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E8816BB3-E3B3-0ED3-A2E3-859568FF17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85FC464F-8A7C-840B-209A-F067C41E5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52FAA9F-8A00-9C5C-2899-EECE48689E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A41712-50DD-4A73-B37D-F27A949D51F1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3B330048-0098-1E96-D2E6-AA7620E739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C4FAD8EB-9DAA-E334-52F7-05888FBFEB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8B0748D7-63FD-88C8-7FF2-EA35AF52DA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997E276-237E-43FF-B57A-F0DE5DA02925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A0FE07C7-A70B-6473-0D51-142E67B7F2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12CCDC34-E89E-723A-74DA-7B810E2566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41DEFC2-D9E7-9DBC-D7F9-16A2EAF224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57C1CFB-C30F-4C01-A70D-A40FFABA8B04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D8F725D-75A5-0DED-150C-6317940D26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5F94E36-6974-A181-746E-FBA19F09E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2A522E16-6127-8EE7-99A1-7E81D61AAA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7A7B81F-BF61-4481-AA6B-B0E6798B809F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778840E-FE8F-2457-8278-60C6C95301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B576C4B1-412F-C433-48FE-F947ABDE0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0848AE2C-5D5A-9801-D698-06B2318EDE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A80FF6-DCDB-444D-BE9C-DE30AAEF8EC2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C7470E25-9E99-1076-F5ED-38BCD925B7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69F5386C-DA4D-4DE5-4AF2-5976DCADD8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D3A56C6F-FA5D-AF3E-F77B-F278F73CD0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9B78AE-2C75-499B-87CB-F55D8870A818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C7E45B34-76C2-0CD8-9241-8D6A8F20BF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39821091-1B47-1677-90F8-FA52BBB55D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1A69DE8-1EB4-54A8-7DF0-B9381EC6B2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75A36C7-0141-489E-89AA-C9FA974618EA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28B70933-43C9-6166-C033-111072ECF5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D618EB51-9390-1EE5-19BE-D4C1DC861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74D8DFD3-5644-B74C-747B-B882E439BB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D4961E-D26A-4E4B-A3CC-4130DCCEDF15}" type="slidenum">
              <a:rPr lang="en-US" altLang="en-US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54700F16-15A2-9EEE-1828-197AE29DD0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3E78287F-CA18-5645-A2F4-E56F385DF5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D2C8E43E-F393-F921-E7B5-540F651B4D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B8163C4-4A94-4103-BD62-8996595465D3}" type="slidenum">
              <a:rPr lang="en-US" altLang="en-US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3F4E466F-C059-A665-07F9-460421ED0B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26906DE9-BDA4-5BFE-12E9-B8334B9F0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D349DDD9-1624-FEAD-EDDF-EDDB07259F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D40A300-F83C-45B6-8B2E-1768AEEABEF5}" type="slidenum">
              <a:rPr lang="en-US" altLang="en-US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E6632303-648C-2D5F-E229-15F4D6D11D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910E5129-FBCC-7B6F-B4F4-4371C8A20E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4F07BAE2-FA13-86E5-0EA3-EB3C1FB771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9DFE8D-28B8-4D98-984B-2E68EAB03DA3}" type="slidenum">
              <a:rPr lang="en-US" altLang="en-US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899A56AB-DCEE-1B88-96A7-9755458D6E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9856711F-DC06-1893-8484-23A854F2A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24D4F097-60EE-142B-5677-0433B2605A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20FB1A7-F169-43BB-8B5B-623EA313F86C}" type="slidenum">
              <a:rPr lang="en-US" altLang="en-US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4EA74325-E53A-52D0-FE87-4B53687CCF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8D9CDECF-CD7B-A4CA-1097-442A3FCA46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812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83A01-956F-48D7-AF94-187AA03C4096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894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799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60929-E9F8-4273-BB00-3C51722D2B9B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18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AFEA-18C2-4C37-8C04-56071D3AC10B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007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861D0-4310-4691-A0F4-C0BC7B418A11}" type="datetime1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48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76F76-3532-4E9B-AAE1-3DFB81D8B45D}" type="datetime1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86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54BB-599C-47E7-87BE-605A540CED55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092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252C-DA7E-49BD-AD00-BE012C366698}" type="datetime1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680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1674-2509-4358-913C-23207EC6E025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515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10759-DFC5-46A6-AD03-B4B274E090E1}" type="datetime1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66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8D8F0FB6-511B-41AC-BF27-4C83558BEA42}" type="datetime1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47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2037908-16EE-4428-8F70-7D05C8EAE2D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2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HDDS1104</a:t>
            </a:r>
            <a:br>
              <a:rPr lang="en-US" altLang="en-US"/>
            </a:br>
            <a:r>
              <a:rPr lang="en-US" altLang="en-US"/>
              <a:t>Operating Systems and Networking</a:t>
            </a:r>
            <a:endParaRPr lang="en-US" alt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3 - Memory Management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7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Intended Learning Outcomes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Describe basic memory management concepts</a:t>
            </a:r>
          </a:p>
          <a:p>
            <a:r>
              <a:rPr lang="en-US" altLang="en-US" dirty="0"/>
              <a:t>Explain Dynamic storage allocation</a:t>
            </a:r>
          </a:p>
          <a:p>
            <a:r>
              <a:rPr lang="en-US" altLang="en-US" dirty="0"/>
              <a:t>Describe the mechanism of Virtual memory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1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management concepts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Topic 3.1</a:t>
            </a:r>
          </a:p>
          <a:p>
            <a:r>
              <a:rPr lang="en-US"/>
              <a:t>Silberschatz (2013) Chapter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31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05DFBF4C-2EEC-CA36-6E97-27A0EED995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995AEE9F-D8A4-0546-EBAD-D03EE307EC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Program must be brought (from disk)  into memory and placed within a process for it to be run</a:t>
            </a:r>
          </a:p>
          <a:p>
            <a:r>
              <a:rPr lang="en-US" altLang="en-US"/>
              <a:t>Main memory and registers are only storage CPU can access directly</a:t>
            </a:r>
          </a:p>
          <a:p>
            <a:r>
              <a:rPr lang="en-US" altLang="en-US"/>
              <a:t>Memory unit only sees a stream of </a:t>
            </a:r>
          </a:p>
          <a:p>
            <a:pPr lvl="1"/>
            <a:r>
              <a:rPr lang="en-US" altLang="en-US"/>
              <a:t>addresses + read requests, or </a:t>
            </a:r>
          </a:p>
          <a:p>
            <a:pPr lvl="1"/>
            <a:r>
              <a:rPr lang="en-US" altLang="en-US"/>
              <a:t>address + data and write requests</a:t>
            </a:r>
          </a:p>
          <a:p>
            <a:r>
              <a:rPr lang="en-US" altLang="en-US"/>
              <a:t>Register access in one CPU clock (or less)</a:t>
            </a:r>
          </a:p>
          <a:p>
            <a:r>
              <a:rPr lang="en-US" altLang="en-US"/>
              <a:t>Main memory can take many cycles, causing a stall</a:t>
            </a:r>
          </a:p>
          <a:p>
            <a:r>
              <a:rPr lang="en-US" altLang="en-US"/>
              <a:t>Cache sits between main memory and CPU registers</a:t>
            </a:r>
          </a:p>
          <a:p>
            <a:r>
              <a:rPr lang="en-US" altLang="en-US"/>
              <a:t>Protection of memory required to ensure correct operation</a:t>
            </a: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C8CD33D-1A64-CB5A-765F-F84B8A7C50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Base and Limit Registers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359BAF8-A5D8-CA66-EBA0-ABFC6AD894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9948" y="2084832"/>
            <a:ext cx="5540188" cy="3777622"/>
          </a:xfrm>
        </p:spPr>
        <p:txBody>
          <a:bodyPr>
            <a:normAutofit/>
          </a:bodyPr>
          <a:lstStyle/>
          <a:p>
            <a:r>
              <a:rPr lang="en-US" altLang="en-US" dirty="0"/>
              <a:t>A pair of base and limit registers define the logical address space</a:t>
            </a:r>
          </a:p>
          <a:p>
            <a:r>
              <a:rPr lang="en-US" altLang="en-US" dirty="0"/>
              <a:t>CPU must check every memory access generated in user mode to be sure it is between base and limit for that user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349AD2CB-E41D-86A4-29A4-45E8146E8FAE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96754" y="2095634"/>
            <a:ext cx="3427412" cy="377825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C6A3685E-9FA3-2A5D-852F-D55B17179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388" y="153988"/>
            <a:ext cx="7745412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Hardware Address Protection</a:t>
            </a:r>
          </a:p>
        </p:txBody>
      </p:sp>
      <p:pic>
        <p:nvPicPr>
          <p:cNvPr id="8195" name="Content Placeholder 4" descr="8.02.pdf">
            <a:extLst>
              <a:ext uri="{FF2B5EF4-FFF2-40B4-BE49-F238E27FC236}">
                <a16:creationId xmlns:a16="http://schemas.microsoft.com/office/drawing/2014/main" id="{46167B2D-0662-6B0C-AC83-D63E3E6159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790" b="-12790"/>
          <a:stretch>
            <a:fillRect/>
          </a:stretch>
        </p:blipFill>
        <p:spPr>
          <a:xfrm>
            <a:off x="1863575" y="1565911"/>
            <a:ext cx="7991149" cy="4400748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A5DA3D94-14DC-C929-A24D-D965607AA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Address Binding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B1E2F2FE-9F08-122A-351C-09AB58E04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Programs on disk, ready to be brought into memory to execute form an input queue</a:t>
            </a:r>
          </a:p>
          <a:p>
            <a:pPr lvl="1"/>
            <a:r>
              <a:rPr lang="en-US" altLang="en-US" dirty="0"/>
              <a:t>Without support, must be loaded into address 0000</a:t>
            </a:r>
          </a:p>
          <a:p>
            <a:r>
              <a:rPr lang="en-US" altLang="en-US" dirty="0"/>
              <a:t>Inconvenient to have first user process physical address always at 0000 </a:t>
            </a:r>
          </a:p>
          <a:p>
            <a:pPr lvl="1"/>
            <a:r>
              <a:rPr lang="en-US" altLang="en-US" dirty="0"/>
              <a:t>How can it not be?</a:t>
            </a:r>
          </a:p>
          <a:p>
            <a:r>
              <a:rPr lang="en-US" altLang="en-US" dirty="0"/>
              <a:t>Further, addresses represented in different ways at different stages of a program</a:t>
            </a:r>
            <a:r>
              <a:rPr lang="ja-JP" altLang="en-US" dirty="0"/>
              <a:t>’</a:t>
            </a:r>
            <a:r>
              <a:rPr lang="en-US" altLang="ja-JP" dirty="0"/>
              <a:t>s life</a:t>
            </a:r>
          </a:p>
          <a:p>
            <a:pPr lvl="1"/>
            <a:r>
              <a:rPr lang="en-US" altLang="en-US" dirty="0"/>
              <a:t>Source code addresses usually symbolic</a:t>
            </a:r>
          </a:p>
          <a:p>
            <a:pPr lvl="1"/>
            <a:r>
              <a:rPr lang="en-US" altLang="en-US" dirty="0"/>
              <a:t>Compiled code addresses bind to relocatable addresses</a:t>
            </a:r>
          </a:p>
          <a:p>
            <a:pPr lvl="2"/>
            <a:r>
              <a:rPr lang="en-US" altLang="en-US" dirty="0"/>
              <a:t>i.e. </a:t>
            </a:r>
            <a:r>
              <a:rPr lang="ja-JP" altLang="en-US" dirty="0"/>
              <a:t>“</a:t>
            </a:r>
            <a:r>
              <a:rPr lang="en-US" altLang="ja-JP" dirty="0"/>
              <a:t>14 bytes from beginning of this module</a:t>
            </a:r>
            <a:r>
              <a:rPr lang="ja-JP" altLang="en-US" dirty="0"/>
              <a:t>”</a:t>
            </a:r>
            <a:endParaRPr lang="en-US" altLang="ja-JP" dirty="0"/>
          </a:p>
          <a:p>
            <a:pPr lvl="1"/>
            <a:r>
              <a:rPr lang="en-US" altLang="en-US" dirty="0"/>
              <a:t>Linker or loader will bind relocatable addresses to absolute addresses</a:t>
            </a:r>
          </a:p>
          <a:p>
            <a:pPr lvl="2"/>
            <a:r>
              <a:rPr lang="en-US" altLang="en-US" dirty="0"/>
              <a:t>i.e. 74014</a:t>
            </a:r>
          </a:p>
          <a:p>
            <a:pPr lvl="1"/>
            <a:r>
              <a:rPr lang="en-US" altLang="en-US" dirty="0"/>
              <a:t>Each binding maps one address space to another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2DE57BC-D0DB-9917-3B62-CA0F6C8C0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Binding of Instructions and Data to Memory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1A8A3D8-B9D9-E3C4-AE25-D0D90144AE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en-US"/>
          </a:p>
          <a:p>
            <a:r>
              <a:rPr lang="en-US" altLang="en-US"/>
              <a:t>Address binding of instructions and data to memory addresses can happen at three different stages</a:t>
            </a:r>
          </a:p>
          <a:p>
            <a:pPr lvl="1"/>
            <a:r>
              <a:rPr lang="en-US" altLang="en-US"/>
              <a:t>Compile time:  If memory location known a priori, absolute code can be generated; must recompile code if starting location changes</a:t>
            </a:r>
          </a:p>
          <a:p>
            <a:pPr lvl="1"/>
            <a:r>
              <a:rPr lang="en-US" altLang="en-US"/>
              <a:t>Load time:  Must generate relocatable code if memory location is not known at compile time</a:t>
            </a:r>
          </a:p>
          <a:p>
            <a:pPr lvl="1"/>
            <a:r>
              <a:rPr lang="en-US" altLang="en-US"/>
              <a:t>Execution time:  Binding delayed until run time if the process can be moved during its execution from one memory segment to another</a:t>
            </a:r>
          </a:p>
          <a:p>
            <a:pPr lvl="2"/>
            <a:r>
              <a:rPr lang="en-US" altLang="en-US"/>
              <a:t>Need hardware support for address maps (e.g., base and limit registers)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9895B7A-58A1-384E-DE9D-A0474EABB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Multistep Processing of a User Program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9</a:t>
            </a:fld>
            <a:endParaRPr lang="en-US"/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20867BC7-5927-D73A-4619-CC2894657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711" y="1679785"/>
            <a:ext cx="2698598" cy="500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4B6F046-BADB-1EA6-3FCA-66DEA5C8D9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E4EF918-CCF5-00BB-B86C-C0E18EDB82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The concept of a logical address space that is bound to a separate physical address space is central to proper memory management</a:t>
            </a:r>
          </a:p>
          <a:p>
            <a:pPr lvl="1"/>
            <a:r>
              <a:rPr lang="en-US" altLang="en-US"/>
              <a:t>Logical address – generated by the CPU; also referred to as virtual address</a:t>
            </a:r>
          </a:p>
          <a:p>
            <a:pPr lvl="1"/>
            <a:r>
              <a:rPr lang="en-US" altLang="en-US"/>
              <a:t>Physical address – address seen by the memory unit</a:t>
            </a:r>
          </a:p>
          <a:p>
            <a:r>
              <a:rPr lang="en-US" altLang="en-US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r>
              <a:rPr lang="en-US" altLang="en-US"/>
              <a:t>Logical address space is the set of all logical addresses generated by a program</a:t>
            </a:r>
          </a:p>
          <a:p>
            <a:r>
              <a:rPr lang="en-US" altLang="en-US"/>
              <a:t>Physical address space is the set of all physical addresses generated by a program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F20E5B9-C550-D9DB-2ACA-D16F17679A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Memory-Management Unit (MMU)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A932C820-F94B-60DC-A134-66137805E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Hardware device that at run time maps virtual to physical address</a:t>
            </a:r>
          </a:p>
          <a:p>
            <a:r>
              <a:rPr lang="en-US" altLang="en-US" dirty="0"/>
              <a:t>To start, consider simple scheme where the value in the relocation register is added to every address generated by a user process at the time it is sent to memory</a:t>
            </a:r>
          </a:p>
          <a:p>
            <a:r>
              <a:rPr lang="en-US" altLang="en-US" dirty="0"/>
              <a:t>The user program deals with logical addresses; it never sees the real physical addresses</a:t>
            </a:r>
          </a:p>
          <a:p>
            <a:pPr lvl="1"/>
            <a:r>
              <a:rPr lang="en-US" altLang="en-US" dirty="0"/>
              <a:t>Execution-time binding occurs when reference is made to location in memory</a:t>
            </a:r>
          </a:p>
          <a:p>
            <a:pPr lvl="1"/>
            <a:r>
              <a:rPr lang="en-US" altLang="en-US" dirty="0"/>
              <a:t>Logical address bound to physical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98B1D-6B95-47B1-0438-5CBC0B50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storage allocation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91E9B-B4CD-968F-C150-5401572E7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3.2</a:t>
            </a:r>
            <a:br>
              <a:rPr lang="en-US" dirty="0"/>
            </a:br>
            <a:r>
              <a:rPr lang="en-US" dirty="0" err="1"/>
              <a:t>Silberschatz</a:t>
            </a:r>
            <a:r>
              <a:rPr lang="en-US" dirty="0"/>
              <a:t> (2013) </a:t>
            </a:r>
            <a:r>
              <a:rPr lang="en-US" dirty="0" err="1"/>
              <a:t>Ch</a:t>
            </a:r>
            <a:r>
              <a:rPr lang="en-US" dirty="0"/>
              <a:t>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787D7-1D21-E470-2FD9-60E6BB24F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23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0753D30-B3C1-0EAC-C65E-16ADB1649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10885932" cy="1499616"/>
          </a:xfrm>
        </p:spPr>
        <p:txBody>
          <a:bodyPr>
            <a:normAutofit/>
          </a:bodyPr>
          <a:lstStyle/>
          <a:p>
            <a:r>
              <a:rPr lang="en-US" altLang="en-US" dirty="0"/>
              <a:t>Dynamic relocation using a relocation register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13</a:t>
            </a:fld>
            <a:endParaRPr lang="en-US"/>
          </a:p>
        </p:txBody>
      </p:sp>
      <p:pic>
        <p:nvPicPr>
          <p:cNvPr id="14339" name="Picture 5">
            <a:extLst>
              <a:ext uri="{FF2B5EF4-FFF2-40B4-BE49-F238E27FC236}">
                <a16:creationId xmlns:a16="http://schemas.microsoft.com/office/drawing/2014/main" id="{20F18CD9-8D20-3C6C-9CC1-B59DEA114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439" y="1943100"/>
            <a:ext cx="5083097" cy="3679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3">
            <a:extLst>
              <a:ext uri="{FF2B5EF4-FFF2-40B4-BE49-F238E27FC236}">
                <a16:creationId xmlns:a16="http://schemas.microsoft.com/office/drawing/2014/main" id="{09EA1329-3F55-6B4A-067D-0E6536CC3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571" y="1714500"/>
            <a:ext cx="5280344" cy="4560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dirty="0">
                <a:latin typeface="Helvetica" panose="020B0604020202020204" pitchFamily="34" charset="0"/>
              </a:rPr>
              <a:t>Routine is not loaded until it is called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dirty="0">
                <a:latin typeface="Helvetica" panose="020B0604020202020204" pitchFamily="34" charset="0"/>
              </a:rPr>
              <a:t>Better memory-space utilization; unused routine is never loaded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dirty="0">
                <a:latin typeface="Helvetica" panose="020B0604020202020204" pitchFamily="34" charset="0"/>
              </a:rPr>
              <a:t>All routines kept on disk in relocatable load format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dirty="0">
                <a:latin typeface="Helvetica" panose="020B0604020202020204" pitchFamily="34" charset="0"/>
              </a:rPr>
              <a:t>No 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1400" dirty="0">
                <a:latin typeface="Helvetica" panose="020B0604020202020204" pitchFamily="34" charset="0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1400" dirty="0">
                <a:latin typeface="Helvetica" panose="020B0604020202020204" pitchFamily="34" charset="0"/>
              </a:rPr>
              <a:t>OS can help by providing libraries to implement dynamic loading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9B3A76E-FD57-54C2-0D5B-19AB11D695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Dynamic Linking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872AAED-74FC-ABA7-60D9-6F0224D654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Static linking – system libraries and program code combined by the loader into the binary program image</a:t>
            </a:r>
          </a:p>
          <a:p>
            <a:r>
              <a:rPr lang="en-US" altLang="en-US" dirty="0"/>
              <a:t>Dynamic linking –linking postponed until execution time</a:t>
            </a:r>
          </a:p>
          <a:p>
            <a:r>
              <a:rPr lang="en-US" altLang="en-US" dirty="0"/>
              <a:t>Dynamic linking is particularly useful for libraries</a:t>
            </a:r>
          </a:p>
          <a:p>
            <a:r>
              <a:rPr lang="en-US" altLang="en-US" dirty="0"/>
              <a:t>System also known as shared libraries</a:t>
            </a:r>
          </a:p>
          <a:p>
            <a:r>
              <a:rPr lang="en-US" altLang="en-US" dirty="0"/>
              <a:t>Consider applicability to patching system libraries</a:t>
            </a:r>
          </a:p>
          <a:p>
            <a:pPr lvl="1"/>
            <a:r>
              <a:rPr lang="en-US" altLang="en-US" dirty="0"/>
              <a:t>Versioning may be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A23570B-4B26-A634-8D10-91753F10CA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Swapping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BE665F7-B3EB-2C0E-1495-021DB561D5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/>
              <a:t>A process can be swapped temporarily out of memory to a backing store, and then brought back into memory for continued execution</a:t>
            </a:r>
          </a:p>
          <a:p>
            <a:pPr lvl="1"/>
            <a:r>
              <a:rPr lang="en-US" altLang="en-US"/>
              <a:t>Total physical memory space of processes can exceed physical memory</a:t>
            </a:r>
          </a:p>
          <a:p>
            <a:r>
              <a:rPr lang="en-US" altLang="en-US"/>
              <a:t>Backing store – fast disk large enough to accommodate copies of all memory images for all users; must provide direct access to these memory images</a:t>
            </a:r>
          </a:p>
          <a:p>
            <a:r>
              <a:rPr lang="en-US" altLang="en-US"/>
              <a:t>Roll out, roll in – swapping variant used for priority-based scheduling algorithms; lower-priority process is swapped out so higher-priority process can be loaded and executed</a:t>
            </a:r>
          </a:p>
          <a:p>
            <a:r>
              <a:rPr lang="en-US" altLang="en-US"/>
              <a:t>Major part of swap time is transfer time; total transfer time is directly proportional to the amount of memory swapped</a:t>
            </a:r>
          </a:p>
          <a:p>
            <a:r>
              <a:rPr lang="en-US" altLang="en-US"/>
              <a:t>System maintains a ready queue of ready-to-run processes which have memory images on disk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78F9F43-07D8-F291-FF19-747D71EE5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Swapping (Cont.)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1B5CC45-FE6B-BD2A-0B8E-6F1E380158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Does the swapped out process need to swap back in to same physical addresses?</a:t>
            </a:r>
          </a:p>
          <a:p>
            <a:r>
              <a:rPr lang="en-US" altLang="en-US"/>
              <a:t>Depends on address binding method</a:t>
            </a:r>
          </a:p>
          <a:p>
            <a:pPr lvl="1"/>
            <a:r>
              <a:rPr lang="en-US" altLang="en-US"/>
              <a:t>Plus consider pending I/O to / from process memory space</a:t>
            </a:r>
          </a:p>
          <a:p>
            <a:r>
              <a:rPr lang="en-US" altLang="en-US"/>
              <a:t>Modified versions of swapping are found on many systems (i.e., UNIX, Linux, and Windows)</a:t>
            </a:r>
          </a:p>
          <a:p>
            <a:pPr lvl="1"/>
            <a:r>
              <a:rPr lang="en-US" altLang="en-US"/>
              <a:t>Swapping normally disabled</a:t>
            </a:r>
          </a:p>
          <a:p>
            <a:pPr lvl="1"/>
            <a:r>
              <a:rPr lang="en-US" altLang="en-US"/>
              <a:t>Started if more than threshold amount of memory allocated</a:t>
            </a:r>
          </a:p>
          <a:p>
            <a:pPr lvl="1"/>
            <a:r>
              <a:rPr lang="en-US" altLang="en-US"/>
              <a:t>Disabled again once memory demand reduced below threshold</a:t>
            </a:r>
          </a:p>
          <a:p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7328DBE-0FB4-B1F1-125A-21A8423F5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Schematic View of Swapping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17</a:t>
            </a:fld>
            <a:endParaRPr lang="en-US" dirty="0"/>
          </a:p>
        </p:txBody>
      </p:sp>
      <p:pic>
        <p:nvPicPr>
          <p:cNvPr id="18435" name="Picture 4" descr="8">
            <a:extLst>
              <a:ext uri="{FF2B5EF4-FFF2-40B4-BE49-F238E27FC236}">
                <a16:creationId xmlns:a16="http://schemas.microsoft.com/office/drawing/2014/main" id="{244141C5-4666-665C-8FAD-EF848568B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461" y="2133600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295F111-6C87-EDC5-A6DC-AD994E3DA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Multiple-partition allocation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1207FE0-F354-D287-7B1A-0A3CFAFFE2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Degree of multiprogramming limited by number of partitions</a:t>
            </a:r>
          </a:p>
          <a:p>
            <a:r>
              <a:rPr lang="en-US" altLang="en-US" dirty="0"/>
              <a:t>Variable-partition sizes for efficiency (sized to a given process’ needs)</a:t>
            </a:r>
          </a:p>
          <a:p>
            <a:r>
              <a:rPr lang="en-US" altLang="en-US" dirty="0"/>
              <a:t>Hole – block of available memory; holes of various size are scattered throughout memory</a:t>
            </a:r>
          </a:p>
          <a:p>
            <a:r>
              <a:rPr lang="en-US" altLang="en-US" dirty="0"/>
              <a:t>When a process arrives, it is allocated memory from a hole large enough to accommodate it</a:t>
            </a:r>
          </a:p>
          <a:p>
            <a:r>
              <a:rPr lang="en-US" altLang="en-US" dirty="0"/>
              <a:t>Process exiting frees its partition, adjacent free partitions combined</a:t>
            </a:r>
          </a:p>
          <a:p>
            <a:r>
              <a:rPr lang="en-US" altLang="en-US" dirty="0"/>
              <a:t>Operating system maintains information about:</a:t>
            </a:r>
            <a:br>
              <a:rPr lang="en-US" altLang="en-US" dirty="0"/>
            </a:br>
            <a:r>
              <a:rPr lang="en-US" altLang="en-US" dirty="0"/>
              <a:t>a) allocated partitions    b) free partitions (hole)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Multiple-partition allocation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19</a:t>
            </a:fld>
            <a:endParaRPr lang="en-US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EDB8C443-E42B-BAA0-ACA0-7148D49E2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992" y="2433020"/>
            <a:ext cx="8978985" cy="292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4135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8138910-4697-3C8A-1C71-00B151C2F9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Dynamic Storage-Allocation Problem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F4A6769-F64D-C52E-AAC5-5096605E04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First-fit:  Allocate the first hole that is big enough</a:t>
            </a:r>
          </a:p>
          <a:p>
            <a:endParaRPr lang="en-US" altLang="en-US" dirty="0"/>
          </a:p>
          <a:p>
            <a:r>
              <a:rPr lang="en-US" altLang="en-US" dirty="0"/>
              <a:t>Best-fit:  Allocate the smallest hole that is big enough; must search entire list, unless ordered by size  </a:t>
            </a:r>
          </a:p>
          <a:p>
            <a:pPr lvl="1"/>
            <a:r>
              <a:rPr lang="en-US" altLang="en-US" dirty="0"/>
              <a:t>Produces the smallest leftover hole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Worst-fit:  Allocate the largest hole; must also search entire list  </a:t>
            </a:r>
          </a:p>
          <a:p>
            <a:pPr lvl="1"/>
            <a:r>
              <a:rPr lang="en-US" altLang="en-US" dirty="0"/>
              <a:t>Produces the largest leftover hole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20</a:t>
            </a:fld>
            <a:endParaRPr lang="en-US" dirty="0"/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DB0EB726-0971-E637-4692-0C7F8DA9A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452" y="1714945"/>
            <a:ext cx="6108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6629" name="Text Box 5">
            <a:extLst>
              <a:ext uri="{FF2B5EF4-FFF2-40B4-BE49-F238E27FC236}">
                <a16:creationId xmlns:a16="http://schemas.microsoft.com/office/drawing/2014/main" id="{5A6BD33B-0066-1E68-13D9-84CE7D5AF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5816766"/>
            <a:ext cx="76009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26">
            <a:extLst>
              <a:ext uri="{FF2B5EF4-FFF2-40B4-BE49-F238E27FC236}">
                <a16:creationId xmlns:a16="http://schemas.microsoft.com/office/drawing/2014/main" id="{EAB8FA30-A8B7-FE15-A78F-8666BD6FD3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Fragmentation</a:t>
            </a:r>
          </a:p>
        </p:txBody>
      </p:sp>
      <p:sp>
        <p:nvSpPr>
          <p:cNvPr id="27651" name="Rectangle 1027">
            <a:extLst>
              <a:ext uri="{FF2B5EF4-FFF2-40B4-BE49-F238E27FC236}">
                <a16:creationId xmlns:a16="http://schemas.microsoft.com/office/drawing/2014/main" id="{706C65FE-B7E4-40AB-38A1-783F7326E8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External Fragmentation</a:t>
            </a:r>
          </a:p>
          <a:p>
            <a:pPr lvl="1"/>
            <a:r>
              <a:rPr lang="en-US" altLang="en-US" dirty="0"/>
              <a:t>total memory space exists to satisfy a request, but it is not contiguous</a:t>
            </a:r>
          </a:p>
          <a:p>
            <a:r>
              <a:rPr lang="en-US" altLang="en-US" dirty="0"/>
              <a:t>Internal Fragmentation</a:t>
            </a:r>
          </a:p>
          <a:p>
            <a:pPr lvl="1"/>
            <a:r>
              <a:rPr lang="en-US" altLang="en-US" dirty="0"/>
              <a:t>allocated memory may be slightly larger than requested memory; this size difference is memory internal to a partition, but not being used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143EFF28-89CF-EFE6-9523-168A760A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Fragmentation (Cont.)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B2EF9767-1904-958B-D53B-3A260131B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Reduce external fragmentation by compaction</a:t>
            </a:r>
          </a:p>
          <a:p>
            <a:pPr lvl="1"/>
            <a:r>
              <a:rPr lang="en-US" altLang="en-US"/>
              <a:t>Shuffle memory contents to place all free memory together in one large block</a:t>
            </a:r>
          </a:p>
          <a:p>
            <a:pPr lvl="1"/>
            <a:r>
              <a:rPr lang="en-US" altLang="en-US"/>
              <a:t>Compaction is possible only if relocation is dynamic, and is done at execution time</a:t>
            </a:r>
          </a:p>
          <a:p>
            <a:pPr lvl="1"/>
            <a:r>
              <a:rPr lang="en-US" altLang="en-US"/>
              <a:t>I/O problem</a:t>
            </a:r>
          </a:p>
          <a:p>
            <a:pPr lvl="2"/>
            <a:r>
              <a:rPr lang="en-US" altLang="en-US"/>
              <a:t>Latch job in memory while it is involved in I/O</a:t>
            </a:r>
          </a:p>
          <a:p>
            <a:pPr lvl="2"/>
            <a:r>
              <a:rPr lang="en-US" altLang="en-US"/>
              <a:t>Do I/O only into OS buffers</a:t>
            </a:r>
          </a:p>
          <a:p>
            <a:r>
              <a:rPr lang="en-US" altLang="en-US"/>
              <a:t>Now consider that backing store has same fragmentation problems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7FFB021-6109-DCC2-CA31-AD86F5190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Segmentation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2B27EAB-9281-5A02-3B70-C67EC49C13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52623" y="2131593"/>
            <a:ext cx="4331541" cy="3777622"/>
          </a:xfrm>
        </p:spPr>
        <p:txBody>
          <a:bodyPr>
            <a:normAutofit/>
          </a:bodyPr>
          <a:lstStyle/>
          <a:p>
            <a:r>
              <a:rPr lang="en-US" altLang="en-US" dirty="0"/>
              <a:t>Memory-management scheme that supports user view of memory </a:t>
            </a:r>
          </a:p>
          <a:p>
            <a:r>
              <a:rPr lang="en-US" altLang="en-US" dirty="0"/>
              <a:t>program is a collection of segments</a:t>
            </a:r>
          </a:p>
          <a:p>
            <a:pPr lvl="1"/>
            <a:r>
              <a:rPr lang="en-US" altLang="en-US" dirty="0"/>
              <a:t>segment is a logical unit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23</a:t>
            </a:fld>
            <a:endParaRPr lang="en-US" dirty="0"/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6676397" y="2125776"/>
            <a:ext cx="4313864" cy="377762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800" kern="1200">
                <a:solidFill>
                  <a:srgbClr val="766F5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K" altLang="en-US" dirty="0"/>
              <a:t>Segments</a:t>
            </a:r>
            <a:endParaRPr lang="en-US" altLang="en-US" dirty="0"/>
          </a:p>
          <a:p>
            <a:pPr lvl="1"/>
            <a:r>
              <a:rPr lang="en-US" altLang="en-US" dirty="0"/>
              <a:t>main program</a:t>
            </a:r>
          </a:p>
          <a:p>
            <a:pPr lvl="1"/>
            <a:r>
              <a:rPr lang="en-US" altLang="en-US" dirty="0"/>
              <a:t>local variables, global variables</a:t>
            </a:r>
          </a:p>
          <a:p>
            <a:pPr lvl="1"/>
            <a:r>
              <a:rPr lang="en-US" altLang="en-US" dirty="0"/>
              <a:t>common block</a:t>
            </a:r>
          </a:p>
          <a:p>
            <a:pPr lvl="1"/>
            <a:r>
              <a:rPr lang="en-US" altLang="en-US" dirty="0"/>
              <a:t>stack</a:t>
            </a:r>
          </a:p>
          <a:p>
            <a:pPr lvl="1"/>
            <a:r>
              <a:rPr lang="en-US" altLang="en-US" dirty="0"/>
              <a:t>symbol table</a:t>
            </a:r>
          </a:p>
          <a:p>
            <a:pPr lvl="1"/>
            <a:r>
              <a:rPr lang="en-HK" altLang="en-US" dirty="0"/>
              <a:t>subroutine</a:t>
            </a:r>
            <a:endParaRPr lang="en-US" alt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66E4A87-A7B9-318D-B4DE-7436F02473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</a:t>
            </a:r>
            <a:r>
              <a:rPr lang="ja-JP" altLang="en-US"/>
              <a:t>’</a:t>
            </a:r>
            <a:r>
              <a:rPr lang="en-US" altLang="ja-JP"/>
              <a:t>s View of a Program</a:t>
            </a:r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24</a:t>
            </a:fld>
            <a:endParaRPr lang="en-US"/>
          </a:p>
        </p:txBody>
      </p:sp>
      <p:pic>
        <p:nvPicPr>
          <p:cNvPr id="30723" name="Picture 6">
            <a:extLst>
              <a:ext uri="{FF2B5EF4-FFF2-40B4-BE49-F238E27FC236}">
                <a16:creationId xmlns:a16="http://schemas.microsoft.com/office/drawing/2014/main" id="{FFC3EBCA-242E-9025-7F0F-A9717FCFA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653" y="1826272"/>
            <a:ext cx="36957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1EFF6C97-5C06-66BD-372C-739BC7EAED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Logical View of Segmentation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25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529EB6-9B05-7488-40CE-91DF5C243DB0}"/>
              </a:ext>
            </a:extLst>
          </p:cNvPr>
          <p:cNvGrpSpPr/>
          <p:nvPr/>
        </p:nvGrpSpPr>
        <p:grpSpPr>
          <a:xfrm>
            <a:off x="3048000" y="1905000"/>
            <a:ext cx="6096000" cy="4452938"/>
            <a:chOff x="2895600" y="1171575"/>
            <a:chExt cx="6096000" cy="4452938"/>
          </a:xfrm>
        </p:grpSpPr>
        <p:sp>
          <p:nvSpPr>
            <p:cNvPr id="31747" name="Oval 3">
              <a:extLst>
                <a:ext uri="{FF2B5EF4-FFF2-40B4-BE49-F238E27FC236}">
                  <a16:creationId xmlns:a16="http://schemas.microsoft.com/office/drawing/2014/main" id="{E8EA658C-1939-1D56-D37C-9699096AE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1171575"/>
              <a:ext cx="2895600" cy="39624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48" name="Rectangle 4">
              <a:extLst>
                <a:ext uri="{FF2B5EF4-FFF2-40B4-BE49-F238E27FC236}">
                  <a16:creationId xmlns:a16="http://schemas.microsoft.com/office/drawing/2014/main" id="{429C9619-5D2F-8B03-9EAF-B4827F2C0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1857375"/>
              <a:ext cx="9906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31749" name="Rectangle 5">
              <a:extLst>
                <a:ext uri="{FF2B5EF4-FFF2-40B4-BE49-F238E27FC236}">
                  <a16:creationId xmlns:a16="http://schemas.microsoft.com/office/drawing/2014/main" id="{ADB87749-97DD-BDD6-267E-1D6095CAD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3000375"/>
              <a:ext cx="914400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31750" name="Rectangle 6">
              <a:extLst>
                <a:ext uri="{FF2B5EF4-FFF2-40B4-BE49-F238E27FC236}">
                  <a16:creationId xmlns:a16="http://schemas.microsoft.com/office/drawing/2014/main" id="{E59CF280-8255-F3E6-40CD-10CF6207C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2466975"/>
              <a:ext cx="9144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31751" name="Rectangle 7">
              <a:extLst>
                <a:ext uri="{FF2B5EF4-FFF2-40B4-BE49-F238E27FC236}">
                  <a16:creationId xmlns:a16="http://schemas.microsoft.com/office/drawing/2014/main" id="{97D39849-B420-8A80-AA5B-33A74B7DC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457575"/>
              <a:ext cx="9144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anose="020B0604020202020204" pitchFamily="34" charset="0"/>
                </a:rPr>
                <a:t>4</a:t>
              </a:r>
            </a:p>
          </p:txBody>
        </p:sp>
        <p:grpSp>
          <p:nvGrpSpPr>
            <p:cNvPr id="31752" name="Group 24">
              <a:extLst>
                <a:ext uri="{FF2B5EF4-FFF2-40B4-BE49-F238E27FC236}">
                  <a16:creationId xmlns:a16="http://schemas.microsoft.com/office/drawing/2014/main" id="{68FF6172-925E-C87C-7E90-0DE4C6EE81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62800" y="1171575"/>
              <a:ext cx="1143000" cy="3962400"/>
              <a:chOff x="3888" y="1056"/>
              <a:chExt cx="720" cy="2496"/>
            </a:xfrm>
          </p:grpSpPr>
          <p:grpSp>
            <p:nvGrpSpPr>
              <p:cNvPr id="31755" name="Group 11">
                <a:extLst>
                  <a:ext uri="{FF2B5EF4-FFF2-40B4-BE49-F238E27FC236}">
                    <a16:creationId xmlns:a16="http://schemas.microsoft.com/office/drawing/2014/main" id="{4A7CFD12-EFD5-8B3A-D7C5-2DA7A6CF88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1056"/>
                <a:ext cx="720" cy="672"/>
                <a:chOff x="3888" y="1056"/>
                <a:chExt cx="720" cy="672"/>
              </a:xfrm>
            </p:grpSpPr>
            <p:sp>
              <p:nvSpPr>
                <p:cNvPr id="31766" name="Rectangle 8">
                  <a:extLst>
                    <a:ext uri="{FF2B5EF4-FFF2-40B4-BE49-F238E27FC236}">
                      <a16:creationId xmlns:a16="http://schemas.microsoft.com/office/drawing/2014/main" id="{5916F8BB-FFF0-59CC-1E04-A418EE4984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8" y="1056"/>
                  <a:ext cx="720" cy="67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767" name="Line 9">
                  <a:extLst>
                    <a:ext uri="{FF2B5EF4-FFF2-40B4-BE49-F238E27FC236}">
                      <a16:creationId xmlns:a16="http://schemas.microsoft.com/office/drawing/2014/main" id="{37DF979A-C521-4DF6-5020-00A1F20946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8" y="1392"/>
                  <a:ext cx="7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1756" name="Group 12">
                <a:extLst>
                  <a:ext uri="{FF2B5EF4-FFF2-40B4-BE49-F238E27FC236}">
                    <a16:creationId xmlns:a16="http://schemas.microsoft.com/office/drawing/2014/main" id="{213707AE-85E9-45D4-72D0-FA84DA3116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1728"/>
                <a:ext cx="720" cy="672"/>
                <a:chOff x="3888" y="1056"/>
                <a:chExt cx="720" cy="672"/>
              </a:xfrm>
            </p:grpSpPr>
            <p:sp>
              <p:nvSpPr>
                <p:cNvPr id="31764" name="Rectangle 13">
                  <a:extLst>
                    <a:ext uri="{FF2B5EF4-FFF2-40B4-BE49-F238E27FC236}">
                      <a16:creationId xmlns:a16="http://schemas.microsoft.com/office/drawing/2014/main" id="{F543CF42-57B4-CB39-FA72-BE4B9D8CF3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8" y="1056"/>
                  <a:ext cx="720" cy="672"/>
                </a:xfrm>
                <a:prstGeom prst="rect">
                  <a:avLst/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765" name="Line 14">
                  <a:extLst>
                    <a:ext uri="{FF2B5EF4-FFF2-40B4-BE49-F238E27FC236}">
                      <a16:creationId xmlns:a16="http://schemas.microsoft.com/office/drawing/2014/main" id="{0C26EBF1-5A96-3A97-B834-A92F14380B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8" y="1392"/>
                  <a:ext cx="7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1757" name="Text Box 15">
                <a:extLst>
                  <a:ext uri="{FF2B5EF4-FFF2-40B4-BE49-F238E27FC236}">
                    <a16:creationId xmlns:a16="http://schemas.microsoft.com/office/drawing/2014/main" id="{1E6DA6C0-C4AE-2E4B-137B-A44B98AA54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5" y="1132"/>
                <a:ext cx="1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>
                    <a:latin typeface="Helvetica" panose="020B0604020202020204" pitchFamily="34" charset="0"/>
                  </a:rPr>
                  <a:t>1</a:t>
                </a:r>
              </a:p>
            </p:txBody>
          </p:sp>
          <p:sp>
            <p:nvSpPr>
              <p:cNvPr id="31758" name="Text Box 16">
                <a:extLst>
                  <a:ext uri="{FF2B5EF4-FFF2-40B4-BE49-F238E27FC236}">
                    <a16:creationId xmlns:a16="http://schemas.microsoft.com/office/drawing/2014/main" id="{0B1C1AD5-896A-D805-DD7B-2F3CB3E2B3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7" y="1439"/>
                <a:ext cx="1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>
                    <a:latin typeface="Helvetica" panose="020B0604020202020204" pitchFamily="34" charset="0"/>
                  </a:rPr>
                  <a:t>4</a:t>
                </a:r>
              </a:p>
            </p:txBody>
          </p:sp>
          <p:sp>
            <p:nvSpPr>
              <p:cNvPr id="31759" name="Rectangle 17">
                <a:extLst>
                  <a:ext uri="{FF2B5EF4-FFF2-40B4-BE49-F238E27FC236}">
                    <a16:creationId xmlns:a16="http://schemas.microsoft.com/office/drawing/2014/main" id="{E2D8FAD7-12F8-3132-1E01-0DDEE7BC4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2400"/>
                <a:ext cx="720" cy="91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760" name="Rectangle 18">
                <a:extLst>
                  <a:ext uri="{FF2B5EF4-FFF2-40B4-BE49-F238E27FC236}">
                    <a16:creationId xmlns:a16="http://schemas.microsoft.com/office/drawing/2014/main" id="{13C74958-765F-6C8A-1AB1-40AB94AB0E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3312"/>
                <a:ext cx="720" cy="240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761" name="Line 19">
                <a:extLst>
                  <a:ext uri="{FF2B5EF4-FFF2-40B4-BE49-F238E27FC236}">
                    <a16:creationId xmlns:a16="http://schemas.microsoft.com/office/drawing/2014/main" id="{FBC14D00-9E94-F6CE-9903-F55C0B5EAF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2640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62" name="Text Box 20">
                <a:extLst>
                  <a:ext uri="{FF2B5EF4-FFF2-40B4-BE49-F238E27FC236}">
                    <a16:creationId xmlns:a16="http://schemas.microsoft.com/office/drawing/2014/main" id="{38DDED42-96FE-898D-6F6A-E6D8FBF71A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7" y="2428"/>
                <a:ext cx="1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>
                    <a:latin typeface="Helvetica" panose="020B0604020202020204" pitchFamily="34" charset="0"/>
                  </a:rPr>
                  <a:t>2</a:t>
                </a:r>
              </a:p>
            </p:txBody>
          </p:sp>
          <p:sp>
            <p:nvSpPr>
              <p:cNvPr id="31763" name="Text Box 21">
                <a:extLst>
                  <a:ext uri="{FF2B5EF4-FFF2-40B4-BE49-F238E27FC236}">
                    <a16:creationId xmlns:a16="http://schemas.microsoft.com/office/drawing/2014/main" id="{9F00C42E-AABA-89FC-0E6F-6E25376054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7" y="2888"/>
                <a:ext cx="1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>
                    <a:latin typeface="Helvetica" panose="020B0604020202020204" pitchFamily="34" charset="0"/>
                  </a:rPr>
                  <a:t>3</a:t>
                </a:r>
              </a:p>
            </p:txBody>
          </p:sp>
        </p:grpSp>
        <p:sp>
          <p:nvSpPr>
            <p:cNvPr id="31753" name="Text Box 22">
              <a:extLst>
                <a:ext uri="{FF2B5EF4-FFF2-40B4-BE49-F238E27FC236}">
                  <a16:creationId xmlns:a16="http://schemas.microsoft.com/office/drawing/2014/main" id="{FF15F159-16A6-F40A-2AE6-0197CA6A28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0125" y="5254625"/>
              <a:ext cx="137795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user space </a:t>
              </a:r>
            </a:p>
          </p:txBody>
        </p:sp>
        <p:sp>
          <p:nvSpPr>
            <p:cNvPr id="31754" name="Text Box 23">
              <a:extLst>
                <a:ext uri="{FF2B5EF4-FFF2-40B4-BE49-F238E27FC236}">
                  <a16:creationId xmlns:a16="http://schemas.microsoft.com/office/drawing/2014/main" id="{03984AE9-B5C7-2086-20AE-BCAC2491FB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4450" y="5254625"/>
              <a:ext cx="259715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physical memory space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>
            <a:extLst>
              <a:ext uri="{FF2B5EF4-FFF2-40B4-BE49-F238E27FC236}">
                <a16:creationId xmlns:a16="http://schemas.microsoft.com/office/drawing/2014/main" id="{F3BBB0CC-A79B-A497-1475-510888081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Paging</a:t>
            </a:r>
          </a:p>
        </p:txBody>
      </p:sp>
      <p:sp>
        <p:nvSpPr>
          <p:cNvPr id="35843" name="Rectangle 1027">
            <a:extLst>
              <a:ext uri="{FF2B5EF4-FFF2-40B4-BE49-F238E27FC236}">
                <a16:creationId xmlns:a16="http://schemas.microsoft.com/office/drawing/2014/main" id="{087DF852-1DDD-AB50-5CB1-1D45938469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17764" y="1128713"/>
            <a:ext cx="7183437" cy="4767262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/>
              <a:t>Avoids external fragmentation</a:t>
            </a:r>
          </a:p>
          <a:p>
            <a:pPr lvl="1"/>
            <a:r>
              <a:rPr lang="en-US" altLang="en-US"/>
              <a:t>Avoids problem of varying sized memory chunks</a:t>
            </a:r>
            <a:endParaRPr lang="en-US" altLang="en-US" sz="800"/>
          </a:p>
          <a:p>
            <a:r>
              <a:rPr lang="en-US" altLang="en-US"/>
              <a:t>Divide physical memory into fixed-sized blocks called </a:t>
            </a:r>
            <a:r>
              <a:rPr lang="en-US" altLang="en-US" b="1">
                <a:solidFill>
                  <a:srgbClr val="3366FF"/>
                </a:solidFill>
              </a:rPr>
              <a:t>frames</a:t>
            </a:r>
            <a:endParaRPr lang="en-US" altLang="en-US">
              <a:solidFill>
                <a:srgbClr val="3366FF"/>
              </a:solidFill>
            </a:endParaRP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Size </a:t>
            </a:r>
            <a:r>
              <a:rPr lang="en-US" altLang="en-US"/>
              <a:t>is power of 2, between 512 bytes and 16 Mbytes</a:t>
            </a:r>
            <a:endParaRPr lang="en-US" altLang="en-US" sz="800"/>
          </a:p>
          <a:p>
            <a:r>
              <a:rPr lang="en-US" altLang="en-US"/>
              <a:t>Divide logical memory into blocks of same size called </a:t>
            </a:r>
            <a:r>
              <a:rPr lang="en-US" altLang="en-US" b="1">
                <a:solidFill>
                  <a:srgbClr val="3366FF"/>
                </a:solidFill>
              </a:rPr>
              <a:t>pages</a:t>
            </a:r>
            <a:endParaRPr lang="en-US" altLang="en-US" sz="800" b="1">
              <a:solidFill>
                <a:srgbClr val="3366FF"/>
              </a:solidFill>
            </a:endParaRPr>
          </a:p>
          <a:p>
            <a:r>
              <a:rPr lang="en-US" altLang="en-US"/>
              <a:t>Keep track of all free frames</a:t>
            </a:r>
            <a:endParaRPr lang="en-US" altLang="en-US" sz="800"/>
          </a:p>
          <a:p>
            <a:r>
              <a:rPr lang="en-US" altLang="en-US"/>
              <a:t>To run a program of size </a:t>
            </a:r>
            <a:r>
              <a:rPr lang="en-US" altLang="en-US" b="1" i="1"/>
              <a:t>N</a:t>
            </a:r>
            <a:r>
              <a:rPr lang="en-US" altLang="en-US" i="1"/>
              <a:t> </a:t>
            </a:r>
            <a:r>
              <a:rPr lang="en-US" altLang="en-US"/>
              <a:t>pages, need to find </a:t>
            </a:r>
            <a:r>
              <a:rPr lang="en-US" altLang="en-US" b="1" i="1"/>
              <a:t>N</a:t>
            </a:r>
            <a:r>
              <a:rPr lang="en-US" altLang="en-US"/>
              <a:t> free frames and load program</a:t>
            </a:r>
            <a:endParaRPr lang="en-US" altLang="en-US" sz="800"/>
          </a:p>
          <a:p>
            <a:r>
              <a:rPr lang="en-US" altLang="en-US"/>
              <a:t>Set up a </a:t>
            </a:r>
            <a:r>
              <a:rPr lang="en-US" altLang="en-US" b="1">
                <a:solidFill>
                  <a:srgbClr val="3366FF"/>
                </a:solidFill>
              </a:rPr>
              <a:t>page table</a:t>
            </a:r>
            <a:r>
              <a:rPr lang="en-US" altLang="en-US"/>
              <a:t> to translate logical to physical addresses</a:t>
            </a:r>
            <a:endParaRPr lang="en-US" altLang="en-US" sz="800"/>
          </a:p>
          <a:p>
            <a:r>
              <a:rPr lang="en-US" altLang="en-US"/>
              <a:t>Backing store likewise split into pages</a:t>
            </a:r>
          </a:p>
          <a:p>
            <a:r>
              <a:rPr lang="en-US" altLang="en-US"/>
              <a:t>Still have Internal fragmentation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>
            <a:extLst>
              <a:ext uri="{FF2B5EF4-FFF2-40B4-BE49-F238E27FC236}">
                <a16:creationId xmlns:a16="http://schemas.microsoft.com/office/drawing/2014/main" id="{183EC81A-2F47-1434-7766-4875B8C056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0138" y="152401"/>
            <a:ext cx="784066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715E2AA3-AF2F-0DB4-AD22-6A62BCE4C6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5376" y="1125538"/>
            <a:ext cx="7299325" cy="448310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Page number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3366FF"/>
                </a:solidFill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3366FF"/>
                </a:solidFill>
              </a:rPr>
              <a:t>page table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Page offset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3366FF"/>
                </a:solidFill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r>
              <a:rPr lang="en-HK" dirty="0"/>
              <a:t>If the size of the logical address space is </a:t>
            </a:r>
            <a:r>
              <a:rPr lang="en-US" altLang="en-US" dirty="0"/>
              <a:t>2</a:t>
            </a:r>
            <a:r>
              <a:rPr lang="en-US" altLang="en-US" i="1" baseline="30000" dirty="0"/>
              <a:t>m</a:t>
            </a:r>
            <a:r>
              <a:rPr lang="en-HK" dirty="0"/>
              <a:t>, and a page size is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  <a:r>
              <a:rPr lang="en-HK" i="1" dirty="0"/>
              <a:t> </a:t>
            </a:r>
            <a:r>
              <a:rPr lang="en-HK" dirty="0"/>
              <a:t>bytes, then the high-order </a:t>
            </a:r>
            <a:r>
              <a:rPr lang="en-HK" i="1" dirty="0"/>
              <a:t>m</a:t>
            </a:r>
            <a:r>
              <a:rPr lang="en-HK" dirty="0"/>
              <a:t>− </a:t>
            </a:r>
            <a:r>
              <a:rPr lang="en-HK" i="1" dirty="0"/>
              <a:t>n </a:t>
            </a:r>
            <a:r>
              <a:rPr lang="en-HK" dirty="0"/>
              <a:t>bits of a logical address designate the page number, and the </a:t>
            </a:r>
            <a:r>
              <a:rPr lang="en-HK" i="1" dirty="0"/>
              <a:t>n </a:t>
            </a:r>
            <a:r>
              <a:rPr lang="en-HK" dirty="0"/>
              <a:t>low-order bits designate the page offset. Thus, the logical address is as follows:</a:t>
            </a:r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None/>
              <a:defRPr/>
            </a:pPr>
            <a:endParaRPr lang="en-US" altLang="en-US" dirty="0"/>
          </a:p>
          <a:p>
            <a:pPr marL="457200" lvl="1" indent="0">
              <a:buNone/>
              <a:defRPr/>
            </a:pPr>
            <a:endParaRPr lang="en-US" altLang="en-US" dirty="0"/>
          </a:p>
          <a:p>
            <a:pPr marL="457200" lvl="1" indent="0"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  <a:p>
            <a:pPr lvl="1">
              <a:defRPr/>
            </a:pPr>
            <a:r>
              <a:rPr lang="en-US" altLang="en-US" dirty="0"/>
              <a:t>Given: </a:t>
            </a:r>
            <a:r>
              <a:rPr lang="en-US" altLang="en-US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=2 and </a:t>
            </a:r>
            <a:r>
              <a:rPr lang="en-US" altLang="en-US" i="1" dirty="0">
                <a:latin typeface="Helvetica" panose="020B0604020202020204" pitchFamily="34" charset="0"/>
              </a:rPr>
              <a:t>m</a:t>
            </a:r>
            <a:r>
              <a:rPr lang="en-US" altLang="en-US" dirty="0">
                <a:latin typeface="Helvetica" panose="020B0604020202020204" pitchFamily="34" charset="0"/>
              </a:rPr>
              <a:t>=4, t</a:t>
            </a:r>
            <a:r>
              <a:rPr lang="en-US" altLang="en-US" dirty="0"/>
              <a:t>he logical address space is therefore equal to 16 and the page size is 4.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27</a:t>
            </a:fld>
            <a:endParaRPr lang="en-US" dirty="0"/>
          </a:p>
        </p:txBody>
      </p:sp>
      <p:pic>
        <p:nvPicPr>
          <p:cNvPr id="36868" name="Picture 3">
            <a:extLst>
              <a:ext uri="{FF2B5EF4-FFF2-40B4-BE49-F238E27FC236}">
                <a16:creationId xmlns:a16="http://schemas.microsoft.com/office/drawing/2014/main" id="{07EEF1E4-E78F-4BBA-22FD-517AD17E31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469" y="3367088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26">
            <a:extLst>
              <a:ext uri="{FF2B5EF4-FFF2-40B4-BE49-F238E27FC236}">
                <a16:creationId xmlns:a16="http://schemas.microsoft.com/office/drawing/2014/main" id="{447FC60E-4DD8-9E2D-C443-EB24156FA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0150" y="460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400"/>
              <a:t>Paging Model of Logical and  Physical Memory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28</a:t>
            </a:fld>
            <a:endParaRPr lang="en-US"/>
          </a:p>
        </p:txBody>
      </p:sp>
      <p:pic>
        <p:nvPicPr>
          <p:cNvPr id="38915" name="Picture 1030">
            <a:extLst>
              <a:ext uri="{FF2B5EF4-FFF2-40B4-BE49-F238E27FC236}">
                <a16:creationId xmlns:a16="http://schemas.microsoft.com/office/drawing/2014/main" id="{F63D2E10-C4E9-5A74-6BEE-EFBC55192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199" y="752536"/>
            <a:ext cx="6323506" cy="5906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F8C03146-A5B5-043D-08B7-0A81EBABB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9775" y="87313"/>
            <a:ext cx="80772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Paging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29</a:t>
            </a:fld>
            <a:endParaRPr lang="en-US"/>
          </a:p>
        </p:txBody>
      </p:sp>
      <p:sp>
        <p:nvSpPr>
          <p:cNvPr id="39939" name="Text Box 5">
            <a:extLst>
              <a:ext uri="{FF2B5EF4-FFF2-40B4-BE49-F238E27FC236}">
                <a16:creationId xmlns:a16="http://schemas.microsoft.com/office/drawing/2014/main" id="{44E64DCE-6D7A-BD05-05CD-E583DFCF4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836" y="6406887"/>
            <a:ext cx="60039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i="1" dirty="0">
                <a:latin typeface="Helvetica" panose="020B0604020202020204" pitchFamily="34" charset="0"/>
              </a:rPr>
              <a:t>n</a:t>
            </a:r>
            <a:r>
              <a:rPr lang="en-US" altLang="en-US" sz="1600" dirty="0">
                <a:latin typeface="Helvetica" panose="020B0604020202020204" pitchFamily="34" charset="0"/>
              </a:rPr>
              <a:t>=2 and </a:t>
            </a:r>
            <a:r>
              <a:rPr lang="en-US" altLang="en-US" sz="1600" i="1" dirty="0">
                <a:latin typeface="Helvetica" panose="020B0604020202020204" pitchFamily="34" charset="0"/>
              </a:rPr>
              <a:t>m</a:t>
            </a:r>
            <a:r>
              <a:rPr lang="en-US" altLang="en-US" sz="1600" dirty="0">
                <a:latin typeface="Helvetica" panose="020B0604020202020204" pitchFamily="34" charset="0"/>
              </a:rPr>
              <a:t>=4   32-byte memory and 4-byte pages</a:t>
            </a:r>
          </a:p>
        </p:txBody>
      </p:sp>
      <p:pic>
        <p:nvPicPr>
          <p:cNvPr id="39940" name="Picture 6">
            <a:extLst>
              <a:ext uri="{FF2B5EF4-FFF2-40B4-BE49-F238E27FC236}">
                <a16:creationId xmlns:a16="http://schemas.microsoft.com/office/drawing/2014/main" id="{11C0CB9C-70C8-8A15-94F5-7513A9B62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112" y="696913"/>
            <a:ext cx="4497487" cy="5604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FE93EF-2925-BB3A-626C-9D3173D29E70}"/>
              </a:ext>
            </a:extLst>
          </p:cNvPr>
          <p:cNvSpPr txBox="1"/>
          <p:nvPr/>
        </p:nvSpPr>
        <p:spPr>
          <a:xfrm>
            <a:off x="683160" y="4461986"/>
            <a:ext cx="6097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HK" dirty="0">
                <a:solidFill>
                  <a:srgbClr val="1A1718"/>
                </a:solidFill>
                <a:effectLst/>
                <a:latin typeface="Palatino" pitchFamily="2" charset="77"/>
              </a:rPr>
              <a:t>Using a page size of 4 bytes and a physical memory of 32 bytes (8 pages), we show </a:t>
            </a:r>
            <a:r>
              <a:rPr lang="en-HK">
                <a:solidFill>
                  <a:srgbClr val="1A1718"/>
                </a:solidFill>
                <a:effectLst/>
                <a:latin typeface="Palatino" pitchFamily="2" charset="77"/>
              </a:rPr>
              <a:t>how the programmer’s </a:t>
            </a:r>
            <a:r>
              <a:rPr lang="en-HK" dirty="0">
                <a:solidFill>
                  <a:srgbClr val="1A1718"/>
                </a:solidFill>
                <a:effectLst/>
                <a:latin typeface="Palatino" pitchFamily="2" charset="77"/>
              </a:rPr>
              <a:t>view of memory can be mapped into physical memory.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C00BBBB-11E2-4B0E-974F-23DB1FC9D8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Free Frames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30</a:t>
            </a:fld>
            <a:endParaRPr lang="en-US"/>
          </a:p>
        </p:txBody>
      </p:sp>
      <p:sp>
        <p:nvSpPr>
          <p:cNvPr id="41987" name="Text Box 4">
            <a:extLst>
              <a:ext uri="{FF2B5EF4-FFF2-40B4-BE49-F238E27FC236}">
                <a16:creationId xmlns:a16="http://schemas.microsoft.com/office/drawing/2014/main" id="{E4AF0110-C3F0-DD9B-FDB7-CEE944E52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814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41988" name="Text Box 5">
            <a:extLst>
              <a:ext uri="{FF2B5EF4-FFF2-40B4-BE49-F238E27FC236}">
                <a16:creationId xmlns:a16="http://schemas.microsoft.com/office/drawing/2014/main" id="{2E60D2DF-C9B4-FCA7-71E9-74342CC98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526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41989" name="Picture 7">
            <a:extLst>
              <a:ext uri="{FF2B5EF4-FFF2-40B4-BE49-F238E27FC236}">
                <a16:creationId xmlns:a16="http://schemas.microsoft.com/office/drawing/2014/main" id="{DB4C89A6-E171-FFFE-8830-C7A98B08A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26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050">
            <a:extLst>
              <a:ext uri="{FF2B5EF4-FFF2-40B4-BE49-F238E27FC236}">
                <a16:creationId xmlns:a16="http://schemas.microsoft.com/office/drawing/2014/main" id="{EA42EA20-A33E-C75D-6FBF-8C18A0563E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Memory Protection</a:t>
            </a:r>
          </a:p>
        </p:txBody>
      </p:sp>
      <p:sp>
        <p:nvSpPr>
          <p:cNvPr id="48131" name="Rectangle 2051">
            <a:extLst>
              <a:ext uri="{FF2B5EF4-FFF2-40B4-BE49-F238E27FC236}">
                <a16:creationId xmlns:a16="http://schemas.microsoft.com/office/drawing/2014/main" id="{5948CA1D-DFE3-6FE2-D9DF-EA9887DB3B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97126" y="1157288"/>
            <a:ext cx="6937375" cy="4468812"/>
          </a:xfrm>
        </p:spPr>
        <p:txBody>
          <a:bodyPr>
            <a:normAutofit/>
          </a:bodyPr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dirty="0"/>
              <a:t>Can also add more bits to indicate page execute-only, and so on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r>
              <a:rPr lang="en-US" altLang="en-US" dirty="0"/>
              <a:t>Any violations result in a trap to the kernel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105ADD55-89DD-1137-0E0D-A14F14575A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Valid (v) or Invalid (i) Bit In A Page Table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32</a:t>
            </a:fld>
            <a:endParaRPr lang="en-US"/>
          </a:p>
        </p:txBody>
      </p:sp>
      <p:pic>
        <p:nvPicPr>
          <p:cNvPr id="49155" name="Picture 5">
            <a:extLst>
              <a:ext uri="{FF2B5EF4-FFF2-40B4-BE49-F238E27FC236}">
                <a16:creationId xmlns:a16="http://schemas.microsoft.com/office/drawing/2014/main" id="{45B54A8A-D22D-C9DF-4175-B91FABBAE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163" y="1630942"/>
            <a:ext cx="5891834" cy="5114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4D2D6-DFA8-4C7A-BC7E-A8C33AC4F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memory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6146E-32CB-5097-B86F-0CBC8DB56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3.3</a:t>
            </a:r>
          </a:p>
          <a:p>
            <a:r>
              <a:rPr lang="en-US" dirty="0" err="1"/>
              <a:t>Silberschatz</a:t>
            </a:r>
            <a:r>
              <a:rPr lang="en-US" dirty="0"/>
              <a:t> (2013) Ch 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354ED-C8ED-3394-B25C-25BB4BF8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5889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ADC2141-2168-B803-FB59-ECC8C9705C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Background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AB2F5F4-1FC6-3664-B2A0-5872346906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Code needs to be in memory to execute, but entire program rarely used</a:t>
            </a:r>
          </a:p>
          <a:p>
            <a:pPr lvl="1"/>
            <a:r>
              <a:rPr lang="en-US" altLang="en-US"/>
              <a:t>Error code, unusual routines, large data structures</a:t>
            </a:r>
          </a:p>
          <a:p>
            <a:r>
              <a:rPr lang="en-US" altLang="en-US"/>
              <a:t>Entire program code not needed at same time</a:t>
            </a:r>
          </a:p>
          <a:p>
            <a:r>
              <a:rPr lang="en-US" altLang="en-US"/>
              <a:t>Consider ability to execute partially-loaded program</a:t>
            </a:r>
          </a:p>
          <a:p>
            <a:pPr lvl="1"/>
            <a:r>
              <a:rPr lang="en-US" altLang="en-US"/>
              <a:t>Program no longer constrained by limits of physical memory</a:t>
            </a:r>
          </a:p>
          <a:p>
            <a:pPr lvl="1"/>
            <a:r>
              <a:rPr lang="en-US" altLang="en-US"/>
              <a:t>Each program takes less memory while running -&gt; more programs run at the same time</a:t>
            </a:r>
          </a:p>
          <a:p>
            <a:pPr lvl="2"/>
            <a:r>
              <a:rPr lang="en-US" altLang="en-US"/>
              <a:t>Increased CPU utilization and throughput with no increase in response time or turnaround time</a:t>
            </a:r>
          </a:p>
          <a:p>
            <a:pPr lvl="1"/>
            <a:r>
              <a:rPr lang="en-US" altLang="en-US"/>
              <a:t>Less I/O needed to load or swap programs into memory -&gt; each user program runs faster</a:t>
            </a:r>
          </a:p>
          <a:p>
            <a:pPr lvl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AC70981-F037-D0A0-9831-465EED2518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Background (Cont.)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BCB171EB-C565-9D0E-B5CC-7685A01419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Virtual memory – separation of user logical memory from physical memory</a:t>
            </a:r>
          </a:p>
          <a:p>
            <a:pPr lvl="1"/>
            <a:r>
              <a:rPr lang="en-US" altLang="en-US"/>
              <a:t>Only part of the program needs to be in memory for execution</a:t>
            </a:r>
          </a:p>
          <a:p>
            <a:pPr lvl="1"/>
            <a:r>
              <a:rPr lang="en-US" altLang="en-US"/>
              <a:t>Logical address space can therefore be much larger than physical address space</a:t>
            </a:r>
          </a:p>
          <a:p>
            <a:pPr lvl="1"/>
            <a:r>
              <a:rPr lang="en-US" altLang="en-US"/>
              <a:t>Allows address spaces to be shared by several processes</a:t>
            </a:r>
          </a:p>
          <a:p>
            <a:pPr lvl="1"/>
            <a:r>
              <a:rPr lang="en-US" altLang="en-US"/>
              <a:t>Allows for more efficient process creation</a:t>
            </a:r>
          </a:p>
          <a:p>
            <a:pPr lvl="1"/>
            <a:r>
              <a:rPr lang="en-US" altLang="en-US"/>
              <a:t>More programs running concurrently</a:t>
            </a:r>
          </a:p>
          <a:p>
            <a:pPr lvl="1"/>
            <a:r>
              <a:rPr lang="en-US" altLang="en-US"/>
              <a:t>Less I/O needed to load or swap processes</a:t>
            </a:r>
          </a:p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4223351-ED30-DEB6-095E-53792C1D8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Background (Cont.)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77395C3-8C03-76FA-CB64-55E86A0F8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rgbClr val="0070C0"/>
                </a:solidFill>
              </a:rPr>
              <a:t>Virtual address space</a:t>
            </a:r>
            <a:r>
              <a:rPr lang="en-US" altLang="en-US" dirty="0"/>
              <a:t> – logical view of how process is stored in memory</a:t>
            </a:r>
          </a:p>
          <a:p>
            <a:pPr lvl="1"/>
            <a:r>
              <a:rPr lang="en-US" altLang="en-US" dirty="0"/>
              <a:t>Usually start at address 0, contiguous addresses until end of space</a:t>
            </a:r>
          </a:p>
          <a:p>
            <a:pPr lvl="1"/>
            <a:r>
              <a:rPr lang="en-US" altLang="en-US" dirty="0"/>
              <a:t>Meanwhile, physical memory organized in page frames</a:t>
            </a:r>
          </a:p>
          <a:p>
            <a:pPr lvl="1"/>
            <a:r>
              <a:rPr lang="en-US" altLang="en-US" dirty="0"/>
              <a:t>MMU must map logical to physical</a:t>
            </a:r>
          </a:p>
          <a:p>
            <a:r>
              <a:rPr lang="en-US" altLang="en-US" dirty="0"/>
              <a:t>Virtual memory can be implemented via:</a:t>
            </a:r>
          </a:p>
          <a:p>
            <a:pPr lvl="1"/>
            <a:r>
              <a:rPr lang="en-US" altLang="en-US" dirty="0"/>
              <a:t>Demand paging </a:t>
            </a:r>
          </a:p>
          <a:p>
            <a:pPr lvl="1"/>
            <a:r>
              <a:rPr lang="en-US" altLang="en-US" dirty="0"/>
              <a:t>Demand segmentation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07B1D1C-E705-614E-91B6-89DCD310C7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Virtual Memory That is Larger Than Physical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37</a:t>
            </a:fld>
            <a:endParaRPr lang="en-US"/>
          </a:p>
        </p:txBody>
      </p:sp>
      <p:pic>
        <p:nvPicPr>
          <p:cNvPr id="10243" name="Picture 5" descr="9">
            <a:extLst>
              <a:ext uri="{FF2B5EF4-FFF2-40B4-BE49-F238E27FC236}">
                <a16:creationId xmlns:a16="http://schemas.microsoft.com/office/drawing/2014/main" id="{C9876C54-AC1E-D947-65FD-0A2AC716A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404" y="2019582"/>
            <a:ext cx="5961084" cy="4725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05249D5-63FF-E67B-D376-247EE88AF6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3369" y="125413"/>
            <a:ext cx="8877431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A07A149E-2E08-D5AA-DC25-DC675E052C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33369" y="916294"/>
            <a:ext cx="4184650" cy="53514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1600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Similar to paging system with swapping (diagram on right)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Page is needed </a:t>
            </a:r>
            <a:r>
              <a:rPr lang="en-US" altLang="en-US" sz="1600" dirty="0">
                <a:sym typeface="Symbol" panose="05050102010706020507" pitchFamily="18" charset="2"/>
              </a:rPr>
              <a:t> reference to it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invalid reference </a:t>
            </a:r>
            <a:r>
              <a:rPr lang="en-US" altLang="en-US" sz="1600" dirty="0">
                <a:sym typeface="Symbol" panose="05050102010706020507" pitchFamily="18" charset="2"/>
              </a:rPr>
              <a:t> abort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>
                <a:sym typeface="Symbol" panose="05050102010706020507" pitchFamily="18" charset="2"/>
              </a:rPr>
              <a:t>not-in-memory  bring to memory</a:t>
            </a:r>
          </a:p>
          <a:p>
            <a:pPr>
              <a:lnSpc>
                <a:spcPct val="90000"/>
              </a:lnSpc>
            </a:pPr>
            <a:r>
              <a:rPr lang="en-US" altLang="en-US" sz="1600" b="1" dirty="0">
                <a:solidFill>
                  <a:srgbClr val="3366FF"/>
                </a:solidFill>
                <a:sym typeface="Symbol" panose="05050102010706020507" pitchFamily="18" charset="2"/>
              </a:rPr>
              <a:t>Lazy swapper</a:t>
            </a:r>
            <a:r>
              <a:rPr lang="en-US" altLang="en-US" sz="1600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– never swaps a page into memory unless page will be needed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>
                <a:sym typeface="Symbol" panose="05050102010706020507" pitchFamily="18" charset="2"/>
              </a:rPr>
              <a:t>Swapper that deals with pages is a </a:t>
            </a:r>
            <a:r>
              <a:rPr lang="en-US" altLang="en-US" sz="1600" b="1" dirty="0">
                <a:solidFill>
                  <a:srgbClr val="3366FF"/>
                </a:solidFill>
                <a:sym typeface="Symbol" panose="05050102010706020507" pitchFamily="18" charset="2"/>
              </a:rPr>
              <a:t>pager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38</a:t>
            </a:fld>
            <a:endParaRPr lang="en-US" dirty="0"/>
          </a:p>
        </p:txBody>
      </p:sp>
      <p:pic>
        <p:nvPicPr>
          <p:cNvPr id="13316" name="Picture 4" descr="9">
            <a:extLst>
              <a:ext uri="{FF2B5EF4-FFF2-40B4-BE49-F238E27FC236}">
                <a16:creationId xmlns:a16="http://schemas.microsoft.com/office/drawing/2014/main" id="{888A0586-B865-992E-B491-CAAF4E3DC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686" y="701675"/>
            <a:ext cx="6191314" cy="5669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4C903AC-16CC-9100-E3ED-5FEA09D5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0161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Basic Concepts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EB31CD07-1E51-AAB8-86D4-98BBDD85D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0450" y="1144589"/>
            <a:ext cx="7512050" cy="4530725"/>
          </a:xfrm>
        </p:spPr>
        <p:txBody>
          <a:bodyPr>
            <a:normAutofit/>
          </a:bodyPr>
          <a:lstStyle/>
          <a:p>
            <a:r>
              <a:rPr lang="en-US" altLang="en-US"/>
              <a:t>With swapping, pager guesses which pages will be used before swapping out again</a:t>
            </a:r>
          </a:p>
          <a:p>
            <a:r>
              <a:rPr lang="en-US" altLang="en-US"/>
              <a:t>Instead, pager brings in only those pages into memory</a:t>
            </a:r>
          </a:p>
          <a:p>
            <a:r>
              <a:rPr lang="en-US" altLang="en-US"/>
              <a:t>How to determine that set of pages?</a:t>
            </a:r>
          </a:p>
          <a:p>
            <a:pPr lvl="1"/>
            <a:r>
              <a:rPr lang="en-US" altLang="en-US"/>
              <a:t>Need new MMU functionality to implement demand paging</a:t>
            </a:r>
          </a:p>
          <a:p>
            <a:r>
              <a:rPr lang="en-US" altLang="en-US"/>
              <a:t>If pages needed are already </a:t>
            </a:r>
            <a:r>
              <a:rPr lang="en-US" altLang="en-US" b="1">
                <a:solidFill>
                  <a:srgbClr val="3366FF"/>
                </a:solidFill>
              </a:rPr>
              <a:t>memory resident</a:t>
            </a:r>
          </a:p>
          <a:p>
            <a:pPr lvl="1"/>
            <a:r>
              <a:rPr lang="en-US" altLang="en-US"/>
              <a:t>No difference from non demand-paging</a:t>
            </a:r>
          </a:p>
          <a:p>
            <a:r>
              <a:rPr lang="en-US" altLang="en-US"/>
              <a:t>If page needed and not memory resident</a:t>
            </a:r>
          </a:p>
          <a:p>
            <a:pPr lvl="1"/>
            <a:r>
              <a:rPr lang="en-US" altLang="en-US"/>
              <a:t>Need to detect and load the page into memory from storage</a:t>
            </a:r>
          </a:p>
          <a:p>
            <a:pPr lvl="2"/>
            <a:r>
              <a:rPr lang="en-US" altLang="en-US"/>
              <a:t>Without changing program behavior</a:t>
            </a:r>
          </a:p>
          <a:p>
            <a:pPr lvl="2"/>
            <a:r>
              <a:rPr lang="en-US" altLang="en-US"/>
              <a:t>Without programmer needing to change code</a:t>
            </a:r>
          </a:p>
          <a:p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39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B9052E9-6A24-4279-961D-BE78516033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16201" y="139700"/>
            <a:ext cx="8296275" cy="501650"/>
          </a:xfrm>
        </p:spPr>
        <p:txBody>
          <a:bodyPr/>
          <a:lstStyle/>
          <a:p>
            <a:pPr eaLnBrk="1" hangingPunct="1"/>
            <a:r>
              <a:rPr lang="en-US" altLang="en-US" sz="2000"/>
              <a:t>Page Table When Some Pages Are Not in Main Memory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40</a:t>
            </a:fld>
            <a:endParaRPr lang="en-US"/>
          </a:p>
        </p:txBody>
      </p:sp>
      <p:pic>
        <p:nvPicPr>
          <p:cNvPr id="16387" name="Picture 4" descr="9">
            <a:extLst>
              <a:ext uri="{FF2B5EF4-FFF2-40B4-BE49-F238E27FC236}">
                <a16:creationId xmlns:a16="http://schemas.microsoft.com/office/drawing/2014/main" id="{8E67C944-3F74-CC6B-2FC0-314F0F9EE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744" y="744133"/>
            <a:ext cx="6158868" cy="597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FDF4F0D-11B5-E97E-9FD5-F1971C4F7E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Page Fault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614B4EF-8F48-AB41-0FAF-D17757A2D2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7" y="1907628"/>
            <a:ext cx="9720073" cy="4023360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If there is a reference to a page, first reference to that page will trap to operating system: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page fault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Operating system looks at another table to decide:</a:t>
            </a:r>
          </a:p>
          <a:p>
            <a:pPr lvl="1"/>
            <a:r>
              <a:rPr lang="en-US" altLang="en-US" dirty="0"/>
              <a:t>Invalid reference </a:t>
            </a:r>
            <a:r>
              <a:rPr lang="en-US" altLang="en-US" dirty="0">
                <a:sym typeface="Symbol" panose="05050102010706020507" pitchFamily="18" charset="2"/>
              </a:rPr>
              <a:t> abort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Just not in memory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Find free frame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Swap page into frame via scheduled disk operation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Reset tables to indicate page now in memory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Set validation bit = v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Restart the instruction that caused the page fault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41</a:t>
            </a:fld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59EFFD9-0E79-91FC-A3F2-F74ECC8A4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14564" y="188913"/>
            <a:ext cx="7996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Steps in Handling a Page Fault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42</a:t>
            </a:fld>
            <a:endParaRPr lang="en-US"/>
          </a:p>
        </p:txBody>
      </p:sp>
      <p:pic>
        <p:nvPicPr>
          <p:cNvPr id="18435" name="Picture 4" descr="9">
            <a:extLst>
              <a:ext uri="{FF2B5EF4-FFF2-40B4-BE49-F238E27FC236}">
                <a16:creationId xmlns:a16="http://schemas.microsoft.com/office/drawing/2014/main" id="{7326BBDA-BEAD-75AF-383B-AA5F7A6C5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446" y="891422"/>
            <a:ext cx="7015108" cy="5853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AF09FF2-9545-A6A6-DA0F-4A017897A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6026" y="188913"/>
            <a:ext cx="77247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Page Replacement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7B553C9-72CB-76B9-3CF3-64C5ECC659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19350" y="1233489"/>
            <a:ext cx="6508750" cy="4530725"/>
          </a:xfrm>
        </p:spPr>
        <p:txBody>
          <a:bodyPr>
            <a:normAutofit/>
          </a:bodyPr>
          <a:lstStyle/>
          <a:p>
            <a:r>
              <a:rPr lang="en-US" altLang="en-US"/>
              <a:t>Prevent </a:t>
            </a:r>
            <a:r>
              <a:rPr lang="en-US" altLang="en-US" b="1">
                <a:solidFill>
                  <a:srgbClr val="3366FF"/>
                </a:solidFill>
              </a:rPr>
              <a:t>over-allocation</a:t>
            </a:r>
            <a:r>
              <a:rPr lang="en-US" altLang="en-US"/>
              <a:t> of memory by modifying page-fault service routine to include page replacement</a:t>
            </a:r>
          </a:p>
          <a:p>
            <a:r>
              <a:rPr lang="en-US" altLang="en-US"/>
              <a:t>Use </a:t>
            </a:r>
            <a:r>
              <a:rPr lang="en-US" altLang="en-US" b="1">
                <a:solidFill>
                  <a:srgbClr val="3366FF"/>
                </a:solidFill>
              </a:rPr>
              <a:t>modify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dirty</a:t>
            </a:r>
            <a:r>
              <a:rPr lang="en-US" altLang="en-US"/>
              <a:t>)</a:t>
            </a:r>
            <a:r>
              <a:rPr lang="en-US" altLang="en-US" b="1">
                <a:solidFill>
                  <a:srgbClr val="3366FF"/>
                </a:solidFill>
              </a:rPr>
              <a:t> bit </a:t>
            </a:r>
            <a:r>
              <a:rPr lang="en-US" altLang="en-US"/>
              <a:t>to reduce overhead of page transfers – only modified pages are written to disk</a:t>
            </a:r>
          </a:p>
          <a:p>
            <a:r>
              <a:rPr lang="en-US" altLang="en-US"/>
              <a:t>Page replacement completes separation between logical memory and physical memory – large virtual memory can be provided on a smaller physical memory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43</a:t>
            </a:fld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79EC2AA-8847-FF41-66B5-77A4ACEC12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7776" y="188913"/>
            <a:ext cx="76930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Need For Page Replacement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44</a:t>
            </a:fld>
            <a:endParaRPr lang="en-US"/>
          </a:p>
        </p:txBody>
      </p:sp>
      <p:pic>
        <p:nvPicPr>
          <p:cNvPr id="30723" name="Picture 4" descr="9">
            <a:extLst>
              <a:ext uri="{FF2B5EF4-FFF2-40B4-BE49-F238E27FC236}">
                <a16:creationId xmlns:a16="http://schemas.microsoft.com/office/drawing/2014/main" id="{607860F6-DB16-5CBA-6628-BC8E7F34F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335" y="863872"/>
            <a:ext cx="7968385" cy="5805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579DD50-6F10-197A-7DA2-D186E0CE4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3500" y="163513"/>
            <a:ext cx="76073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Basic Page Replacement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680151F-C3EE-86E7-63C4-C627737EB0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2050" y="1122363"/>
            <a:ext cx="7653338" cy="4457700"/>
          </a:xfrm>
        </p:spPr>
        <p:txBody>
          <a:bodyPr>
            <a:normAutofit fontScale="92500" lnSpcReduction="10000"/>
          </a:bodyPr>
          <a:lstStyle/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/>
              <a:t>Find the location of the desired page on disk</a:t>
            </a:r>
            <a:br>
              <a:rPr lang="en-US" altLang="en-US"/>
            </a:br>
            <a:endParaRPr lang="en-US" altLang="en-US"/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/>
              <a:t>Find a free frame:</a:t>
            </a:r>
            <a:br>
              <a:rPr lang="en-US" altLang="en-US"/>
            </a:br>
            <a:r>
              <a:rPr lang="en-US" altLang="en-US"/>
              <a:t>   -  If there is a free frame, use it</a:t>
            </a:r>
            <a:br>
              <a:rPr lang="en-US" altLang="en-US"/>
            </a:br>
            <a:r>
              <a:rPr lang="en-US" altLang="en-US"/>
              <a:t>   -  If there is no free frame, use a page replacement algorithm to select a </a:t>
            </a:r>
            <a:r>
              <a:rPr lang="en-US" altLang="en-US" b="1">
                <a:solidFill>
                  <a:srgbClr val="3366FF"/>
                </a:solidFill>
              </a:rPr>
              <a:t>victim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 b="1">
                <a:solidFill>
                  <a:srgbClr val="3366FF"/>
                </a:solidFill>
              </a:rPr>
              <a:t>frame</a:t>
            </a:r>
            <a:br>
              <a:rPr lang="en-US" altLang="en-US" b="1">
                <a:solidFill>
                  <a:srgbClr val="3366FF"/>
                </a:solidFill>
              </a:rPr>
            </a:br>
            <a:r>
              <a:rPr lang="en-US" altLang="en-US" b="1">
                <a:solidFill>
                  <a:srgbClr val="3366FF"/>
                </a:solidFill>
              </a:rPr>
              <a:t>	- </a:t>
            </a:r>
            <a:r>
              <a:rPr lang="en-US" altLang="en-US"/>
              <a:t>Write victim frame to disk if dirty</a:t>
            </a:r>
            <a:br>
              <a:rPr lang="en-US" altLang="en-US"/>
            </a:br>
            <a:endParaRPr lang="en-US" altLang="en-US"/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/>
              <a:t>Bring  the desired page into the (newly) free frame; update the page and frame tables</a:t>
            </a:r>
            <a:br>
              <a:rPr lang="en-US" altLang="en-US"/>
            </a:br>
            <a:endParaRPr lang="en-US" altLang="en-US"/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/>
              <a:t>Continue the process by restarting the instruction that caused the trap</a:t>
            </a:r>
          </a:p>
          <a:p>
            <a:pPr marL="379413" indent="-379413">
              <a:buFont typeface="Monotype Sorts" pitchFamily="-84" charset="2"/>
              <a:buAutoNum type="arabicPeriod"/>
            </a:pPr>
            <a:endParaRPr lang="en-US" altLang="en-US"/>
          </a:p>
          <a:p>
            <a:pPr marL="379413" indent="-379413">
              <a:buNone/>
            </a:pPr>
            <a:r>
              <a:rPr lang="en-US" altLang="en-US"/>
              <a:t>Note now potentially 2 page transfers for page fault – increasing EAT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45</a:t>
            </a:fld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D075037-8C08-7D5A-6886-549FCD8068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6350" y="176213"/>
            <a:ext cx="7664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Page Replacement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46</a:t>
            </a:fld>
            <a:endParaRPr lang="en-US"/>
          </a:p>
        </p:txBody>
      </p:sp>
      <p:pic>
        <p:nvPicPr>
          <p:cNvPr id="32771" name="Picture 4" descr="9">
            <a:extLst>
              <a:ext uri="{FF2B5EF4-FFF2-40B4-BE49-F238E27FC236}">
                <a16:creationId xmlns:a16="http://schemas.microsoft.com/office/drawing/2014/main" id="{6A1BDA85-1D65-4BFA-2D52-855DF5944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110" y="864414"/>
            <a:ext cx="7892437" cy="5817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3BBCA140-4A58-5790-4DE7-341ADD044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9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Thrashing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74ADF68D-0EB4-CA73-5287-072ABCFEAA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13000" y="1131888"/>
            <a:ext cx="7353300" cy="4483100"/>
          </a:xfrm>
        </p:spPr>
        <p:txBody>
          <a:bodyPr>
            <a:normAutofit/>
          </a:bodyPr>
          <a:lstStyle/>
          <a:p>
            <a:r>
              <a:rPr lang="en-US" altLang="en-US"/>
              <a:t>If a process does not have </a:t>
            </a:r>
            <a:r>
              <a:rPr lang="ja-JP" altLang="en-US"/>
              <a:t>“</a:t>
            </a:r>
            <a:r>
              <a:rPr lang="en-US" altLang="ja-JP"/>
              <a:t>enough</a:t>
            </a:r>
            <a:r>
              <a:rPr lang="ja-JP" altLang="en-US"/>
              <a:t>”</a:t>
            </a:r>
            <a:r>
              <a:rPr lang="en-US" altLang="ja-JP"/>
              <a:t> pages, the page-fault rate is very high</a:t>
            </a:r>
          </a:p>
          <a:p>
            <a:pPr lvl="1"/>
            <a:r>
              <a:rPr lang="en-US" altLang="en-US"/>
              <a:t>Page fault to get page</a:t>
            </a:r>
          </a:p>
          <a:p>
            <a:pPr lvl="1"/>
            <a:r>
              <a:rPr lang="en-US" altLang="en-US"/>
              <a:t>Replace existing frame</a:t>
            </a:r>
          </a:p>
          <a:p>
            <a:pPr lvl="1"/>
            <a:r>
              <a:rPr lang="en-US" altLang="en-US"/>
              <a:t>But quickly need replaced frame back</a:t>
            </a:r>
          </a:p>
          <a:p>
            <a:pPr lvl="1"/>
            <a:r>
              <a:rPr lang="en-US" altLang="en-US"/>
              <a:t>This leads to:</a:t>
            </a:r>
          </a:p>
          <a:p>
            <a:pPr lvl="2"/>
            <a:r>
              <a:rPr lang="en-US" altLang="en-US"/>
              <a:t>Low CPU utilization</a:t>
            </a:r>
          </a:p>
          <a:p>
            <a:pPr lvl="2"/>
            <a:r>
              <a:rPr lang="en-US" altLang="en-US"/>
              <a:t>Operating system thinking that it needs to increase the degree of multiprogramming</a:t>
            </a:r>
          </a:p>
          <a:p>
            <a:pPr lvl="2"/>
            <a:r>
              <a:rPr lang="en-US" altLang="en-US"/>
              <a:t>Another process added to the system</a:t>
            </a:r>
            <a:br>
              <a:rPr lang="en-US" altLang="en-US"/>
            </a:b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Thrashing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 a process is busy swapping pages in and out</a:t>
            </a:r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47</a:t>
            </a:fld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4DE7024-88EB-2D99-B577-2C61F564F3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Thrashing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7908-16EE-4428-8F70-7D05C8EAE2D6}" type="slidenum">
              <a:rPr lang="en-US" smtClean="0"/>
              <a:t>48</a:t>
            </a:fld>
            <a:endParaRPr lang="en-US" dirty="0"/>
          </a:p>
        </p:txBody>
      </p:sp>
      <p:pic>
        <p:nvPicPr>
          <p:cNvPr id="53251" name="Picture 4" descr="9">
            <a:extLst>
              <a:ext uri="{FF2B5EF4-FFF2-40B4-BE49-F238E27FC236}">
                <a16:creationId xmlns:a16="http://schemas.microsoft.com/office/drawing/2014/main" id="{62E4ACD6-C0BE-3E62-6F12-62900E63F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2092011"/>
            <a:ext cx="6678613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BE5400CADFA0469A091337646547C3" ma:contentTypeVersion="15" ma:contentTypeDescription="Create a new document." ma:contentTypeScope="" ma:versionID="a159abf626b7ae748b642627cf780eb4">
  <xsd:schema xmlns:xsd="http://www.w3.org/2001/XMLSchema" xmlns:xs="http://www.w3.org/2001/XMLSchema" xmlns:p="http://schemas.microsoft.com/office/2006/metadata/properties" xmlns:ns3="30d3476f-ec53-4671-8980-d10767fdaaec" xmlns:ns4="4b97df95-d6ed-4c71-86d4-bf7c4bd3aaf0" targetNamespace="http://schemas.microsoft.com/office/2006/metadata/properties" ma:root="true" ma:fieldsID="11d25a122ec29dbd4440de6415435311" ns3:_="" ns4:_="">
    <xsd:import namespace="30d3476f-ec53-4671-8980-d10767fdaaec"/>
    <xsd:import namespace="4b97df95-d6ed-4c71-86d4-bf7c4bd3aaf0"/>
    <xsd:element name="properties">
      <xsd:complexType>
        <xsd:sequence>
          <xsd:element name="documentManagement">
            <xsd:complexType>
              <xsd:all>
                <xsd:element ref="ns3:MigrationWizId" minOccurs="0"/>
                <xsd:element ref="ns3:MigrationWizIdPermissions" minOccurs="0"/>
                <xsd:element ref="ns3:MigrationWizIdVersion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3476f-ec53-4671-8980-d10767fdaaec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97df95-d6ed-4c71-86d4-bf7c4bd3aaf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30d3476f-ec53-4671-8980-d10767fdaaec" xsi:nil="true"/>
    <MigrationWizIdPermissions xmlns="30d3476f-ec53-4671-8980-d10767fdaaec" xsi:nil="true"/>
    <_activity xmlns="30d3476f-ec53-4671-8980-d10767fdaaec" xsi:nil="true"/>
    <MigrationWizIdVersion xmlns="30d3476f-ec53-4671-8980-d10767fdaaec" xsi:nil="true"/>
  </documentManagement>
</p:properties>
</file>

<file path=customXml/itemProps1.xml><?xml version="1.0" encoding="utf-8"?>
<ds:datastoreItem xmlns:ds="http://schemas.openxmlformats.org/officeDocument/2006/customXml" ds:itemID="{D0878B6C-9C19-4992-A2CC-1243AA3F7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d3476f-ec53-4671-8980-d10767fdaaec"/>
    <ds:schemaRef ds:uri="4b97df95-d6ed-4c71-86d4-bf7c4bd3aa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EFA3255-2DC8-4137-A082-CD7B359132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BFC6E3-A980-4DEC-A54B-F57AB042A59B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4b97df95-d6ed-4c71-86d4-bf7c4bd3aaf0"/>
    <ds:schemaRef ds:uri="http://schemas.microsoft.com/office/2006/documentManagement/types"/>
    <ds:schemaRef ds:uri="30d3476f-ec53-4671-8980-d10767fdaae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1455</TotalTime>
  <Words>2488</Words>
  <Application>Microsoft Macintosh PowerPoint</Application>
  <PresentationFormat>Widescreen</PresentationFormat>
  <Paragraphs>361</Paragraphs>
  <Slides>48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Calibri</vt:lpstr>
      <vt:lpstr>Helvetica</vt:lpstr>
      <vt:lpstr>Monotype Sorts</vt:lpstr>
      <vt:lpstr>Palatino</vt:lpstr>
      <vt:lpstr>Symbol</vt:lpstr>
      <vt:lpstr>Times New Roman</vt:lpstr>
      <vt:lpstr>Tw Cen MT</vt:lpstr>
      <vt:lpstr>Tw Cen MT Condensed</vt:lpstr>
      <vt:lpstr>Wingdings 3</vt:lpstr>
      <vt:lpstr>Integral</vt:lpstr>
      <vt:lpstr>HDDS1104 Operating Systems and Networking</vt:lpstr>
      <vt:lpstr>Intended Learning Outcomes</vt:lpstr>
      <vt:lpstr>Memory management concepts</vt:lpstr>
      <vt:lpstr>Background</vt:lpstr>
      <vt:lpstr>Base and Limit Registers</vt:lpstr>
      <vt:lpstr>Hardware Address Protection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Dynamic storage allocation</vt:lpstr>
      <vt:lpstr>Dynamic relocation using a relocation register</vt:lpstr>
      <vt:lpstr>Dynamic Linking</vt:lpstr>
      <vt:lpstr>Swapping</vt:lpstr>
      <vt:lpstr>Swapping (Cont.)</vt:lpstr>
      <vt:lpstr>Schematic View of Swapping</vt:lpstr>
      <vt:lpstr>Multiple-partition allocation </vt:lpstr>
      <vt:lpstr>Multiple-partition allocation</vt:lpstr>
      <vt:lpstr>Dynamic Storage-Allocation Problem</vt:lpstr>
      <vt:lpstr>Fragmentation</vt:lpstr>
      <vt:lpstr>Fragmentation (Cont.)</vt:lpstr>
      <vt:lpstr>Segmentation</vt:lpstr>
      <vt:lpstr>User’s View of a Program</vt:lpstr>
      <vt:lpstr>Logical View of Segmentation</vt:lpstr>
      <vt:lpstr>Paging</vt:lpstr>
      <vt:lpstr>Address Translation Scheme</vt:lpstr>
      <vt:lpstr>Paging Model of Logical and  Physical Memory</vt:lpstr>
      <vt:lpstr>Paging Example</vt:lpstr>
      <vt:lpstr>Free Frames</vt:lpstr>
      <vt:lpstr>Memory Protection</vt:lpstr>
      <vt:lpstr>Valid (v) or Invalid (i) Bit In A Page Table</vt:lpstr>
      <vt:lpstr>Virtual memory</vt:lpstr>
      <vt:lpstr>Background</vt:lpstr>
      <vt:lpstr>Background (Cont.)</vt:lpstr>
      <vt:lpstr>Background (Cont.)</vt:lpstr>
      <vt:lpstr>Virtual Memory That is Larger Than Physical Memory</vt:lpstr>
      <vt:lpstr>Demand Paging</vt:lpstr>
      <vt:lpstr>Basic Concepts</vt:lpstr>
      <vt:lpstr>Page Table When Some Pages Are Not in Main Memory</vt:lpstr>
      <vt:lpstr>Page Fault</vt:lpstr>
      <vt:lpstr>Steps in Handling a Page Fault</vt:lpstr>
      <vt:lpstr>Page Replacement</vt:lpstr>
      <vt:lpstr>Need For Page Replacement</vt:lpstr>
      <vt:lpstr>Basic Page Replacement</vt:lpstr>
      <vt:lpstr>Page Replacement</vt:lpstr>
      <vt:lpstr>Thrashing</vt:lpstr>
      <vt:lpstr>Thrashing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HDDS1104 Operating Systems and Networking</dc:title>
  <dc:creator>Fung Cheuk Luk</dc:creator>
  <cp:lastModifiedBy>Simon Li</cp:lastModifiedBy>
  <cp:revision>61</cp:revision>
  <cp:lastPrinted>2023-01-12T02:19:31Z</cp:lastPrinted>
  <dcterms:created xsi:type="dcterms:W3CDTF">2023-01-11T06:01:27Z</dcterms:created>
  <dcterms:modified xsi:type="dcterms:W3CDTF">2026-01-29T14:16:04Z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0x0101006CBE5400CADFA0469A091337646547C3</vt:lpwstr>
  </property>
</Properties>
</file>