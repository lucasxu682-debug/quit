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47"/>
  </p:notesMasterIdLst>
  <p:handoutMasterIdLst>
    <p:handoutMasterId r:id="rId48"/>
  </p:handoutMasterIdLst>
  <p:sldIdLst>
    <p:sldId id="257" r:id="rId5"/>
    <p:sldId id="259" r:id="rId6"/>
    <p:sldId id="300" r:id="rId7"/>
    <p:sldId id="301" r:id="rId8"/>
    <p:sldId id="261" r:id="rId9"/>
    <p:sldId id="316" r:id="rId10"/>
    <p:sldId id="262" r:id="rId11"/>
    <p:sldId id="263" r:id="rId12"/>
    <p:sldId id="264" r:id="rId13"/>
    <p:sldId id="267" r:id="rId14"/>
    <p:sldId id="260" r:id="rId15"/>
    <p:sldId id="269" r:id="rId16"/>
    <p:sldId id="268" r:id="rId17"/>
    <p:sldId id="270" r:id="rId18"/>
    <p:sldId id="317" r:id="rId19"/>
    <p:sldId id="271" r:id="rId20"/>
    <p:sldId id="272" r:id="rId21"/>
    <p:sldId id="320" r:id="rId22"/>
    <p:sldId id="273" r:id="rId23"/>
    <p:sldId id="321" r:id="rId24"/>
    <p:sldId id="319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8" r:id="rId38"/>
    <p:sldId id="289" r:id="rId39"/>
    <p:sldId id="291" r:id="rId40"/>
    <p:sldId id="292" r:id="rId41"/>
    <p:sldId id="293" r:id="rId42"/>
    <p:sldId id="294" r:id="rId43"/>
    <p:sldId id="295" r:id="rId44"/>
    <p:sldId id="297" r:id="rId45"/>
    <p:sldId id="298" r:id="rId46"/>
  </p:sldIdLst>
  <p:sldSz cx="12192000" cy="6858000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5DDC39-DFD8-4F93-B8A3-A5D0E347CD86}" v="4" dt="2024-01-31T15:04:35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90" autoAdjust="0"/>
    <p:restoredTop sz="96218" autoAdjust="0"/>
  </p:normalViewPr>
  <p:slideViewPr>
    <p:cSldViewPr snapToGrid="0">
      <p:cViewPr varScale="1">
        <p:scale>
          <a:sx n="76" d="100"/>
          <a:sy n="76" d="100"/>
        </p:scale>
        <p:origin x="423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0B5DDC39-DFD8-4F93-B8A3-A5D0E347CD86}"/>
    <pc:docChg chg="custSel addSld modSld modNotesMaster modHandout">
      <pc:chgData name="Ben C L FUNG" userId="2bc1a8d8-82cc-46fb-a66a-21e3967849fb" providerId="ADAL" clId="{0B5DDC39-DFD8-4F93-B8A3-A5D0E347CD86}" dt="2024-01-31T15:04:15.105" v="349"/>
      <pc:docMkLst>
        <pc:docMk/>
      </pc:docMkLst>
      <pc:sldChg chg="modNotes">
        <pc:chgData name="Ben C L FUNG" userId="2bc1a8d8-82cc-46fb-a66a-21e3967849fb" providerId="ADAL" clId="{0B5DDC39-DFD8-4F93-B8A3-A5D0E347CD86}" dt="2024-01-31T15:04:15.105" v="349"/>
        <pc:sldMkLst>
          <pc:docMk/>
          <pc:sldMk cId="2368919398" sldId="259"/>
        </pc:sldMkLst>
      </pc:sldChg>
      <pc:sldChg chg="modSp mod">
        <pc:chgData name="Ben C L FUNG" userId="2bc1a8d8-82cc-46fb-a66a-21e3967849fb" providerId="ADAL" clId="{0B5DDC39-DFD8-4F93-B8A3-A5D0E347CD86}" dt="2024-01-31T14:47:24.288" v="5" actId="207"/>
        <pc:sldMkLst>
          <pc:docMk/>
          <pc:sldMk cId="0" sldId="276"/>
        </pc:sldMkLst>
        <pc:spChg chg="mod">
          <ac:chgData name="Ben C L FUNG" userId="2bc1a8d8-82cc-46fb-a66a-21e3967849fb" providerId="ADAL" clId="{0B5DDC39-DFD8-4F93-B8A3-A5D0E347CD86}" dt="2024-01-31T14:47:24.288" v="5" actId="207"/>
          <ac:spMkLst>
            <pc:docMk/>
            <pc:sldMk cId="0" sldId="276"/>
            <ac:spMk id="26627" creationId="{9F61A290-DF62-CD6C-7DA3-FDEF650CE02C}"/>
          </ac:spMkLst>
        </pc:spChg>
      </pc:sldChg>
      <pc:sldChg chg="modSp mod">
        <pc:chgData name="Ben C L FUNG" userId="2bc1a8d8-82cc-46fb-a66a-21e3967849fb" providerId="ADAL" clId="{0B5DDC39-DFD8-4F93-B8A3-A5D0E347CD86}" dt="2024-01-31T14:46:35.586" v="4" actId="20577"/>
        <pc:sldMkLst>
          <pc:docMk/>
          <pc:sldMk cId="0" sldId="295"/>
        </pc:sldMkLst>
        <pc:spChg chg="mod">
          <ac:chgData name="Ben C L FUNG" userId="2bc1a8d8-82cc-46fb-a66a-21e3967849fb" providerId="ADAL" clId="{0B5DDC39-DFD8-4F93-B8A3-A5D0E347CD86}" dt="2024-01-31T14:46:35.586" v="4" actId="20577"/>
          <ac:spMkLst>
            <pc:docMk/>
            <pc:sldMk cId="0" sldId="295"/>
            <ac:spMk id="44035" creationId="{DC29B604-DD36-5309-5AC4-B344EF975835}"/>
          </ac:spMkLst>
        </pc:spChg>
      </pc:sldChg>
      <pc:sldChg chg="modSp mod">
        <pc:chgData name="Ben C L FUNG" userId="2bc1a8d8-82cc-46fb-a66a-21e3967849fb" providerId="ADAL" clId="{0B5DDC39-DFD8-4F93-B8A3-A5D0E347CD86}" dt="2024-01-31T14:45:48.313" v="3" actId="27636"/>
        <pc:sldMkLst>
          <pc:docMk/>
          <pc:sldMk cId="0" sldId="297"/>
        </pc:sldMkLst>
        <pc:spChg chg="mod">
          <ac:chgData name="Ben C L FUNG" userId="2bc1a8d8-82cc-46fb-a66a-21e3967849fb" providerId="ADAL" clId="{0B5DDC39-DFD8-4F93-B8A3-A5D0E347CD86}" dt="2024-01-31T14:45:48.313" v="3" actId="27636"/>
          <ac:spMkLst>
            <pc:docMk/>
            <pc:sldMk cId="0" sldId="297"/>
            <ac:spMk id="45058" creationId="{8BD31D8B-B6A0-A620-B22C-3CDEC7D17BE6}"/>
          </ac:spMkLst>
        </pc:spChg>
      </pc:sldChg>
      <pc:sldChg chg="modSp mod">
        <pc:chgData name="Ben C L FUNG" userId="2bc1a8d8-82cc-46fb-a66a-21e3967849fb" providerId="ADAL" clId="{0B5DDC39-DFD8-4F93-B8A3-A5D0E347CD86}" dt="2024-01-31T15:02:22.590" v="348" actId="27636"/>
        <pc:sldMkLst>
          <pc:docMk/>
          <pc:sldMk cId="0" sldId="318"/>
        </pc:sldMkLst>
        <pc:spChg chg="mod">
          <ac:chgData name="Ben C L FUNG" userId="2bc1a8d8-82cc-46fb-a66a-21e3967849fb" providerId="ADAL" clId="{0B5DDC39-DFD8-4F93-B8A3-A5D0E347CD86}" dt="2024-01-31T15:01:38.808" v="315" actId="20577"/>
          <ac:spMkLst>
            <pc:docMk/>
            <pc:sldMk cId="0" sldId="318"/>
            <ac:spMk id="24578" creationId="{8E0829E4-83D1-7B69-4D3F-FCF871896289}"/>
          </ac:spMkLst>
        </pc:spChg>
        <pc:spChg chg="mod">
          <ac:chgData name="Ben C L FUNG" userId="2bc1a8d8-82cc-46fb-a66a-21e3967849fb" providerId="ADAL" clId="{0B5DDC39-DFD8-4F93-B8A3-A5D0E347CD86}" dt="2024-01-31T15:02:22.590" v="348" actId="27636"/>
          <ac:spMkLst>
            <pc:docMk/>
            <pc:sldMk cId="0" sldId="318"/>
            <ac:spMk id="24579" creationId="{F4D8261E-259C-CFD8-199E-336CBC788B01}"/>
          </ac:spMkLst>
        </pc:spChg>
      </pc:sldChg>
      <pc:sldChg chg="addSp modSp new mod modClrScheme chgLayout">
        <pc:chgData name="Ben C L FUNG" userId="2bc1a8d8-82cc-46fb-a66a-21e3967849fb" providerId="ADAL" clId="{0B5DDC39-DFD8-4F93-B8A3-A5D0E347CD86}" dt="2024-01-31T14:58:49.128" v="131" actId="20577"/>
        <pc:sldMkLst>
          <pc:docMk/>
          <pc:sldMk cId="2736555860" sldId="319"/>
        </pc:sldMkLst>
        <pc:spChg chg="mod ord">
          <ac:chgData name="Ben C L FUNG" userId="2bc1a8d8-82cc-46fb-a66a-21e3967849fb" providerId="ADAL" clId="{0B5DDC39-DFD8-4F93-B8A3-A5D0E347CD86}" dt="2024-01-31T14:57:19.420" v="18" actId="700"/>
          <ac:spMkLst>
            <pc:docMk/>
            <pc:sldMk cId="2736555860" sldId="319"/>
            <ac:spMk id="2" creationId="{416532C8-62B9-7AE8-AC77-230CC15AF3E7}"/>
          </ac:spMkLst>
        </pc:spChg>
        <pc:spChg chg="add mod ord">
          <ac:chgData name="Ben C L FUNG" userId="2bc1a8d8-82cc-46fb-a66a-21e3967849fb" providerId="ADAL" clId="{0B5DDC39-DFD8-4F93-B8A3-A5D0E347CD86}" dt="2024-01-31T14:57:57.469" v="70" actId="20577"/>
          <ac:spMkLst>
            <pc:docMk/>
            <pc:sldMk cId="2736555860" sldId="319"/>
            <ac:spMk id="3" creationId="{6DD8D25F-A631-A6A9-1DF3-05B05091A8FA}"/>
          </ac:spMkLst>
        </pc:spChg>
        <pc:spChg chg="add mod ord">
          <ac:chgData name="Ben C L FUNG" userId="2bc1a8d8-82cc-46fb-a66a-21e3967849fb" providerId="ADAL" clId="{0B5DDC39-DFD8-4F93-B8A3-A5D0E347CD86}" dt="2024-01-31T14:58:49.128" v="131" actId="20577"/>
          <ac:spMkLst>
            <pc:docMk/>
            <pc:sldMk cId="2736555860" sldId="319"/>
            <ac:spMk id="4" creationId="{EA04465B-6677-DC55-451E-E44B7A58DDF2}"/>
          </ac:spMkLst>
        </pc:spChg>
      </pc:sldChg>
    </pc:docChg>
  </pc:docChgLst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0D942DFC-176E-4742-BA00-5AD35BC3BFD0}"/>
    <pc:docChg chg="undo redo custSel addSld delSld modSld modMainMaster">
      <pc:chgData name="Ben C L FUNG" userId="2bc1a8d8-82cc-46fb-a66a-21e3967849fb" providerId="ADAL" clId="{0D942DFC-176E-4742-BA00-5AD35BC3BFD0}" dt="2023-02-12T06:44:36.312" v="242" actId="13926"/>
      <pc:docMkLst>
        <pc:docMk/>
      </pc:docMkLst>
      <pc:sldChg chg="modSp mod">
        <pc:chgData name="Ben C L FUNG" userId="2bc1a8d8-82cc-46fb-a66a-21e3967849fb" providerId="ADAL" clId="{0D942DFC-176E-4742-BA00-5AD35BC3BFD0}" dt="2023-02-08T13:18:47.115" v="234" actId="20577"/>
        <pc:sldMkLst>
          <pc:docMk/>
          <pc:sldMk cId="1613474009" sldId="257"/>
        </pc:sldMkLst>
        <pc:spChg chg="mod">
          <ac:chgData name="Ben C L FUNG" userId="2bc1a8d8-82cc-46fb-a66a-21e3967849fb" providerId="ADAL" clId="{0D942DFC-176E-4742-BA00-5AD35BC3BFD0}" dt="2023-02-08T13:18:47.115" v="234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add del mod">
        <pc:chgData name="Ben C L FUNG" userId="2bc1a8d8-82cc-46fb-a66a-21e3967849fb" providerId="ADAL" clId="{0D942DFC-176E-4742-BA00-5AD35BC3BFD0}" dt="2023-02-08T13:06:45.262" v="137" actId="47"/>
        <pc:sldMkLst>
          <pc:docMk/>
          <pc:sldMk cId="0" sldId="258"/>
        </pc:sldMkLst>
        <pc:spChg chg="mod">
          <ac:chgData name="Ben C L FUNG" userId="2bc1a8d8-82cc-46fb-a66a-21e3967849fb" providerId="ADAL" clId="{0D942DFC-176E-4742-BA00-5AD35BC3BFD0}" dt="2023-02-08T13:03:58.670" v="5" actId="27636"/>
          <ac:spMkLst>
            <pc:docMk/>
            <pc:sldMk cId="0" sldId="258"/>
            <ac:spMk id="5122" creationId="{67B5953D-4E58-F762-68FB-907171525E35}"/>
          </ac:spMkLst>
        </pc:spChg>
        <pc:spChg chg="mod">
          <ac:chgData name="Ben C L FUNG" userId="2bc1a8d8-82cc-46fb-a66a-21e3967849fb" providerId="ADAL" clId="{0D942DFC-176E-4742-BA00-5AD35BC3BFD0}" dt="2023-02-08T13:06:38.723" v="134" actId="27636"/>
          <ac:spMkLst>
            <pc:docMk/>
            <pc:sldMk cId="0" sldId="258"/>
            <ac:spMk id="5123" creationId="{7B621C20-3C2F-0408-D87D-2D9E47789613}"/>
          </ac:spMkLst>
        </pc:spChg>
      </pc:sldChg>
      <pc:sldChg chg="modSp mod">
        <pc:chgData name="Ben C L FUNG" userId="2bc1a8d8-82cc-46fb-a66a-21e3967849fb" providerId="ADAL" clId="{0D942DFC-176E-4742-BA00-5AD35BC3BFD0}" dt="2023-02-08T13:06:41.743" v="136" actId="27636"/>
        <pc:sldMkLst>
          <pc:docMk/>
          <pc:sldMk cId="2368919398" sldId="259"/>
        </pc:sldMkLst>
        <pc:spChg chg="mod">
          <ac:chgData name="Ben C L FUNG" userId="2bc1a8d8-82cc-46fb-a66a-21e3967849fb" providerId="ADAL" clId="{0D942DFC-176E-4742-BA00-5AD35BC3BFD0}" dt="2023-02-08T13:06:41.743" v="136" actId="27636"/>
          <ac:spMkLst>
            <pc:docMk/>
            <pc:sldMk cId="2368919398" sldId="259"/>
            <ac:spMk id="5123" creationId="{00000000-0000-0000-0000-000000000000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796" v="21" actId="27636"/>
        <pc:sldMkLst>
          <pc:docMk/>
          <pc:sldMk cId="0" sldId="260"/>
        </pc:sldMkLst>
        <pc:spChg chg="mod">
          <ac:chgData name="Ben C L FUNG" userId="2bc1a8d8-82cc-46fb-a66a-21e3967849fb" providerId="ADAL" clId="{0D942DFC-176E-4742-BA00-5AD35BC3BFD0}" dt="2023-02-08T13:03:58.779" v="20" actId="27636"/>
          <ac:spMkLst>
            <pc:docMk/>
            <pc:sldMk cId="0" sldId="260"/>
            <ac:spMk id="15362" creationId="{E5232BFA-404A-AD56-C96A-00C797C02CEB}"/>
          </ac:spMkLst>
        </pc:spChg>
        <pc:spChg chg="mod">
          <ac:chgData name="Ben C L FUNG" userId="2bc1a8d8-82cc-46fb-a66a-21e3967849fb" providerId="ADAL" clId="{0D942DFC-176E-4742-BA00-5AD35BC3BFD0}" dt="2023-02-08T13:03:58.796" v="21" actId="27636"/>
          <ac:spMkLst>
            <pc:docMk/>
            <pc:sldMk cId="0" sldId="260"/>
            <ac:spMk id="15363" creationId="{9F43E03A-9CFF-0E4F-4D42-2EB528430B3C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08T13:07:31.076" v="152" actId="113"/>
        <pc:sldMkLst>
          <pc:docMk/>
          <pc:sldMk cId="0" sldId="261"/>
        </pc:sldMkLst>
        <pc:spChg chg="add del mod">
          <ac:chgData name="Ben C L FUNG" userId="2bc1a8d8-82cc-46fb-a66a-21e3967849fb" providerId="ADAL" clId="{0D942DFC-176E-4742-BA00-5AD35BC3BFD0}" dt="2023-02-08T13:07:03.391" v="143"/>
          <ac:spMkLst>
            <pc:docMk/>
            <pc:sldMk cId="0" sldId="261"/>
            <ac:spMk id="2" creationId="{1ED4890F-5062-7C0E-963F-2530C3A99CA8}"/>
          </ac:spMkLst>
        </pc:spChg>
        <pc:spChg chg="add del mod">
          <ac:chgData name="Ben C L FUNG" userId="2bc1a8d8-82cc-46fb-a66a-21e3967849fb" providerId="ADAL" clId="{0D942DFC-176E-4742-BA00-5AD35BC3BFD0}" dt="2023-02-08T13:07:03.391" v="143"/>
          <ac:spMkLst>
            <pc:docMk/>
            <pc:sldMk cId="0" sldId="261"/>
            <ac:spMk id="3" creationId="{CD8B6071-23D1-6212-DEFE-7C265E3A8F00}"/>
          </ac:spMkLst>
        </pc:spChg>
        <pc:spChg chg="add del mod">
          <ac:chgData name="Ben C L FUNG" userId="2bc1a8d8-82cc-46fb-a66a-21e3967849fb" providerId="ADAL" clId="{0D942DFC-176E-4742-BA00-5AD35BC3BFD0}" dt="2023-02-08T13:07:08.592" v="144"/>
          <ac:spMkLst>
            <pc:docMk/>
            <pc:sldMk cId="0" sldId="261"/>
            <ac:spMk id="4" creationId="{1486E241-3B83-60A3-7C26-21218E523F1E}"/>
          </ac:spMkLst>
        </pc:spChg>
        <pc:spChg chg="add del mod">
          <ac:chgData name="Ben C L FUNG" userId="2bc1a8d8-82cc-46fb-a66a-21e3967849fb" providerId="ADAL" clId="{0D942DFC-176E-4742-BA00-5AD35BC3BFD0}" dt="2023-02-08T13:07:08.592" v="144"/>
          <ac:spMkLst>
            <pc:docMk/>
            <pc:sldMk cId="0" sldId="261"/>
            <ac:spMk id="5" creationId="{42F1F506-399A-D739-5C92-576023A37AB5}"/>
          </ac:spMkLst>
        </pc:spChg>
        <pc:spChg chg="mod">
          <ac:chgData name="Ben C L FUNG" userId="2bc1a8d8-82cc-46fb-a66a-21e3967849fb" providerId="ADAL" clId="{0D942DFC-176E-4742-BA00-5AD35BC3BFD0}" dt="2023-02-08T13:07:08.592" v="144"/>
          <ac:spMkLst>
            <pc:docMk/>
            <pc:sldMk cId="0" sldId="261"/>
            <ac:spMk id="7170" creationId="{61FD3AC6-C1BB-37AF-C079-1FD5440FFFFA}"/>
          </ac:spMkLst>
        </pc:spChg>
        <pc:spChg chg="mod">
          <ac:chgData name="Ben C L FUNG" userId="2bc1a8d8-82cc-46fb-a66a-21e3967849fb" providerId="ADAL" clId="{0D942DFC-176E-4742-BA00-5AD35BC3BFD0}" dt="2023-02-08T13:07:31.076" v="152" actId="113"/>
          <ac:spMkLst>
            <pc:docMk/>
            <pc:sldMk cId="0" sldId="261"/>
            <ac:spMk id="7171" creationId="{276929F9-3DFF-CFB0-F8C5-980C08CFF2D7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4084542955" sldId="261"/>
        </pc:sldMkLst>
      </pc:sldChg>
      <pc:sldChg chg="addSp delSp modSp add mod">
        <pc:chgData name="Ben C L FUNG" userId="2bc1a8d8-82cc-46fb-a66a-21e3967849fb" providerId="ADAL" clId="{0D942DFC-176E-4742-BA00-5AD35BC3BFD0}" dt="2023-02-08T13:07:59.901" v="156"/>
        <pc:sldMkLst>
          <pc:docMk/>
          <pc:sldMk cId="0" sldId="262"/>
        </pc:sldMkLst>
        <pc:spChg chg="add del mod">
          <ac:chgData name="Ben C L FUNG" userId="2bc1a8d8-82cc-46fb-a66a-21e3967849fb" providerId="ADAL" clId="{0D942DFC-176E-4742-BA00-5AD35BC3BFD0}" dt="2023-02-08T13:07:59.901" v="156"/>
          <ac:spMkLst>
            <pc:docMk/>
            <pc:sldMk cId="0" sldId="262"/>
            <ac:spMk id="2" creationId="{B3DD1269-9A4C-CE9A-934D-4D5019D49FE2}"/>
          </ac:spMkLst>
        </pc:spChg>
        <pc:spChg chg="add del mod">
          <ac:chgData name="Ben C L FUNG" userId="2bc1a8d8-82cc-46fb-a66a-21e3967849fb" providerId="ADAL" clId="{0D942DFC-176E-4742-BA00-5AD35BC3BFD0}" dt="2023-02-08T13:07:59.901" v="156"/>
          <ac:spMkLst>
            <pc:docMk/>
            <pc:sldMk cId="0" sldId="262"/>
            <ac:spMk id="3" creationId="{2E24F633-4FC9-3E40-44CF-1CA4D048CD03}"/>
          </ac:spMkLst>
        </pc:spChg>
        <pc:spChg chg="mod">
          <ac:chgData name="Ben C L FUNG" userId="2bc1a8d8-82cc-46fb-a66a-21e3967849fb" providerId="ADAL" clId="{0D942DFC-176E-4742-BA00-5AD35BC3BFD0}" dt="2023-02-08T13:07:59.901" v="156"/>
          <ac:spMkLst>
            <pc:docMk/>
            <pc:sldMk cId="0" sldId="262"/>
            <ac:spMk id="9218" creationId="{60680E9F-E8C5-E03A-1544-75552FA748C4}"/>
          </ac:spMkLst>
        </pc:spChg>
        <pc:spChg chg="mod">
          <ac:chgData name="Ben C L FUNG" userId="2bc1a8d8-82cc-46fb-a66a-21e3967849fb" providerId="ADAL" clId="{0D942DFC-176E-4742-BA00-5AD35BC3BFD0}" dt="2023-02-08T13:07:59.901" v="156"/>
          <ac:spMkLst>
            <pc:docMk/>
            <pc:sldMk cId="0" sldId="262"/>
            <ac:spMk id="9219" creationId="{7373FFD8-E411-C4CA-DBC9-29AAF33D1F07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749" v="14" actId="27636"/>
        <pc:sldMkLst>
          <pc:docMk/>
          <pc:sldMk cId="0" sldId="263"/>
        </pc:sldMkLst>
        <pc:spChg chg="mod">
          <ac:chgData name="Ben C L FUNG" userId="2bc1a8d8-82cc-46fb-a66a-21e3967849fb" providerId="ADAL" clId="{0D942DFC-176E-4742-BA00-5AD35BC3BFD0}" dt="2023-02-08T13:03:58.749" v="14" actId="27636"/>
          <ac:spMkLst>
            <pc:docMk/>
            <pc:sldMk cId="0" sldId="263"/>
            <ac:spMk id="10242" creationId="{7EEB9DBA-A7BD-7CAE-759E-2C598EEF66FB}"/>
          </ac:spMkLst>
        </pc:spChg>
        <pc:spChg chg="mod">
          <ac:chgData name="Ben C L FUNG" userId="2bc1a8d8-82cc-46fb-a66a-21e3967849fb" providerId="ADAL" clId="{0D942DFC-176E-4742-BA00-5AD35BC3BFD0}" dt="2023-02-08T13:03:58.748" v="13" actId="27636"/>
          <ac:spMkLst>
            <pc:docMk/>
            <pc:sldMk cId="0" sldId="263"/>
            <ac:spMk id="10243" creationId="{13001962-A2FB-E445-9696-AF256D4DFFE5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766" v="16" actId="27636"/>
        <pc:sldMkLst>
          <pc:docMk/>
          <pc:sldMk cId="0" sldId="264"/>
        </pc:sldMkLst>
        <pc:spChg chg="mod">
          <ac:chgData name="Ben C L FUNG" userId="2bc1a8d8-82cc-46fb-a66a-21e3967849fb" providerId="ADAL" clId="{0D942DFC-176E-4742-BA00-5AD35BC3BFD0}" dt="2023-02-08T13:03:58.751" v="15" actId="27636"/>
          <ac:spMkLst>
            <pc:docMk/>
            <pc:sldMk cId="0" sldId="264"/>
            <ac:spMk id="11266" creationId="{85FCA3E5-DCA0-0264-D07F-7476694DCE03}"/>
          </ac:spMkLst>
        </pc:spChg>
        <pc:spChg chg="mod">
          <ac:chgData name="Ben C L FUNG" userId="2bc1a8d8-82cc-46fb-a66a-21e3967849fb" providerId="ADAL" clId="{0D942DFC-176E-4742-BA00-5AD35BC3BFD0}" dt="2023-02-08T13:03:58.766" v="16" actId="27636"/>
          <ac:spMkLst>
            <pc:docMk/>
            <pc:sldMk cId="0" sldId="264"/>
            <ac:spMk id="11267" creationId="{8E1810C8-425E-C0F7-3554-F42A61B7DE53}"/>
          </ac:spMkLst>
        </pc:spChg>
      </pc:sldChg>
      <pc:sldChg chg="modSp add del mod">
        <pc:chgData name="Ben C L FUNG" userId="2bc1a8d8-82cc-46fb-a66a-21e3967849fb" providerId="ADAL" clId="{0D942DFC-176E-4742-BA00-5AD35BC3BFD0}" dt="2023-02-08T13:08:21.565" v="157" actId="47"/>
        <pc:sldMkLst>
          <pc:docMk/>
          <pc:sldMk cId="0" sldId="265"/>
        </pc:sldMkLst>
        <pc:spChg chg="mod">
          <ac:chgData name="Ben C L FUNG" userId="2bc1a8d8-82cc-46fb-a66a-21e3967849fb" providerId="ADAL" clId="{0D942DFC-176E-4742-BA00-5AD35BC3BFD0}" dt="2023-02-08T13:03:58.775" v="18" actId="27636"/>
          <ac:spMkLst>
            <pc:docMk/>
            <pc:sldMk cId="0" sldId="265"/>
            <ac:spMk id="12290" creationId="{A498D352-C531-8BE7-7F34-1CE92266AE36}"/>
          </ac:spMkLst>
        </pc:spChg>
        <pc:spChg chg="mod">
          <ac:chgData name="Ben C L FUNG" userId="2bc1a8d8-82cc-46fb-a66a-21e3967849fb" providerId="ADAL" clId="{0D942DFC-176E-4742-BA00-5AD35BC3BFD0}" dt="2023-02-08T13:03:58.774" v="17" actId="27636"/>
          <ac:spMkLst>
            <pc:docMk/>
            <pc:sldMk cId="0" sldId="265"/>
            <ac:spMk id="12291" creationId="{0E0692A8-595A-B145-C36C-25BBDB565290}"/>
          </ac:spMkLst>
        </pc:spChg>
      </pc:sldChg>
      <pc:sldChg chg="add del">
        <pc:chgData name="Ben C L FUNG" userId="2bc1a8d8-82cc-46fb-a66a-21e3967849fb" providerId="ADAL" clId="{0D942DFC-176E-4742-BA00-5AD35BC3BFD0}" dt="2023-02-08T13:08:22.398" v="158" actId="47"/>
        <pc:sldMkLst>
          <pc:docMk/>
          <pc:sldMk cId="0" sldId="266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062806213" sldId="266"/>
        </pc:sldMkLst>
      </pc:sldChg>
      <pc:sldChg chg="modSp add mod">
        <pc:chgData name="Ben C L FUNG" userId="2bc1a8d8-82cc-46fb-a66a-21e3967849fb" providerId="ADAL" clId="{0D942DFC-176E-4742-BA00-5AD35BC3BFD0}" dt="2023-02-08T13:03:58.778" v="19" actId="27636"/>
        <pc:sldMkLst>
          <pc:docMk/>
          <pc:sldMk cId="0" sldId="267"/>
        </pc:sldMkLst>
        <pc:spChg chg="mod">
          <ac:chgData name="Ben C L FUNG" userId="2bc1a8d8-82cc-46fb-a66a-21e3967849fb" providerId="ADAL" clId="{0D942DFC-176E-4742-BA00-5AD35BC3BFD0}" dt="2023-02-08T13:03:58.778" v="19" actId="27636"/>
          <ac:spMkLst>
            <pc:docMk/>
            <pc:sldMk cId="0" sldId="267"/>
            <ac:spMk id="14338" creationId="{FDAB782E-09FA-DCBB-9A3B-B888B559ECA3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637506441" sldId="267"/>
        </pc:sldMkLst>
      </pc:sldChg>
      <pc:sldChg chg="modSp add mod">
        <pc:chgData name="Ben C L FUNG" userId="2bc1a8d8-82cc-46fb-a66a-21e3967849fb" providerId="ADAL" clId="{0D942DFC-176E-4742-BA00-5AD35BC3BFD0}" dt="2023-02-08T13:09:08.845" v="162" actId="20577"/>
        <pc:sldMkLst>
          <pc:docMk/>
          <pc:sldMk cId="0" sldId="268"/>
        </pc:sldMkLst>
        <pc:spChg chg="mod">
          <ac:chgData name="Ben C L FUNG" userId="2bc1a8d8-82cc-46fb-a66a-21e3967849fb" providerId="ADAL" clId="{0D942DFC-176E-4742-BA00-5AD35BC3BFD0}" dt="2023-02-08T13:09:08.845" v="162" actId="20577"/>
          <ac:spMkLst>
            <pc:docMk/>
            <pc:sldMk cId="0" sldId="268"/>
            <ac:spMk id="17411" creationId="{C49018E2-5C4F-10E5-F103-4298DE9B56AF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718769407" sldId="268"/>
        </pc:sldMkLst>
      </pc:sldChg>
      <pc:sldChg chg="modSp add mod">
        <pc:chgData name="Ben C L FUNG" userId="2bc1a8d8-82cc-46fb-a66a-21e3967849fb" providerId="ADAL" clId="{0D942DFC-176E-4742-BA00-5AD35BC3BFD0}" dt="2023-02-08T13:08:34.562" v="159" actId="1076"/>
        <pc:sldMkLst>
          <pc:docMk/>
          <pc:sldMk cId="0" sldId="269"/>
        </pc:sldMkLst>
        <pc:spChg chg="mod">
          <ac:chgData name="Ben C L FUNG" userId="2bc1a8d8-82cc-46fb-a66a-21e3967849fb" providerId="ADAL" clId="{0D942DFC-176E-4742-BA00-5AD35BC3BFD0}" dt="2023-02-08T13:03:58.799" v="22" actId="27636"/>
          <ac:spMkLst>
            <pc:docMk/>
            <pc:sldMk cId="0" sldId="269"/>
            <ac:spMk id="16386" creationId="{F4AE398A-7850-97E4-BB44-2FD3AA95C5E8}"/>
          </ac:spMkLst>
        </pc:spChg>
        <pc:picChg chg="mod">
          <ac:chgData name="Ben C L FUNG" userId="2bc1a8d8-82cc-46fb-a66a-21e3967849fb" providerId="ADAL" clId="{0D942DFC-176E-4742-BA00-5AD35BC3BFD0}" dt="2023-02-08T13:08:34.562" v="159" actId="1076"/>
          <ac:picMkLst>
            <pc:docMk/>
            <pc:sldMk cId="0" sldId="269"/>
            <ac:picMk id="16387" creationId="{0E4B1383-FA58-038E-D89E-C36AFC4E43A6}"/>
          </ac:picMkLst>
        </pc:pic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823993323" sldId="269"/>
        </pc:sldMkLst>
      </pc:sldChg>
      <pc:sldChg chg="addSp delSp modSp add mod">
        <pc:chgData name="Ben C L FUNG" userId="2bc1a8d8-82cc-46fb-a66a-21e3967849fb" providerId="ADAL" clId="{0D942DFC-176E-4742-BA00-5AD35BC3BFD0}" dt="2023-02-08T13:09:19.515" v="165" actId="1076"/>
        <pc:sldMkLst>
          <pc:docMk/>
          <pc:sldMk cId="0" sldId="270"/>
        </pc:sldMkLst>
        <pc:spChg chg="add del mod">
          <ac:chgData name="Ben C L FUNG" userId="2bc1a8d8-82cc-46fb-a66a-21e3967849fb" providerId="ADAL" clId="{0D942DFC-176E-4742-BA00-5AD35BC3BFD0}" dt="2023-02-08T13:09:14.175" v="163"/>
          <ac:spMkLst>
            <pc:docMk/>
            <pc:sldMk cId="0" sldId="270"/>
            <ac:spMk id="2" creationId="{C8FDCA56-CDDF-476B-DCFD-81B6748CCC58}"/>
          </ac:spMkLst>
        </pc:spChg>
        <pc:spChg chg="mod">
          <ac:chgData name="Ben C L FUNG" userId="2bc1a8d8-82cc-46fb-a66a-21e3967849fb" providerId="ADAL" clId="{0D942DFC-176E-4742-BA00-5AD35BC3BFD0}" dt="2023-02-08T13:09:14.205" v="164" actId="27636"/>
          <ac:spMkLst>
            <pc:docMk/>
            <pc:sldMk cId="0" sldId="270"/>
            <ac:spMk id="18434" creationId="{C9FCA27A-0590-3C3E-BE83-DE94B45439A0}"/>
          </ac:spMkLst>
        </pc:spChg>
        <pc:picChg chg="mod">
          <ac:chgData name="Ben C L FUNG" userId="2bc1a8d8-82cc-46fb-a66a-21e3967849fb" providerId="ADAL" clId="{0D942DFC-176E-4742-BA00-5AD35BC3BFD0}" dt="2023-02-08T13:09:19.515" v="165" actId="1076"/>
          <ac:picMkLst>
            <pc:docMk/>
            <pc:sldMk cId="0" sldId="270"/>
            <ac:picMk id="18435" creationId="{11A7EDE8-410B-63A8-37AB-F7BF2AC1F4DB}"/>
          </ac:picMkLst>
        </pc:pic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4019549267" sldId="270"/>
        </pc:sldMkLst>
      </pc:sldChg>
      <pc:sldChg chg="modSp add mod">
        <pc:chgData name="Ben C L FUNG" userId="2bc1a8d8-82cc-46fb-a66a-21e3967849fb" providerId="ADAL" clId="{0D942DFC-176E-4742-BA00-5AD35BC3BFD0}" dt="2023-02-08T13:03:58.832" v="26" actId="27636"/>
        <pc:sldMkLst>
          <pc:docMk/>
          <pc:sldMk cId="0" sldId="271"/>
        </pc:sldMkLst>
        <pc:spChg chg="mod">
          <ac:chgData name="Ben C L FUNG" userId="2bc1a8d8-82cc-46fb-a66a-21e3967849fb" providerId="ADAL" clId="{0D942DFC-176E-4742-BA00-5AD35BC3BFD0}" dt="2023-02-08T13:03:58.832" v="26" actId="27636"/>
          <ac:spMkLst>
            <pc:docMk/>
            <pc:sldMk cId="0" sldId="271"/>
            <ac:spMk id="20482" creationId="{89EE47F7-EA21-FDC0-5038-41A9F207E967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582707076" sldId="271"/>
        </pc:sldMkLst>
      </pc:sldChg>
      <pc:sldChg chg="modSp add mod">
        <pc:chgData name="Ben C L FUNG" userId="2bc1a8d8-82cc-46fb-a66a-21e3967849fb" providerId="ADAL" clId="{0D942DFC-176E-4742-BA00-5AD35BC3BFD0}" dt="2023-02-08T13:03:58.837" v="28" actId="27636"/>
        <pc:sldMkLst>
          <pc:docMk/>
          <pc:sldMk cId="0" sldId="272"/>
        </pc:sldMkLst>
        <pc:spChg chg="mod">
          <ac:chgData name="Ben C L FUNG" userId="2bc1a8d8-82cc-46fb-a66a-21e3967849fb" providerId="ADAL" clId="{0D942DFC-176E-4742-BA00-5AD35BC3BFD0}" dt="2023-02-08T13:03:58.834" v="27" actId="27636"/>
          <ac:spMkLst>
            <pc:docMk/>
            <pc:sldMk cId="0" sldId="272"/>
            <ac:spMk id="21506" creationId="{B04FED2E-2CAC-20A6-95D8-6FF3E616B0FE}"/>
          </ac:spMkLst>
        </pc:spChg>
        <pc:spChg chg="mod">
          <ac:chgData name="Ben C L FUNG" userId="2bc1a8d8-82cc-46fb-a66a-21e3967849fb" providerId="ADAL" clId="{0D942DFC-176E-4742-BA00-5AD35BC3BFD0}" dt="2023-02-08T13:03:58.837" v="28" actId="27636"/>
          <ac:spMkLst>
            <pc:docMk/>
            <pc:sldMk cId="0" sldId="272"/>
            <ac:spMk id="21507" creationId="{781E309F-50AF-A4DF-663A-A0FF30CB710C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605213590" sldId="272"/>
        </pc:sldMkLst>
      </pc:sldChg>
      <pc:sldChg chg="addSp delSp modSp add mod">
        <pc:chgData name="Ben C L FUNG" userId="2bc1a8d8-82cc-46fb-a66a-21e3967849fb" providerId="ADAL" clId="{0D942DFC-176E-4742-BA00-5AD35BC3BFD0}" dt="2023-02-08T13:09:49.922" v="167" actId="1076"/>
        <pc:sldMkLst>
          <pc:docMk/>
          <pc:sldMk cId="0" sldId="273"/>
        </pc:sldMkLst>
        <pc:spChg chg="add del mod">
          <ac:chgData name="Ben C L FUNG" userId="2bc1a8d8-82cc-46fb-a66a-21e3967849fb" providerId="ADAL" clId="{0D942DFC-176E-4742-BA00-5AD35BC3BFD0}" dt="2023-02-08T13:09:47.777" v="166"/>
          <ac:spMkLst>
            <pc:docMk/>
            <pc:sldMk cId="0" sldId="273"/>
            <ac:spMk id="2" creationId="{781A2B85-34BA-5757-CC45-65680F43B6F2}"/>
          </ac:spMkLst>
        </pc:spChg>
        <pc:spChg chg="mod">
          <ac:chgData name="Ben C L FUNG" userId="2bc1a8d8-82cc-46fb-a66a-21e3967849fb" providerId="ADAL" clId="{0D942DFC-176E-4742-BA00-5AD35BC3BFD0}" dt="2023-02-08T13:09:47.777" v="166"/>
          <ac:spMkLst>
            <pc:docMk/>
            <pc:sldMk cId="0" sldId="273"/>
            <ac:spMk id="23554" creationId="{3FA0E6D6-E0B0-6977-DE5B-E0350A5E7554}"/>
          </ac:spMkLst>
        </pc:spChg>
        <pc:picChg chg="mod">
          <ac:chgData name="Ben C L FUNG" userId="2bc1a8d8-82cc-46fb-a66a-21e3967849fb" providerId="ADAL" clId="{0D942DFC-176E-4742-BA00-5AD35BC3BFD0}" dt="2023-02-08T13:09:49.922" v="167" actId="1076"/>
          <ac:picMkLst>
            <pc:docMk/>
            <pc:sldMk cId="0" sldId="273"/>
            <ac:picMk id="23555" creationId="{420929F4-2032-B02B-CD4C-96DF316F64B0}"/>
          </ac:picMkLst>
        </pc:picChg>
      </pc:sldChg>
      <pc:sldChg chg="modSp add mod">
        <pc:chgData name="Ben C L FUNG" userId="2bc1a8d8-82cc-46fb-a66a-21e3967849fb" providerId="ADAL" clId="{0D942DFC-176E-4742-BA00-5AD35BC3BFD0}" dt="2023-02-08T13:03:58.925" v="35" actId="27636"/>
        <pc:sldMkLst>
          <pc:docMk/>
          <pc:sldMk cId="0" sldId="275"/>
        </pc:sldMkLst>
        <pc:spChg chg="mod">
          <ac:chgData name="Ben C L FUNG" userId="2bc1a8d8-82cc-46fb-a66a-21e3967849fb" providerId="ADAL" clId="{0D942DFC-176E-4742-BA00-5AD35BC3BFD0}" dt="2023-02-08T13:03:58.925" v="35" actId="27636"/>
          <ac:spMkLst>
            <pc:docMk/>
            <pc:sldMk cId="0" sldId="275"/>
            <ac:spMk id="25602" creationId="{A0D15F02-2346-A1BF-EBD9-6E6A95EA82DB}"/>
          </ac:spMkLst>
        </pc:spChg>
        <pc:spChg chg="mod">
          <ac:chgData name="Ben C L FUNG" userId="2bc1a8d8-82cc-46fb-a66a-21e3967849fb" providerId="ADAL" clId="{0D942DFC-176E-4742-BA00-5AD35BC3BFD0}" dt="2023-02-08T13:03:58.924" v="34" actId="27636"/>
          <ac:spMkLst>
            <pc:docMk/>
            <pc:sldMk cId="0" sldId="275"/>
            <ac:spMk id="25603" creationId="{A17B9850-D4B3-3EDB-A302-7DA8BCEE9A47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12T06:44:36.312" v="242" actId="13926"/>
        <pc:sldMkLst>
          <pc:docMk/>
          <pc:sldMk cId="0" sldId="276"/>
        </pc:sldMkLst>
        <pc:spChg chg="add del mod">
          <ac:chgData name="Ben C L FUNG" userId="2bc1a8d8-82cc-46fb-a66a-21e3967849fb" providerId="ADAL" clId="{0D942DFC-176E-4742-BA00-5AD35BC3BFD0}" dt="2023-02-08T13:10:06.401" v="168"/>
          <ac:spMkLst>
            <pc:docMk/>
            <pc:sldMk cId="0" sldId="276"/>
            <ac:spMk id="2" creationId="{81780A23-0E6B-8889-99D3-FC9AEB8A8EE1}"/>
          </ac:spMkLst>
        </pc:spChg>
        <pc:spChg chg="add del mod">
          <ac:chgData name="Ben C L FUNG" userId="2bc1a8d8-82cc-46fb-a66a-21e3967849fb" providerId="ADAL" clId="{0D942DFC-176E-4742-BA00-5AD35BC3BFD0}" dt="2023-02-08T13:10:06.401" v="168"/>
          <ac:spMkLst>
            <pc:docMk/>
            <pc:sldMk cId="0" sldId="276"/>
            <ac:spMk id="3" creationId="{A2B17394-601B-E7D7-1DD1-6DCE8842AD49}"/>
          </ac:spMkLst>
        </pc:spChg>
        <pc:spChg chg="mod">
          <ac:chgData name="Ben C L FUNG" userId="2bc1a8d8-82cc-46fb-a66a-21e3967849fb" providerId="ADAL" clId="{0D942DFC-176E-4742-BA00-5AD35BC3BFD0}" dt="2023-02-08T13:10:06.401" v="168"/>
          <ac:spMkLst>
            <pc:docMk/>
            <pc:sldMk cId="0" sldId="276"/>
            <ac:spMk id="26626" creationId="{4853F42D-0E29-1ED9-CAD9-1F88C8C4E5F9}"/>
          </ac:spMkLst>
        </pc:spChg>
        <pc:spChg chg="mod">
          <ac:chgData name="Ben C L FUNG" userId="2bc1a8d8-82cc-46fb-a66a-21e3967849fb" providerId="ADAL" clId="{0D942DFC-176E-4742-BA00-5AD35BC3BFD0}" dt="2023-02-12T06:44:36.312" v="242" actId="13926"/>
          <ac:spMkLst>
            <pc:docMk/>
            <pc:sldMk cId="0" sldId="276"/>
            <ac:spMk id="26627" creationId="{9F61A290-DF62-CD6C-7DA3-FDEF650CE02C}"/>
          </ac:spMkLst>
        </pc:spChg>
        <pc:spChg chg="mod">
          <ac:chgData name="Ben C L FUNG" userId="2bc1a8d8-82cc-46fb-a66a-21e3967849fb" providerId="ADAL" clId="{0D942DFC-176E-4742-BA00-5AD35BC3BFD0}" dt="2023-02-08T13:10:13.450" v="170" actId="1076"/>
          <ac:spMkLst>
            <pc:docMk/>
            <pc:sldMk cId="0" sldId="276"/>
            <ac:spMk id="26628" creationId="{E09B77B7-BA83-618F-D204-559F506E8148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08T13:10:24.371" v="174" actId="1076"/>
        <pc:sldMkLst>
          <pc:docMk/>
          <pc:sldMk cId="0" sldId="277"/>
        </pc:sldMkLst>
        <pc:spChg chg="add del mod">
          <ac:chgData name="Ben C L FUNG" userId="2bc1a8d8-82cc-46fb-a66a-21e3967849fb" providerId="ADAL" clId="{0D942DFC-176E-4742-BA00-5AD35BC3BFD0}" dt="2023-02-08T13:10:20.449" v="171"/>
          <ac:spMkLst>
            <pc:docMk/>
            <pc:sldMk cId="0" sldId="277"/>
            <ac:spMk id="2" creationId="{CB4BF684-E047-09A7-D2B7-A738CBF20D54}"/>
          </ac:spMkLst>
        </pc:spChg>
        <pc:spChg chg="add del mod">
          <ac:chgData name="Ben C L FUNG" userId="2bc1a8d8-82cc-46fb-a66a-21e3967849fb" providerId="ADAL" clId="{0D942DFC-176E-4742-BA00-5AD35BC3BFD0}" dt="2023-02-08T13:10:20.449" v="171"/>
          <ac:spMkLst>
            <pc:docMk/>
            <pc:sldMk cId="0" sldId="277"/>
            <ac:spMk id="3" creationId="{B4292A74-76A1-AD7B-2EE1-77DE1CEBDC1D}"/>
          </ac:spMkLst>
        </pc:spChg>
        <pc:spChg chg="mod">
          <ac:chgData name="Ben C L FUNG" userId="2bc1a8d8-82cc-46fb-a66a-21e3967849fb" providerId="ADAL" clId="{0D942DFC-176E-4742-BA00-5AD35BC3BFD0}" dt="2023-02-08T13:10:20.449" v="171"/>
          <ac:spMkLst>
            <pc:docMk/>
            <pc:sldMk cId="0" sldId="277"/>
            <ac:spMk id="27650" creationId="{55821E27-D29A-A380-4D6C-E3DB54654D8D}"/>
          </ac:spMkLst>
        </pc:spChg>
        <pc:spChg chg="mod">
          <ac:chgData name="Ben C L FUNG" userId="2bc1a8d8-82cc-46fb-a66a-21e3967849fb" providerId="ADAL" clId="{0D942DFC-176E-4742-BA00-5AD35BC3BFD0}" dt="2023-02-08T13:10:20.504" v="172" actId="27636"/>
          <ac:spMkLst>
            <pc:docMk/>
            <pc:sldMk cId="0" sldId="277"/>
            <ac:spMk id="27651" creationId="{5D365883-C508-7598-E33D-9F474F28B5AD}"/>
          </ac:spMkLst>
        </pc:spChg>
        <pc:picChg chg="mod">
          <ac:chgData name="Ben C L FUNG" userId="2bc1a8d8-82cc-46fb-a66a-21e3967849fb" providerId="ADAL" clId="{0D942DFC-176E-4742-BA00-5AD35BC3BFD0}" dt="2023-02-08T13:10:24.371" v="174" actId="1076"/>
          <ac:picMkLst>
            <pc:docMk/>
            <pc:sldMk cId="0" sldId="277"/>
            <ac:picMk id="27653" creationId="{28688106-5941-428D-6109-403F992C8CE0}"/>
          </ac:picMkLst>
        </pc:picChg>
      </pc:sldChg>
      <pc:sldChg chg="modSp add mod">
        <pc:chgData name="Ben C L FUNG" userId="2bc1a8d8-82cc-46fb-a66a-21e3967849fb" providerId="ADAL" clId="{0D942DFC-176E-4742-BA00-5AD35BC3BFD0}" dt="2023-02-08T13:03:58.945" v="41" actId="27636"/>
        <pc:sldMkLst>
          <pc:docMk/>
          <pc:sldMk cId="0" sldId="278"/>
        </pc:sldMkLst>
        <pc:spChg chg="mod">
          <ac:chgData name="Ben C L FUNG" userId="2bc1a8d8-82cc-46fb-a66a-21e3967849fb" providerId="ADAL" clId="{0D942DFC-176E-4742-BA00-5AD35BC3BFD0}" dt="2023-02-08T13:03:58.945" v="41" actId="27636"/>
          <ac:spMkLst>
            <pc:docMk/>
            <pc:sldMk cId="0" sldId="278"/>
            <ac:spMk id="28674" creationId="{359AC607-94C0-C09C-4883-8AEC825AB836}"/>
          </ac:spMkLst>
        </pc:spChg>
        <pc:spChg chg="mod">
          <ac:chgData name="Ben C L FUNG" userId="2bc1a8d8-82cc-46fb-a66a-21e3967849fb" providerId="ADAL" clId="{0D942DFC-176E-4742-BA00-5AD35BC3BFD0}" dt="2023-02-08T13:03:58.944" v="40" actId="27636"/>
          <ac:spMkLst>
            <pc:docMk/>
            <pc:sldMk cId="0" sldId="278"/>
            <ac:spMk id="28675" creationId="{45B9C72C-B8D9-06AA-AB76-DF419E5473E4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47" v="42" actId="27636"/>
        <pc:sldMkLst>
          <pc:docMk/>
          <pc:sldMk cId="0" sldId="279"/>
        </pc:sldMkLst>
        <pc:spChg chg="mod">
          <ac:chgData name="Ben C L FUNG" userId="2bc1a8d8-82cc-46fb-a66a-21e3967849fb" providerId="ADAL" clId="{0D942DFC-176E-4742-BA00-5AD35BC3BFD0}" dt="2023-02-08T13:03:58.947" v="42" actId="27636"/>
          <ac:spMkLst>
            <pc:docMk/>
            <pc:sldMk cId="0" sldId="279"/>
            <ac:spMk id="29698" creationId="{7D7C5DEC-F6DC-767C-2766-F6D30127595B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48" v="43" actId="27636"/>
        <pc:sldMkLst>
          <pc:docMk/>
          <pc:sldMk cId="0" sldId="280"/>
        </pc:sldMkLst>
        <pc:spChg chg="mod">
          <ac:chgData name="Ben C L FUNG" userId="2bc1a8d8-82cc-46fb-a66a-21e3967849fb" providerId="ADAL" clId="{0D942DFC-176E-4742-BA00-5AD35BC3BFD0}" dt="2023-02-08T13:03:58.948" v="43" actId="27636"/>
          <ac:spMkLst>
            <pc:docMk/>
            <pc:sldMk cId="0" sldId="280"/>
            <ac:spMk id="30722" creationId="{FB94833D-53E2-5081-967A-CF60D5DC5030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66" v="45" actId="27636"/>
        <pc:sldMkLst>
          <pc:docMk/>
          <pc:sldMk cId="0" sldId="281"/>
        </pc:sldMkLst>
        <pc:spChg chg="mod">
          <ac:chgData name="Ben C L FUNG" userId="2bc1a8d8-82cc-46fb-a66a-21e3967849fb" providerId="ADAL" clId="{0D942DFC-176E-4742-BA00-5AD35BC3BFD0}" dt="2023-02-08T13:03:58.966" v="45" actId="27636"/>
          <ac:spMkLst>
            <pc:docMk/>
            <pc:sldMk cId="0" sldId="281"/>
            <ac:spMk id="31746" creationId="{3750E9AD-32A5-9D34-1F39-BEE6B136829D}"/>
          </ac:spMkLst>
        </pc:spChg>
        <pc:spChg chg="mod">
          <ac:chgData name="Ben C L FUNG" userId="2bc1a8d8-82cc-46fb-a66a-21e3967849fb" providerId="ADAL" clId="{0D942DFC-176E-4742-BA00-5AD35BC3BFD0}" dt="2023-02-08T13:03:58.965" v="44" actId="27636"/>
          <ac:spMkLst>
            <pc:docMk/>
            <pc:sldMk cId="0" sldId="281"/>
            <ac:spMk id="31747" creationId="{9B93C44C-E5AD-7DAC-AF02-D6DF16A46D07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71" v="47" actId="27636"/>
        <pc:sldMkLst>
          <pc:docMk/>
          <pc:sldMk cId="0" sldId="282"/>
        </pc:sldMkLst>
        <pc:spChg chg="mod">
          <ac:chgData name="Ben C L FUNG" userId="2bc1a8d8-82cc-46fb-a66a-21e3967849fb" providerId="ADAL" clId="{0D942DFC-176E-4742-BA00-5AD35BC3BFD0}" dt="2023-02-08T13:03:58.969" v="46" actId="27636"/>
          <ac:spMkLst>
            <pc:docMk/>
            <pc:sldMk cId="0" sldId="282"/>
            <ac:spMk id="32770" creationId="{F115C185-1505-58E0-46C9-39149994B1D1}"/>
          </ac:spMkLst>
        </pc:spChg>
        <pc:spChg chg="mod">
          <ac:chgData name="Ben C L FUNG" userId="2bc1a8d8-82cc-46fb-a66a-21e3967849fb" providerId="ADAL" clId="{0D942DFC-176E-4742-BA00-5AD35BC3BFD0}" dt="2023-02-08T13:03:58.971" v="47" actId="27636"/>
          <ac:spMkLst>
            <pc:docMk/>
            <pc:sldMk cId="0" sldId="282"/>
            <ac:spMk id="32771" creationId="{C938F7CE-EC86-C300-E9B4-25B066ABC264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88" v="49" actId="27636"/>
        <pc:sldMkLst>
          <pc:docMk/>
          <pc:sldMk cId="0" sldId="283"/>
        </pc:sldMkLst>
        <pc:spChg chg="mod">
          <ac:chgData name="Ben C L FUNG" userId="2bc1a8d8-82cc-46fb-a66a-21e3967849fb" providerId="ADAL" clId="{0D942DFC-176E-4742-BA00-5AD35BC3BFD0}" dt="2023-02-08T13:03:58.988" v="49" actId="27636"/>
          <ac:spMkLst>
            <pc:docMk/>
            <pc:sldMk cId="0" sldId="283"/>
            <ac:spMk id="33794" creationId="{446C3D6F-B99B-0197-1199-9BCB6B8F6590}"/>
          </ac:spMkLst>
        </pc:spChg>
        <pc:spChg chg="mod">
          <ac:chgData name="Ben C L FUNG" userId="2bc1a8d8-82cc-46fb-a66a-21e3967849fb" providerId="ADAL" clId="{0D942DFC-176E-4742-BA00-5AD35BC3BFD0}" dt="2023-02-08T13:03:58.988" v="48" actId="27636"/>
          <ac:spMkLst>
            <pc:docMk/>
            <pc:sldMk cId="0" sldId="283"/>
            <ac:spMk id="33795" creationId="{65938A2E-BC0A-55B6-E57D-5406962865AE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90" v="50" actId="27636"/>
        <pc:sldMkLst>
          <pc:docMk/>
          <pc:sldMk cId="0" sldId="284"/>
        </pc:sldMkLst>
        <pc:spChg chg="mod">
          <ac:chgData name="Ben C L FUNG" userId="2bc1a8d8-82cc-46fb-a66a-21e3967849fb" providerId="ADAL" clId="{0D942DFC-176E-4742-BA00-5AD35BC3BFD0}" dt="2023-02-08T13:03:58.990" v="50" actId="27636"/>
          <ac:spMkLst>
            <pc:docMk/>
            <pc:sldMk cId="0" sldId="284"/>
            <ac:spMk id="34818" creationId="{1D216ED3-6FC0-B66A-F5A1-39FDDC744AF0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91" v="51" actId="27636"/>
        <pc:sldMkLst>
          <pc:docMk/>
          <pc:sldMk cId="0" sldId="285"/>
        </pc:sldMkLst>
        <pc:spChg chg="mod">
          <ac:chgData name="Ben C L FUNG" userId="2bc1a8d8-82cc-46fb-a66a-21e3967849fb" providerId="ADAL" clId="{0D942DFC-176E-4742-BA00-5AD35BC3BFD0}" dt="2023-02-08T13:03:58.991" v="51" actId="27636"/>
          <ac:spMkLst>
            <pc:docMk/>
            <pc:sldMk cId="0" sldId="285"/>
            <ac:spMk id="35842" creationId="{0DAD1C52-DCEF-D540-E318-A12BE0DA5B9F}"/>
          </ac:spMkLst>
        </pc:spChg>
      </pc:sldChg>
      <pc:sldChg chg="addSp delSp modSp add mod modClrScheme chgLayout">
        <pc:chgData name="Ben C L FUNG" userId="2bc1a8d8-82cc-46fb-a66a-21e3967849fb" providerId="ADAL" clId="{0D942DFC-176E-4742-BA00-5AD35BC3BFD0}" dt="2023-02-08T13:12:37.582" v="198" actId="27636"/>
        <pc:sldMkLst>
          <pc:docMk/>
          <pc:sldMk cId="0" sldId="286"/>
        </pc:sldMkLst>
        <pc:spChg chg="add del mod">
          <ac:chgData name="Ben C L FUNG" userId="2bc1a8d8-82cc-46fb-a66a-21e3967849fb" providerId="ADAL" clId="{0D942DFC-176E-4742-BA00-5AD35BC3BFD0}" dt="2023-02-08T13:10:51.168" v="175"/>
          <ac:spMkLst>
            <pc:docMk/>
            <pc:sldMk cId="0" sldId="286"/>
            <ac:spMk id="2" creationId="{028EA07B-B691-E0F4-C183-88F194E3EDFE}"/>
          </ac:spMkLst>
        </pc:spChg>
        <pc:spChg chg="add del mod">
          <ac:chgData name="Ben C L FUNG" userId="2bc1a8d8-82cc-46fb-a66a-21e3967849fb" providerId="ADAL" clId="{0D942DFC-176E-4742-BA00-5AD35BC3BFD0}" dt="2023-02-08T13:10:51.168" v="175"/>
          <ac:spMkLst>
            <pc:docMk/>
            <pc:sldMk cId="0" sldId="286"/>
            <ac:spMk id="3" creationId="{65C38BDD-8B23-E688-FB46-D262E5E3CE29}"/>
          </ac:spMkLst>
        </pc:spChg>
        <pc:spChg chg="add del mod ord">
          <ac:chgData name="Ben C L FUNG" userId="2bc1a8d8-82cc-46fb-a66a-21e3967849fb" providerId="ADAL" clId="{0D942DFC-176E-4742-BA00-5AD35BC3BFD0}" dt="2023-02-08T13:11:14.325" v="187"/>
          <ac:spMkLst>
            <pc:docMk/>
            <pc:sldMk cId="0" sldId="286"/>
            <ac:spMk id="4" creationId="{5BC08AAA-115F-6F92-3DC7-7D97D7F7E8AD}"/>
          </ac:spMkLst>
        </pc:spChg>
        <pc:spChg chg="add del mod">
          <ac:chgData name="Ben C L FUNG" userId="2bc1a8d8-82cc-46fb-a66a-21e3967849fb" providerId="ADAL" clId="{0D942DFC-176E-4742-BA00-5AD35BC3BFD0}" dt="2023-02-08T13:12:37.553" v="197" actId="700"/>
          <ac:spMkLst>
            <pc:docMk/>
            <pc:sldMk cId="0" sldId="286"/>
            <ac:spMk id="6" creationId="{45791709-6A98-D2A4-7208-A4EC32F8385E}"/>
          </ac:spMkLst>
        </pc:spChg>
        <pc:spChg chg="mod ord">
          <ac:chgData name="Ben C L FUNG" userId="2bc1a8d8-82cc-46fb-a66a-21e3967849fb" providerId="ADAL" clId="{0D942DFC-176E-4742-BA00-5AD35BC3BFD0}" dt="2023-02-08T13:12:37.553" v="197" actId="700"/>
          <ac:spMkLst>
            <pc:docMk/>
            <pc:sldMk cId="0" sldId="286"/>
            <ac:spMk id="36866" creationId="{32EF7E03-1241-9CAC-CD73-1D0121388AEC}"/>
          </ac:spMkLst>
        </pc:spChg>
        <pc:spChg chg="mod ord">
          <ac:chgData name="Ben C L FUNG" userId="2bc1a8d8-82cc-46fb-a66a-21e3967849fb" providerId="ADAL" clId="{0D942DFC-176E-4742-BA00-5AD35BC3BFD0}" dt="2023-02-08T13:12:37.582" v="198" actId="27636"/>
          <ac:spMkLst>
            <pc:docMk/>
            <pc:sldMk cId="0" sldId="286"/>
            <ac:spMk id="36867" creationId="{6899E993-2435-8DB2-D393-B7519B2C2AFE}"/>
          </ac:spMkLst>
        </pc:spChg>
        <pc:picChg chg="add del mod">
          <ac:chgData name="Ben C L FUNG" userId="2bc1a8d8-82cc-46fb-a66a-21e3967849fb" providerId="ADAL" clId="{0D942DFC-176E-4742-BA00-5AD35BC3BFD0}" dt="2023-02-08T13:11:55.384" v="191" actId="21"/>
          <ac:picMkLst>
            <pc:docMk/>
            <pc:sldMk cId="0" sldId="286"/>
            <ac:picMk id="5" creationId="{6D0D0F92-87C6-04E6-B89C-7A792AA0B035}"/>
          </ac:picMkLst>
        </pc:picChg>
        <pc:picChg chg="add del mod">
          <ac:chgData name="Ben C L FUNG" userId="2bc1a8d8-82cc-46fb-a66a-21e3967849fb" providerId="ADAL" clId="{0D942DFC-176E-4742-BA00-5AD35BC3BFD0}" dt="2023-02-08T13:11:13.620" v="185" actId="21"/>
          <ac:picMkLst>
            <pc:docMk/>
            <pc:sldMk cId="0" sldId="286"/>
            <ac:picMk id="36868" creationId="{0105D31E-E551-8125-7CB6-B43AD5F74848}"/>
          </ac:picMkLst>
        </pc:pic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312661107" sldId="287"/>
        </pc:sldMkLst>
      </pc:sldChg>
      <pc:sldChg chg="addSp modSp add mod">
        <pc:chgData name="Ben C L FUNG" userId="2bc1a8d8-82cc-46fb-a66a-21e3967849fb" providerId="ADAL" clId="{0D942DFC-176E-4742-BA00-5AD35BC3BFD0}" dt="2023-02-08T13:12:17.691" v="196" actId="1076"/>
        <pc:sldMkLst>
          <pc:docMk/>
          <pc:sldMk cId="0" sldId="288"/>
        </pc:sldMkLst>
        <pc:spChg chg="mod">
          <ac:chgData name="Ben C L FUNG" userId="2bc1a8d8-82cc-46fb-a66a-21e3967849fb" providerId="ADAL" clId="{0D942DFC-176E-4742-BA00-5AD35BC3BFD0}" dt="2023-02-08T13:03:58.998" v="53" actId="27636"/>
          <ac:spMkLst>
            <pc:docMk/>
            <pc:sldMk cId="0" sldId="288"/>
            <ac:spMk id="37890" creationId="{580232EA-1EDA-EE41-DD07-EDFAC9AAFFF6}"/>
          </ac:spMkLst>
        </pc:spChg>
        <pc:picChg chg="add mod">
          <ac:chgData name="Ben C L FUNG" userId="2bc1a8d8-82cc-46fb-a66a-21e3967849fb" providerId="ADAL" clId="{0D942DFC-176E-4742-BA00-5AD35BC3BFD0}" dt="2023-02-08T13:12:17.691" v="196" actId="1076"/>
          <ac:picMkLst>
            <pc:docMk/>
            <pc:sldMk cId="0" sldId="288"/>
            <ac:picMk id="2" creationId="{B2F27383-6D26-BE55-63BC-5F1D01821B28}"/>
          </ac:picMkLst>
        </pc:picChg>
        <pc:picChg chg="mod">
          <ac:chgData name="Ben C L FUNG" userId="2bc1a8d8-82cc-46fb-a66a-21e3967849fb" providerId="ADAL" clId="{0D942DFC-176E-4742-BA00-5AD35BC3BFD0}" dt="2023-02-08T13:12:09.482" v="195" actId="1076"/>
          <ac:picMkLst>
            <pc:docMk/>
            <pc:sldMk cId="0" sldId="288"/>
            <ac:picMk id="37891" creationId="{27E960CB-9C7E-35BE-7B9E-E42D6258F349}"/>
          </ac:picMkLst>
        </pc:pic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579582460" sldId="288"/>
        </pc:sldMkLst>
      </pc:sldChg>
      <pc:sldChg chg="modSp add mod">
        <pc:chgData name="Ben C L FUNG" userId="2bc1a8d8-82cc-46fb-a66a-21e3967849fb" providerId="ADAL" clId="{0D942DFC-176E-4742-BA00-5AD35BC3BFD0}" dt="2023-02-08T13:03:59.020" v="55" actId="27636"/>
        <pc:sldMkLst>
          <pc:docMk/>
          <pc:sldMk cId="0" sldId="289"/>
        </pc:sldMkLst>
        <pc:spChg chg="mod">
          <ac:chgData name="Ben C L FUNG" userId="2bc1a8d8-82cc-46fb-a66a-21e3967849fb" providerId="ADAL" clId="{0D942DFC-176E-4742-BA00-5AD35BC3BFD0}" dt="2023-02-08T13:03:59.020" v="55" actId="27636"/>
          <ac:spMkLst>
            <pc:docMk/>
            <pc:sldMk cId="0" sldId="289"/>
            <ac:spMk id="38914" creationId="{594DD52F-0319-9539-CC3B-D461D462EDC7}"/>
          </ac:spMkLst>
        </pc:spChg>
        <pc:spChg chg="mod">
          <ac:chgData name="Ben C L FUNG" userId="2bc1a8d8-82cc-46fb-a66a-21e3967849fb" providerId="ADAL" clId="{0D942DFC-176E-4742-BA00-5AD35BC3BFD0}" dt="2023-02-08T13:03:59.019" v="54" actId="27636"/>
          <ac:spMkLst>
            <pc:docMk/>
            <pc:sldMk cId="0" sldId="289"/>
            <ac:spMk id="38915" creationId="{0BF65F61-53CF-1C63-013E-97E22BB121BB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4763862" sldId="289"/>
        </pc:sldMkLst>
      </pc:sldChg>
      <pc:sldChg chg="modSp add mod">
        <pc:chgData name="Ben C L FUNG" userId="2bc1a8d8-82cc-46fb-a66a-21e3967849fb" providerId="ADAL" clId="{0D942DFC-176E-4742-BA00-5AD35BC3BFD0}" dt="2023-02-08T13:03:59.050" v="57" actId="27636"/>
        <pc:sldMkLst>
          <pc:docMk/>
          <pc:sldMk cId="0" sldId="291"/>
        </pc:sldMkLst>
        <pc:spChg chg="mod">
          <ac:chgData name="Ben C L FUNG" userId="2bc1a8d8-82cc-46fb-a66a-21e3967849fb" providerId="ADAL" clId="{0D942DFC-176E-4742-BA00-5AD35BC3BFD0}" dt="2023-02-08T13:03:59.022" v="56" actId="27636"/>
          <ac:spMkLst>
            <pc:docMk/>
            <pc:sldMk cId="0" sldId="291"/>
            <ac:spMk id="39938" creationId="{B3EC48CE-D6F6-9FFA-BBD5-01ED37761C41}"/>
          </ac:spMkLst>
        </pc:spChg>
        <pc:spChg chg="mod">
          <ac:chgData name="Ben C L FUNG" userId="2bc1a8d8-82cc-46fb-a66a-21e3967849fb" providerId="ADAL" clId="{0D942DFC-176E-4742-BA00-5AD35BC3BFD0}" dt="2023-02-08T13:03:59.050" v="57" actId="27636"/>
          <ac:spMkLst>
            <pc:docMk/>
            <pc:sldMk cId="0" sldId="291"/>
            <ac:spMk id="39939" creationId="{B3DA87E4-1B27-7942-99CD-A99A2600D034}"/>
          </ac:spMkLst>
        </pc:spChg>
      </pc:sldChg>
      <pc:sldChg chg="modSp add mod">
        <pc:chgData name="Ben C L FUNG" userId="2bc1a8d8-82cc-46fb-a66a-21e3967849fb" providerId="ADAL" clId="{0D942DFC-176E-4742-BA00-5AD35BC3BFD0}" dt="2023-02-08T13:03:59.068" v="59" actId="27636"/>
        <pc:sldMkLst>
          <pc:docMk/>
          <pc:sldMk cId="0" sldId="292"/>
        </pc:sldMkLst>
        <pc:spChg chg="mod">
          <ac:chgData name="Ben C L FUNG" userId="2bc1a8d8-82cc-46fb-a66a-21e3967849fb" providerId="ADAL" clId="{0D942DFC-176E-4742-BA00-5AD35BC3BFD0}" dt="2023-02-08T13:03:59.054" v="58" actId="27636"/>
          <ac:spMkLst>
            <pc:docMk/>
            <pc:sldMk cId="0" sldId="292"/>
            <ac:spMk id="40962" creationId="{ADDF28A7-3BF4-62A7-865F-942A9325D2CC}"/>
          </ac:spMkLst>
        </pc:spChg>
        <pc:spChg chg="mod">
          <ac:chgData name="Ben C L FUNG" userId="2bc1a8d8-82cc-46fb-a66a-21e3967849fb" providerId="ADAL" clId="{0D942DFC-176E-4742-BA00-5AD35BC3BFD0}" dt="2023-02-08T13:03:59.068" v="59" actId="27636"/>
          <ac:spMkLst>
            <pc:docMk/>
            <pc:sldMk cId="0" sldId="292"/>
            <ac:spMk id="40963" creationId="{9BFF7C0A-82B6-6F73-31A1-C42A52AB0BCC}"/>
          </ac:spMkLst>
        </pc:spChg>
      </pc:sldChg>
      <pc:sldChg chg="modSp add mod">
        <pc:chgData name="Ben C L FUNG" userId="2bc1a8d8-82cc-46fb-a66a-21e3967849fb" providerId="ADAL" clId="{0D942DFC-176E-4742-BA00-5AD35BC3BFD0}" dt="2023-02-08T13:13:03.387" v="208" actId="20577"/>
        <pc:sldMkLst>
          <pc:docMk/>
          <pc:sldMk cId="0" sldId="293"/>
        </pc:sldMkLst>
        <pc:spChg chg="mod">
          <ac:chgData name="Ben C L FUNG" userId="2bc1a8d8-82cc-46fb-a66a-21e3967849fb" providerId="ADAL" clId="{0D942DFC-176E-4742-BA00-5AD35BC3BFD0}" dt="2023-02-08T13:03:59.089" v="61" actId="27636"/>
          <ac:spMkLst>
            <pc:docMk/>
            <pc:sldMk cId="0" sldId="293"/>
            <ac:spMk id="41986" creationId="{C8633CBB-94E6-84A9-1D85-90C408D84A2D}"/>
          </ac:spMkLst>
        </pc:spChg>
        <pc:spChg chg="mod">
          <ac:chgData name="Ben C L FUNG" userId="2bc1a8d8-82cc-46fb-a66a-21e3967849fb" providerId="ADAL" clId="{0D942DFC-176E-4742-BA00-5AD35BC3BFD0}" dt="2023-02-08T13:13:03.387" v="208" actId="20577"/>
          <ac:spMkLst>
            <pc:docMk/>
            <pc:sldMk cId="0" sldId="293"/>
            <ac:spMk id="41987" creationId="{095BDDA1-5BB5-A01C-571F-842BFD75C253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08T13:13:21.566" v="210" actId="27636"/>
        <pc:sldMkLst>
          <pc:docMk/>
          <pc:sldMk cId="0" sldId="294"/>
        </pc:sldMkLst>
        <pc:spChg chg="add del mod">
          <ac:chgData name="Ben C L FUNG" userId="2bc1a8d8-82cc-46fb-a66a-21e3967849fb" providerId="ADAL" clId="{0D942DFC-176E-4742-BA00-5AD35BC3BFD0}" dt="2023-02-08T13:13:21.490" v="209"/>
          <ac:spMkLst>
            <pc:docMk/>
            <pc:sldMk cId="0" sldId="294"/>
            <ac:spMk id="2" creationId="{E6C618FE-47AF-D52E-703A-53C985C98108}"/>
          </ac:spMkLst>
        </pc:spChg>
        <pc:spChg chg="add del mod">
          <ac:chgData name="Ben C L FUNG" userId="2bc1a8d8-82cc-46fb-a66a-21e3967849fb" providerId="ADAL" clId="{0D942DFC-176E-4742-BA00-5AD35BC3BFD0}" dt="2023-02-08T13:13:21.490" v="209"/>
          <ac:spMkLst>
            <pc:docMk/>
            <pc:sldMk cId="0" sldId="294"/>
            <ac:spMk id="3" creationId="{A5474CBB-B143-7D71-345B-CBF9D5FD4330}"/>
          </ac:spMkLst>
        </pc:spChg>
        <pc:spChg chg="mod">
          <ac:chgData name="Ben C L FUNG" userId="2bc1a8d8-82cc-46fb-a66a-21e3967849fb" providerId="ADAL" clId="{0D942DFC-176E-4742-BA00-5AD35BC3BFD0}" dt="2023-02-08T13:13:21.490" v="209"/>
          <ac:spMkLst>
            <pc:docMk/>
            <pc:sldMk cId="0" sldId="294"/>
            <ac:spMk id="43010" creationId="{1B604FC5-1821-A3FD-B4BF-07311AA11B7B}"/>
          </ac:spMkLst>
        </pc:spChg>
        <pc:spChg chg="mod">
          <ac:chgData name="Ben C L FUNG" userId="2bc1a8d8-82cc-46fb-a66a-21e3967849fb" providerId="ADAL" clId="{0D942DFC-176E-4742-BA00-5AD35BC3BFD0}" dt="2023-02-08T13:13:21.566" v="210" actId="27636"/>
          <ac:spMkLst>
            <pc:docMk/>
            <pc:sldMk cId="0" sldId="294"/>
            <ac:spMk id="43011" creationId="{153AE3D4-EA5B-3099-EDF1-B63EB9A3E478}"/>
          </ac:spMkLst>
        </pc:spChg>
      </pc:sldChg>
      <pc:sldChg chg="modSp add mod">
        <pc:chgData name="Ben C L FUNG" userId="2bc1a8d8-82cc-46fb-a66a-21e3967849fb" providerId="ADAL" clId="{0D942DFC-176E-4742-BA00-5AD35BC3BFD0}" dt="2023-02-08T13:03:59.122" v="65" actId="27636"/>
        <pc:sldMkLst>
          <pc:docMk/>
          <pc:sldMk cId="0" sldId="295"/>
        </pc:sldMkLst>
        <pc:spChg chg="mod">
          <ac:chgData name="Ben C L FUNG" userId="2bc1a8d8-82cc-46fb-a66a-21e3967849fb" providerId="ADAL" clId="{0D942DFC-176E-4742-BA00-5AD35BC3BFD0}" dt="2023-02-08T13:03:59.106" v="64" actId="27636"/>
          <ac:spMkLst>
            <pc:docMk/>
            <pc:sldMk cId="0" sldId="295"/>
            <ac:spMk id="44034" creationId="{6BC51ADF-9D49-7143-E2BF-86CA3D4930C3}"/>
          </ac:spMkLst>
        </pc:spChg>
        <pc:spChg chg="mod">
          <ac:chgData name="Ben C L FUNG" userId="2bc1a8d8-82cc-46fb-a66a-21e3967849fb" providerId="ADAL" clId="{0D942DFC-176E-4742-BA00-5AD35BC3BFD0}" dt="2023-02-08T13:03:59.122" v="65" actId="27636"/>
          <ac:spMkLst>
            <pc:docMk/>
            <pc:sldMk cId="0" sldId="295"/>
            <ac:spMk id="44035" creationId="{DC29B604-DD36-5309-5AC4-B344EF975835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08T13:13:45.783" v="214"/>
        <pc:sldMkLst>
          <pc:docMk/>
          <pc:sldMk cId="0" sldId="297"/>
        </pc:sldMkLst>
        <pc:spChg chg="add del mod">
          <ac:chgData name="Ben C L FUNG" userId="2bc1a8d8-82cc-46fb-a66a-21e3967849fb" providerId="ADAL" clId="{0D942DFC-176E-4742-BA00-5AD35BC3BFD0}" dt="2023-02-08T13:13:45.783" v="214"/>
          <ac:spMkLst>
            <pc:docMk/>
            <pc:sldMk cId="0" sldId="297"/>
            <ac:spMk id="2" creationId="{4E451190-BBB4-33DE-71A8-E50B1677F192}"/>
          </ac:spMkLst>
        </pc:spChg>
        <pc:spChg chg="add del mod">
          <ac:chgData name="Ben C L FUNG" userId="2bc1a8d8-82cc-46fb-a66a-21e3967849fb" providerId="ADAL" clId="{0D942DFC-176E-4742-BA00-5AD35BC3BFD0}" dt="2023-02-08T13:13:45.783" v="214"/>
          <ac:spMkLst>
            <pc:docMk/>
            <pc:sldMk cId="0" sldId="297"/>
            <ac:spMk id="3" creationId="{D9FB0B19-B4F0-E6C6-43D8-3CE0D97D25CC}"/>
          </ac:spMkLst>
        </pc:spChg>
        <pc:spChg chg="mod">
          <ac:chgData name="Ben C L FUNG" userId="2bc1a8d8-82cc-46fb-a66a-21e3967849fb" providerId="ADAL" clId="{0D942DFC-176E-4742-BA00-5AD35BC3BFD0}" dt="2023-02-08T13:13:45.783" v="214"/>
          <ac:spMkLst>
            <pc:docMk/>
            <pc:sldMk cId="0" sldId="297"/>
            <ac:spMk id="45058" creationId="{8BD31D8B-B6A0-A620-B22C-3CDEC7D17BE6}"/>
          </ac:spMkLst>
        </pc:spChg>
      </pc:sldChg>
      <pc:sldChg chg="modSp add mod">
        <pc:chgData name="Ben C L FUNG" userId="2bc1a8d8-82cc-46fb-a66a-21e3967849fb" providerId="ADAL" clId="{0D942DFC-176E-4742-BA00-5AD35BC3BFD0}" dt="2023-02-08T13:03:59.124" v="66" actId="27636"/>
        <pc:sldMkLst>
          <pc:docMk/>
          <pc:sldMk cId="0" sldId="298"/>
        </pc:sldMkLst>
        <pc:spChg chg="mod">
          <ac:chgData name="Ben C L FUNG" userId="2bc1a8d8-82cc-46fb-a66a-21e3967849fb" providerId="ADAL" clId="{0D942DFC-176E-4742-BA00-5AD35BC3BFD0}" dt="2023-02-08T13:03:59.124" v="66" actId="27636"/>
          <ac:spMkLst>
            <pc:docMk/>
            <pc:sldMk cId="0" sldId="298"/>
            <ac:spMk id="46082" creationId="{E9F0D68B-F83A-3D00-8999-CEFC5D83F559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736765447" sldId="298"/>
        </pc:sldMkLst>
      </pc:sldChg>
      <pc:sldChg chg="add del">
        <pc:chgData name="Ben C L FUNG" userId="2bc1a8d8-82cc-46fb-a66a-21e3967849fb" providerId="ADAL" clId="{0D942DFC-176E-4742-BA00-5AD35BC3BFD0}" dt="2023-02-08T13:04:54.946" v="103" actId="47"/>
        <pc:sldMkLst>
          <pc:docMk/>
          <pc:sldMk cId="0" sldId="299"/>
        </pc:sldMkLst>
      </pc:sldChg>
      <pc:sldChg chg="addSp delSp modSp add mod">
        <pc:chgData name="Ben C L FUNG" userId="2bc1a8d8-82cc-46fb-a66a-21e3967849fb" providerId="ADAL" clId="{0D942DFC-176E-4742-BA00-5AD35BC3BFD0}" dt="2023-02-08T13:06:28.343" v="132"/>
        <pc:sldMkLst>
          <pc:docMk/>
          <pc:sldMk cId="0" sldId="300"/>
        </pc:sldMkLst>
        <pc:spChg chg="add mod">
          <ac:chgData name="Ben C L FUNG" userId="2bc1a8d8-82cc-46fb-a66a-21e3967849fb" providerId="ADAL" clId="{0D942DFC-176E-4742-BA00-5AD35BC3BFD0}" dt="2023-02-08T13:04:59.170" v="114" actId="20577"/>
          <ac:spMkLst>
            <pc:docMk/>
            <pc:sldMk cId="0" sldId="300"/>
            <ac:spMk id="2" creationId="{5E39318B-7F99-9E9B-8842-2B02BE3E62C1}"/>
          </ac:spMkLst>
        </pc:spChg>
        <pc:spChg chg="add del mod">
          <ac:chgData name="Ben C L FUNG" userId="2bc1a8d8-82cc-46fb-a66a-21e3967849fb" providerId="ADAL" clId="{0D942DFC-176E-4742-BA00-5AD35BC3BFD0}" dt="2023-02-08T13:06:28.343" v="132"/>
          <ac:spMkLst>
            <pc:docMk/>
            <pc:sldMk cId="0" sldId="300"/>
            <ac:spMk id="3" creationId="{6C26FB59-1362-CC4A-74E8-4CD6F576CA1F}"/>
          </ac:spMkLst>
        </pc:spChg>
        <pc:spChg chg="add del mod">
          <ac:chgData name="Ben C L FUNG" userId="2bc1a8d8-82cc-46fb-a66a-21e3967849fb" providerId="ADAL" clId="{0D942DFC-176E-4742-BA00-5AD35BC3BFD0}" dt="2023-02-08T13:06:28.343" v="132"/>
          <ac:spMkLst>
            <pc:docMk/>
            <pc:sldMk cId="0" sldId="300"/>
            <ac:spMk id="4" creationId="{B479DB2D-8BF3-BB95-89D3-1C14DBDB49F7}"/>
          </ac:spMkLst>
        </pc:spChg>
        <pc:spChg chg="mod">
          <ac:chgData name="Ben C L FUNG" userId="2bc1a8d8-82cc-46fb-a66a-21e3967849fb" providerId="ADAL" clId="{0D942DFC-176E-4742-BA00-5AD35BC3BFD0}" dt="2023-02-08T13:06:28.343" v="132"/>
          <ac:spMkLst>
            <pc:docMk/>
            <pc:sldMk cId="0" sldId="300"/>
            <ac:spMk id="4098" creationId="{E2305827-D2BF-E9DB-B2A2-730BAC1A8157}"/>
          </ac:spMkLst>
        </pc:spChg>
        <pc:spChg chg="mod">
          <ac:chgData name="Ben C L FUNG" userId="2bc1a8d8-82cc-46fb-a66a-21e3967849fb" providerId="ADAL" clId="{0D942DFC-176E-4742-BA00-5AD35BC3BFD0}" dt="2023-02-08T13:06:28.343" v="132"/>
          <ac:spMkLst>
            <pc:docMk/>
            <pc:sldMk cId="0" sldId="300"/>
            <ac:spMk id="4099" creationId="{C8833816-F74C-1860-2531-17F7B7BF3836}"/>
          </ac:spMkLst>
        </pc:spChg>
      </pc:sldChg>
      <pc:sldChg chg="addSp delSp modSp add mod">
        <pc:chgData name="Ben C L FUNG" userId="2bc1a8d8-82cc-46fb-a66a-21e3967849fb" providerId="ADAL" clId="{0D942DFC-176E-4742-BA00-5AD35BC3BFD0}" dt="2023-02-08T13:06:54.292" v="139" actId="27636"/>
        <pc:sldMkLst>
          <pc:docMk/>
          <pc:sldMk cId="0" sldId="301"/>
        </pc:sldMkLst>
        <pc:spChg chg="add del mod">
          <ac:chgData name="Ben C L FUNG" userId="2bc1a8d8-82cc-46fb-a66a-21e3967849fb" providerId="ADAL" clId="{0D942DFC-176E-4742-BA00-5AD35BC3BFD0}" dt="2023-02-08T13:06:54.232" v="138"/>
          <ac:spMkLst>
            <pc:docMk/>
            <pc:sldMk cId="0" sldId="301"/>
            <ac:spMk id="2" creationId="{8234B5C2-A372-2E1D-3F6C-629D0C3B4CBA}"/>
          </ac:spMkLst>
        </pc:spChg>
        <pc:spChg chg="add del mod">
          <ac:chgData name="Ben C L FUNG" userId="2bc1a8d8-82cc-46fb-a66a-21e3967849fb" providerId="ADAL" clId="{0D942DFC-176E-4742-BA00-5AD35BC3BFD0}" dt="2023-02-08T13:06:54.232" v="138"/>
          <ac:spMkLst>
            <pc:docMk/>
            <pc:sldMk cId="0" sldId="301"/>
            <ac:spMk id="3" creationId="{25404F9B-7C39-E8EB-FB39-EC4EA3DE8745}"/>
          </ac:spMkLst>
        </pc:spChg>
        <pc:spChg chg="mod">
          <ac:chgData name="Ben C L FUNG" userId="2bc1a8d8-82cc-46fb-a66a-21e3967849fb" providerId="ADAL" clId="{0D942DFC-176E-4742-BA00-5AD35BC3BFD0}" dt="2023-02-08T13:06:54.232" v="138"/>
          <ac:spMkLst>
            <pc:docMk/>
            <pc:sldMk cId="0" sldId="301"/>
            <ac:spMk id="6146" creationId="{44A4A444-E86F-5793-3C18-5AD97FBC2D33}"/>
          </ac:spMkLst>
        </pc:spChg>
        <pc:spChg chg="mod">
          <ac:chgData name="Ben C L FUNG" userId="2bc1a8d8-82cc-46fb-a66a-21e3967849fb" providerId="ADAL" clId="{0D942DFC-176E-4742-BA00-5AD35BC3BFD0}" dt="2023-02-08T13:06:54.292" v="139" actId="27636"/>
          <ac:spMkLst>
            <pc:docMk/>
            <pc:sldMk cId="0" sldId="301"/>
            <ac:spMk id="6147" creationId="{EC1E43EA-B720-207D-A4EA-92FE5DBB57C5}"/>
          </ac:spMkLst>
        </pc:spChg>
      </pc:sldChg>
      <pc:sldChg chg="add del">
        <pc:chgData name="Ben C L FUNG" userId="2bc1a8d8-82cc-46fb-a66a-21e3967849fb" providerId="ADAL" clId="{0D942DFC-176E-4742-BA00-5AD35BC3BFD0}" dt="2023-02-08T13:13:51.237" v="215" actId="47"/>
        <pc:sldMkLst>
          <pc:docMk/>
          <pc:sldMk cId="0" sldId="314"/>
        </pc:sldMkLst>
      </pc:sldChg>
      <pc:sldChg chg="modSp add mod">
        <pc:chgData name="Ben C L FUNG" userId="2bc1a8d8-82cc-46fb-a66a-21e3967849fb" providerId="ADAL" clId="{0D942DFC-176E-4742-BA00-5AD35BC3BFD0}" dt="2023-02-08T13:03:58.869" v="30" actId="27636"/>
        <pc:sldMkLst>
          <pc:docMk/>
          <pc:sldMk cId="0" sldId="315"/>
        </pc:sldMkLst>
        <pc:spChg chg="mod">
          <ac:chgData name="Ben C L FUNG" userId="2bc1a8d8-82cc-46fb-a66a-21e3967849fb" providerId="ADAL" clId="{0D942DFC-176E-4742-BA00-5AD35BC3BFD0}" dt="2023-02-08T13:03:58.869" v="30" actId="27636"/>
          <ac:spMkLst>
            <pc:docMk/>
            <pc:sldMk cId="0" sldId="315"/>
            <ac:spMk id="22530" creationId="{49FE8F41-2469-4E81-C112-75FAFBB5DB0F}"/>
          </ac:spMkLst>
        </pc:spChg>
        <pc:spChg chg="mod">
          <ac:chgData name="Ben C L FUNG" userId="2bc1a8d8-82cc-46fb-a66a-21e3967849fb" providerId="ADAL" clId="{0D942DFC-176E-4742-BA00-5AD35BC3BFD0}" dt="2023-02-08T13:03:58.868" v="29" actId="27636"/>
          <ac:spMkLst>
            <pc:docMk/>
            <pc:sldMk cId="0" sldId="315"/>
            <ac:spMk id="22531" creationId="{683FB169-ACF1-9322-8DFC-E7AB32D6DA27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710" v="10" actId="27636"/>
        <pc:sldMkLst>
          <pc:docMk/>
          <pc:sldMk cId="0" sldId="316"/>
        </pc:sldMkLst>
        <pc:spChg chg="mod">
          <ac:chgData name="Ben C L FUNG" userId="2bc1a8d8-82cc-46fb-a66a-21e3967849fb" providerId="ADAL" clId="{0D942DFC-176E-4742-BA00-5AD35BC3BFD0}" dt="2023-02-08T13:03:58.710" v="10" actId="27636"/>
          <ac:spMkLst>
            <pc:docMk/>
            <pc:sldMk cId="0" sldId="316"/>
            <ac:spMk id="8194" creationId="{E894A371-21A9-ED16-556F-456389F51770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829" v="25" actId="27636"/>
        <pc:sldMkLst>
          <pc:docMk/>
          <pc:sldMk cId="0" sldId="317"/>
        </pc:sldMkLst>
        <pc:spChg chg="mod">
          <ac:chgData name="Ben C L FUNG" userId="2bc1a8d8-82cc-46fb-a66a-21e3967849fb" providerId="ADAL" clId="{0D942DFC-176E-4742-BA00-5AD35BC3BFD0}" dt="2023-02-08T13:03:58.810" v="24" actId="27636"/>
          <ac:spMkLst>
            <pc:docMk/>
            <pc:sldMk cId="0" sldId="317"/>
            <ac:spMk id="19458" creationId="{FE9F5E46-A80E-C887-4ADB-A249DE8B04C2}"/>
          </ac:spMkLst>
        </pc:spChg>
        <pc:spChg chg="mod">
          <ac:chgData name="Ben C L FUNG" userId="2bc1a8d8-82cc-46fb-a66a-21e3967849fb" providerId="ADAL" clId="{0D942DFC-176E-4742-BA00-5AD35BC3BFD0}" dt="2023-02-08T13:03:58.829" v="25" actId="27636"/>
          <ac:spMkLst>
            <pc:docMk/>
            <pc:sldMk cId="0" sldId="317"/>
            <ac:spMk id="19459" creationId="{4253BFA3-9D80-7B21-836F-D785331D9C9E}"/>
          </ac:spMkLst>
        </pc:spChg>
      </pc:sldChg>
      <pc:sldChg chg="modSp add mod">
        <pc:chgData name="Ben C L FUNG" userId="2bc1a8d8-82cc-46fb-a66a-21e3967849fb" providerId="ADAL" clId="{0D942DFC-176E-4742-BA00-5AD35BC3BFD0}" dt="2023-02-08T13:03:58.902" v="33" actId="27636"/>
        <pc:sldMkLst>
          <pc:docMk/>
          <pc:sldMk cId="0" sldId="318"/>
        </pc:sldMkLst>
        <pc:spChg chg="mod">
          <ac:chgData name="Ben C L FUNG" userId="2bc1a8d8-82cc-46fb-a66a-21e3967849fb" providerId="ADAL" clId="{0D942DFC-176E-4742-BA00-5AD35BC3BFD0}" dt="2023-02-08T13:03:58.902" v="33" actId="27636"/>
          <ac:spMkLst>
            <pc:docMk/>
            <pc:sldMk cId="0" sldId="318"/>
            <ac:spMk id="24578" creationId="{8E0829E4-83D1-7B69-4D3F-FCF871896289}"/>
          </ac:spMkLst>
        </pc:spChg>
        <pc:spChg chg="mod">
          <ac:chgData name="Ben C L FUNG" userId="2bc1a8d8-82cc-46fb-a66a-21e3967849fb" providerId="ADAL" clId="{0D942DFC-176E-4742-BA00-5AD35BC3BFD0}" dt="2023-02-08T13:03:58.901" v="32" actId="27636"/>
          <ac:spMkLst>
            <pc:docMk/>
            <pc:sldMk cId="0" sldId="318"/>
            <ac:spMk id="24579" creationId="{F4D8261E-259C-CFD8-199E-336CBC788B01}"/>
          </ac:spMkLst>
        </pc:spChg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006402878" sldId="318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665731510" sldId="320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59348982" sldId="329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007442616" sldId="331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642966114" sldId="332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946441910" sldId="333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197716553" sldId="334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883094066" sldId="335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923947471" sldId="336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806349047" sldId="338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618705715" sldId="339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719621672" sldId="340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244147216" sldId="341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388413500" sldId="342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454306053" sldId="343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621148625" sldId="344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381072170" sldId="345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2420793727" sldId="346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438805331" sldId="347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1843780382" sldId="348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413622959" sldId="349"/>
        </pc:sldMkLst>
      </pc:sldChg>
      <pc:sldChg chg="del">
        <pc:chgData name="Ben C L FUNG" userId="2bc1a8d8-82cc-46fb-a66a-21e3967849fb" providerId="ADAL" clId="{0D942DFC-176E-4742-BA00-5AD35BC3BFD0}" dt="2023-02-08T13:01:05.342" v="0" actId="47"/>
        <pc:sldMkLst>
          <pc:docMk/>
          <pc:sldMk cId="3496898112" sldId="350"/>
        </pc:sldMkLst>
      </pc:sldChg>
      <pc:sldMasterChg chg="delSldLayout modSldLayout">
        <pc:chgData name="Ben C L FUNG" userId="2bc1a8d8-82cc-46fb-a66a-21e3967849fb" providerId="ADAL" clId="{0D942DFC-176E-4742-BA00-5AD35BC3BFD0}" dt="2023-02-08T13:13:51.237" v="215" actId="47"/>
        <pc:sldMasterMkLst>
          <pc:docMk/>
          <pc:sldMasterMk cId="1159863621" sldId="2147483922"/>
        </pc:sldMasterMkLst>
        <pc:sldLayoutChg chg="addSp delSp modSp mod">
          <pc:chgData name="Ben C L FUNG" userId="2bc1a8d8-82cc-46fb-a66a-21e3967849fb" providerId="ADAL" clId="{0D942DFC-176E-4742-BA00-5AD35BC3BFD0}" dt="2023-02-08T13:05:20.748" v="118" actId="1076"/>
          <pc:sldLayoutMkLst>
            <pc:docMk/>
            <pc:sldMasterMk cId="1159863621" sldId="2147483922"/>
            <pc:sldLayoutMk cId="1378745871" sldId="2147483923"/>
          </pc:sldLayoutMkLst>
          <pc:spChg chg="del">
            <ac:chgData name="Ben C L FUNG" userId="2bc1a8d8-82cc-46fb-a66a-21e3967849fb" providerId="ADAL" clId="{0D942DFC-176E-4742-BA00-5AD35BC3BFD0}" dt="2023-02-08T13:05:15.242" v="116" actId="478"/>
            <ac:spMkLst>
              <pc:docMk/>
              <pc:sldMasterMk cId="1159863621" sldId="2147483922"/>
              <pc:sldLayoutMk cId="1378745871" sldId="2147483923"/>
              <ac:spMk id="4" creationId="{00000000-0000-0000-0000-000000000000}"/>
            </ac:spMkLst>
          </pc:spChg>
          <pc:spChg chg="del">
            <ac:chgData name="Ben C L FUNG" userId="2bc1a8d8-82cc-46fb-a66a-21e3967849fb" providerId="ADAL" clId="{0D942DFC-176E-4742-BA00-5AD35BC3BFD0}" dt="2023-02-08T13:05:13.296" v="115" actId="21"/>
            <ac:spMkLst>
              <pc:docMk/>
              <pc:sldMasterMk cId="1159863621" sldId="2147483922"/>
              <pc:sldLayoutMk cId="1378745871" sldId="2147483923"/>
              <ac:spMk id="6" creationId="{00000000-0000-0000-0000-000000000000}"/>
            </ac:spMkLst>
          </pc:spChg>
          <pc:spChg chg="add mod">
            <ac:chgData name="Ben C L FUNG" userId="2bc1a8d8-82cc-46fb-a66a-21e3967849fb" providerId="ADAL" clId="{0D942DFC-176E-4742-BA00-5AD35BC3BFD0}" dt="2023-02-08T13:05:20.748" v="118" actId="1076"/>
            <ac:spMkLst>
              <pc:docMk/>
              <pc:sldMasterMk cId="1159863621" sldId="2147483922"/>
              <pc:sldLayoutMk cId="1378745871" sldId="2147483923"/>
              <ac:spMk id="8" creationId="{457B2F61-F456-981D-FC3E-356C5B4BCA34}"/>
            </ac:spMkLst>
          </pc:spChg>
        </pc:sldLayoutChg>
        <pc:sldLayoutChg chg="addSp delSp modSp mod">
          <pc:chgData name="Ben C L FUNG" userId="2bc1a8d8-82cc-46fb-a66a-21e3967849fb" providerId="ADAL" clId="{0D942DFC-176E-4742-BA00-5AD35BC3BFD0}" dt="2023-02-08T13:05:43.459" v="122" actId="1076"/>
          <pc:sldLayoutMkLst>
            <pc:docMk/>
            <pc:sldMasterMk cId="1159863621" sldId="2147483922"/>
            <pc:sldLayoutMk cId="2412465725" sldId="2147483925"/>
          </pc:sldLayoutMkLst>
          <pc:spChg chg="del">
            <ac:chgData name="Ben C L FUNG" userId="2bc1a8d8-82cc-46fb-a66a-21e3967849fb" providerId="ADAL" clId="{0D942DFC-176E-4742-BA00-5AD35BC3BFD0}" dt="2023-02-08T13:05:37.579" v="120" actId="478"/>
            <ac:spMkLst>
              <pc:docMk/>
              <pc:sldMasterMk cId="1159863621" sldId="2147483922"/>
              <pc:sldLayoutMk cId="2412465725" sldId="2147483925"/>
              <ac:spMk id="4" creationId="{00000000-0000-0000-0000-000000000000}"/>
            </ac:spMkLst>
          </pc:spChg>
          <pc:spChg chg="del">
            <ac:chgData name="Ben C L FUNG" userId="2bc1a8d8-82cc-46fb-a66a-21e3967849fb" providerId="ADAL" clId="{0D942DFC-176E-4742-BA00-5AD35BC3BFD0}" dt="2023-02-08T13:05:33.688" v="119" actId="21"/>
            <ac:spMkLst>
              <pc:docMk/>
              <pc:sldMasterMk cId="1159863621" sldId="2147483922"/>
              <pc:sldLayoutMk cId="2412465725" sldId="2147483925"/>
              <ac:spMk id="6" creationId="{00000000-0000-0000-0000-000000000000}"/>
            </ac:spMkLst>
          </pc:spChg>
          <pc:spChg chg="add mod">
            <ac:chgData name="Ben C L FUNG" userId="2bc1a8d8-82cc-46fb-a66a-21e3967849fb" providerId="ADAL" clId="{0D942DFC-176E-4742-BA00-5AD35BC3BFD0}" dt="2023-02-08T13:05:43.459" v="122" actId="1076"/>
            <ac:spMkLst>
              <pc:docMk/>
              <pc:sldMasterMk cId="1159863621" sldId="2147483922"/>
              <pc:sldLayoutMk cId="2412465725" sldId="2147483925"/>
              <ac:spMk id="7" creationId="{95F88FA3-CADC-E5C9-4A95-14231DF00ABA}"/>
            </ac:spMkLst>
          </pc:spChg>
        </pc:sldLayoutChg>
        <pc:sldLayoutChg chg="del">
          <pc:chgData name="Ben C L FUNG" userId="2bc1a8d8-82cc-46fb-a66a-21e3967849fb" providerId="ADAL" clId="{0D942DFC-176E-4742-BA00-5AD35BC3BFD0}" dt="2023-02-08T13:13:51.237" v="215" actId="47"/>
          <pc:sldLayoutMkLst>
            <pc:docMk/>
            <pc:sldMasterMk cId="1159863621" sldId="2147483922"/>
            <pc:sldLayoutMk cId="1736498999" sldId="214748394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5" y="1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5" y="6747628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5" y="1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6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5" y="6747628"/>
            <a:ext cx="4434999" cy="35643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04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8913" y="541338"/>
            <a:ext cx="4813300" cy="2708275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199" y="3431165"/>
            <a:ext cx="8216120" cy="32498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04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FD6401E-9082-5DA2-53F0-4A6E7C806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BB03E2-CEF3-4E49-A866-44DEF3967EFF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CE70F8D-591B-7C78-25C5-FCD396073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4FB62C24-3B7E-D2BF-0DE0-1834E5523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BAEE944A-C182-E6C4-E01E-74D52A0815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9DEF59-0562-42E4-9828-C91A8AB7A4DC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A30E4B37-D8F1-7B7F-2EBF-C99CFE8733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EF49D85-557A-05DB-B538-E7A710B87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5697D4C4-79E9-09F2-2B30-CFE93E813A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6FAC4EC-921E-4340-A10E-90453A201BE6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367EF7D-39E9-8437-329D-A991DD8B2D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4D1A7C4-A448-42EE-62FB-A24392873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F1A2ADA-184E-0715-0F30-E94CCC052C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A22F74-6FCC-4B27-B39C-B4020A208711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04303BA-4E73-F828-FA1E-AD20FAC86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8253C22-29F9-C600-471D-A3B2A127E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949D6D7A-AA67-1072-667B-00611E1A4A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057C59-5EA5-499A-B923-DCDA796DAFCF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6B0AAD9-C697-332B-7058-B9AE38D2EE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65E42EA-CE60-A1A5-4D04-D7D71315A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C0A8210-4951-5C43-F7B1-FA6C5E3925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7F669F-A9DB-433A-B2C5-53103000B013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0907648-0BA1-55AF-8D12-088154DA2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A8746EB-385A-395F-CDB1-F1EAEC90B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3507EE9F-3E66-1B2F-82FE-DA2BD30AE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718C85-4336-436C-9C40-54208803B6B4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8D30053-52FF-5905-5926-36A33C846E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B3DCF2B-0CD6-380A-FB9D-957A23BA3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06EB7018-4D2A-80A1-439A-86B02699A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BAE76E-8923-4A03-88E8-F46057B1F476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40F4896-0E05-BEDE-62B6-9782669CD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826BC31-9B2C-66DE-A11E-7DBCE91DE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217974D-860E-EED1-98D7-5C8EA0B192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40CE54-8954-44F7-9E1C-4C7436C71353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07597DA-E172-3ACF-2485-7743CE130E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A9BD456-52DE-13F8-8948-CF4E4DA7B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75CBF12B-E5C5-F22C-28D8-22220328B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3E3097-A9BD-4DB2-9E72-9B7CE92341B5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06957006-0314-1007-22CD-466F1D602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CE835A7-D2EB-F393-D5B8-C39B5496B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3BD15F92-B83A-605F-CAE2-20BAEB3DE4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ADDC38-4DAD-4C4B-A883-227C12BD8CE1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683B845-78FE-83E1-774E-DC48C1F02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EA430A2-DE14-9A45-18DC-DB833148F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F53E5D6-B703-B9A6-FDB3-E6EAF58E23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0CC9F2-CD51-4760-B2A8-F6C2CD5C3655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927B60E-35B4-0899-77C3-2665272C9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EE91346-C5EE-039C-B2D9-AD385F482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A63A4E9C-E246-2F8E-9006-9EA45FB2C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77D9D8-510D-43AC-B237-1B21EB2BC9D4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7F04822B-DD4A-BBE2-9C83-9FAA18E663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15C76D9-3905-6D3F-7D49-7B82FE702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3D8D70E9-0998-54B7-8D84-B20746D251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CFEC75-DD89-4A0A-B9FB-882D856CD5BC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D1124BF-1328-BCBE-6ED3-153F6C9D08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9FD69E3-F91F-3759-8AAF-60C16483A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EFC276C-F74A-FBE5-75EE-AF02D03D7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450A3B-3E6A-452E-84AA-0B741C6DA04B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D4123AC-A7DC-1427-A900-B8E82C319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A18F9A6B-1445-0146-B5BB-50A2107F6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7AB5C748-D9B7-7991-02EB-D1D3E43A15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B689B0-33B2-457A-A015-233AC6411189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707A4AD1-2615-8A9D-4C6F-BC3C4FDD28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DF6CF5E-FE34-3612-9F78-0B1DB8C26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8AC21FA6-2835-2AB7-7FB2-A9772D533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F08324-A338-4CC2-A967-F581AEBAF10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3858473-D0CC-177E-79A9-6695520EFF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B2B83BD-A93F-5774-5D97-93A75EC10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EF75F71-25B8-BB63-9589-305CFE0DB3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95B2C9-50A2-4138-8666-3687203803D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1ED7712-0711-B432-0660-250487EF1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012F59C-D21E-4989-D283-A9A1F6229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0197122-5F5F-7093-9B3C-3E97F9F887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A1EB73-04E1-4790-AC3F-F4615A7CAEF9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77F141A0-54C8-04D1-07EC-1667271FB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81CA38F-FBA8-3718-B13F-B307A403C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D2F61829-813A-5469-FC73-CC207A38C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5D4D5C3-D7DB-4AF6-8D9B-22F78CE1160A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8686F10F-2520-F337-6158-DC35433A5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94B1732-2F0B-EB8B-BC96-465E048A7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C19F9769-48F2-66F8-62E3-5BD1F10C5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E90A1A-B9C3-4F90-AD1F-3134520B9033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88E509F-C39C-250D-5A17-03F5346F0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B910C67-23C6-A04A-296B-FC101B44B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68F5D08-C9D4-6102-C12B-ADD6C5A3B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297B6AF-7B8F-419F-9885-99DACBA64CD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2E68D15-2981-AC14-8FDD-25418836C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86952CF-F346-5497-868C-1EE5455CD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A5F4564C-5207-1390-47AD-796F81D2E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5C44BA-75E8-4658-B392-2BA72C137197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71BB89F-9884-759E-96D3-0757DD622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4D2EA94-3E99-21C2-E428-CA74FBC36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DC10EFF-BB25-188A-15B5-5FF2A08DD7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420776-1284-4A1C-A48E-5CCAB28D68F3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C438BDF-2716-9BFF-5043-88D1A39C6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4EB0675-F1EA-FBD7-B0F4-EC9EB6885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7908E9C8-E57B-49DB-4402-B7A546734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4E4DD-D828-4867-9891-A9485DF5AF37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AD25E15D-0512-B1A7-FF94-0098A3A55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EDDBCAC-C82D-B1D4-996E-8397FD020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88DD9DEC-89B4-ABEB-C9AE-99627D02E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945A4E-3A3C-44B7-A18A-707C144129E2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459ED58-DE14-B91E-0CE7-BD2E7E533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E84683B9-8BEF-80AE-8BD1-13614A3B8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0D28532-9296-0C3B-44D5-CBF58E99D7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62976E-4FC4-4548-9D5A-8E58DC48BE45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52A35D6-9FEA-4C8F-89FE-20ED837824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C51779DB-00B9-C961-B0F7-F65BEF5AB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09B26E3F-D6DF-66E6-D371-6CC77724B0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5544-B6B7-4A8F-8C7B-F6DC0B4B2BFC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0C4765F-08C9-B601-FD5D-7866F30FC9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68C5286D-1849-D030-15F9-99BB77B37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7F5A4617-9D86-E0B8-F327-0F4FB59ED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4895D7-3900-49C2-BBF2-0475581F3635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40BD055-3573-9422-F6AA-F51779158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41E0B4B1-05AE-0252-00B4-53E9B1C49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E63CF18D-370A-7FBF-2A71-9BC666861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779F78-BD80-4217-BAC5-A3A862787631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343708F-CFE3-24B1-77AE-D565C51DD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BE0B391-7D5D-822C-1EEF-F1D8222D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D0AF20C5-6836-3FD0-91C9-1991AE7939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60AA3C-64CF-42E9-A0F3-2C09A54BCEF1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D6101E08-8C3C-9211-3AFA-3260E5F97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6824A646-224C-DFE4-D3B0-4ED74BE10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71680EEC-DFA8-3B42-B394-C9B6D065A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AEDDAF-E113-4BA0-AFB5-2387862BE53D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DB485AE-1879-7705-C14A-4AC208B78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D8BA5FC-E2AC-8779-96F8-344AC90EF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04A52D3-26CB-DEF9-1FFA-EA4585387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CD149-2FEA-46EF-A140-E8C5C1050B0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FE30648-9DEB-74B9-967F-4F493FBB0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0206A2E8-0D7D-D26A-9F2D-840CB9CF0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21334D95-31E2-BD34-03D7-7BEAFA334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FB12F0-E9B3-4C5D-8F17-DA9A12BF8554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A3EEAFCF-4BD0-6BDB-DBC1-F7B63BF6F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4E9E420-8EE0-B589-8E21-4690E8E84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F63C4C2A-D327-47B9-D410-0645EB7BF7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427107-4CD1-4390-9F8E-72C090F1FBE7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246194D-59A8-7218-5CDD-E96285525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F877A3F5-952F-6BFB-3998-D817BCD1E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02F84B4-AE5F-5E76-7F75-F0A8ACA2F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A52350-878A-4E45-BA2F-8790A5F31A96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B6D0C153-8F91-85F6-F827-A031662AA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83984C9F-93BB-8D5C-8654-CE3808EE7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0BC1D362-034D-F308-A10D-F8E27F014D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4EDAE9-CC68-42D1-8487-12C3BC47BAA0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AF4EEA2-9F68-A7BA-5FB1-142363B582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CE47E56A-B341-EC40-15DD-CCB75913C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42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71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06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0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4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1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02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52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638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3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/c-fopen-function-with-example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c/fclose-function-in-c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introduction-to-file-locking-in-linu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bms/isam-in-database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www.maths.cam.ac.uk/computing/linux/unixinfo/perms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4 (part 1)- </a:t>
            </a:r>
          </a:p>
          <a:p>
            <a:r>
              <a:rPr lang="en-US" dirty="0"/>
              <a:t>File Management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To explain the function of file systems</a:t>
            </a:r>
          </a:p>
          <a:p>
            <a:r>
              <a:rPr lang="en-US" altLang="en-US" dirty="0"/>
              <a:t>To describe the interfaces to file systems</a:t>
            </a:r>
          </a:p>
          <a:p>
            <a:r>
              <a:rPr lang="en-US" altLang="en-US" dirty="0"/>
              <a:t>To discuss file-system design tradeoffs, including access methods, file sharing, file locking, and directory structures</a:t>
            </a:r>
          </a:p>
          <a:p>
            <a:r>
              <a:rPr lang="en-US" altLang="en-US" dirty="0"/>
              <a:t>To explore file-system protection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2305827-D2BF-E9DB-B2A2-730BAC1A8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8833816-F74C-1860-2531-17F7B7BF38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File Concept</a:t>
            </a:r>
          </a:p>
          <a:p>
            <a:r>
              <a:rPr lang="en-US" altLang="en-US" dirty="0"/>
              <a:t>Access Methods</a:t>
            </a:r>
          </a:p>
          <a:p>
            <a:r>
              <a:rPr lang="en-US" altLang="en-US" dirty="0"/>
              <a:t>Disk and Directory Structure</a:t>
            </a:r>
          </a:p>
          <a:p>
            <a:r>
              <a:rPr lang="en-US" altLang="en-US" dirty="0"/>
              <a:t>File-System Mounting</a:t>
            </a:r>
          </a:p>
          <a:p>
            <a:r>
              <a:rPr lang="en-US" altLang="en-US" dirty="0"/>
              <a:t>File Sharing</a:t>
            </a:r>
          </a:p>
          <a:p>
            <a:r>
              <a:rPr lang="en-US" altLang="en-US" dirty="0"/>
              <a:t>Protection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2D48E-91BC-5B51-B255-07FECB66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9318B-7F99-9E9B-8842-2B02BE3E62C1}"/>
              </a:ext>
            </a:extLst>
          </p:cNvPr>
          <p:cNvSpPr txBox="1"/>
          <p:nvPr/>
        </p:nvSpPr>
        <p:spPr>
          <a:xfrm>
            <a:off x="1565851" y="6370320"/>
            <a:ext cx="8600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Reference: Operating System Concepts - Chapter 13:  File-System Interface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4A4A444-E86F-5793-3C18-5AD97FBC2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C1E43EA-B720-207D-A4EA-92FE5DBB5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Contiguous logical address space</a:t>
            </a:r>
          </a:p>
          <a:p>
            <a:r>
              <a:rPr lang="en-US" altLang="en-US"/>
              <a:t>Types: </a:t>
            </a:r>
          </a:p>
          <a:p>
            <a:pPr lvl="1"/>
            <a:r>
              <a:rPr lang="en-US" altLang="en-US"/>
              <a:t>Data</a:t>
            </a:r>
          </a:p>
          <a:p>
            <a:pPr lvl="2"/>
            <a:r>
              <a:rPr lang="en-US" altLang="en-US"/>
              <a:t>numeric</a:t>
            </a:r>
          </a:p>
          <a:p>
            <a:pPr lvl="2"/>
            <a:r>
              <a:rPr lang="en-US" altLang="en-US"/>
              <a:t>character</a:t>
            </a:r>
          </a:p>
          <a:p>
            <a:pPr lvl="2"/>
            <a:r>
              <a:rPr lang="en-US" altLang="en-US"/>
              <a:t>binary</a:t>
            </a:r>
          </a:p>
          <a:p>
            <a:pPr lvl="1"/>
            <a:r>
              <a:rPr lang="en-US" altLang="en-US"/>
              <a:t>Program</a:t>
            </a:r>
          </a:p>
          <a:p>
            <a:r>
              <a:rPr lang="en-US" altLang="en-US"/>
              <a:t>Contents defined by file’s creator</a:t>
            </a:r>
          </a:p>
          <a:p>
            <a:pPr lvl="1"/>
            <a:r>
              <a:rPr lang="en-US" altLang="en-US"/>
              <a:t>Many types</a:t>
            </a:r>
          </a:p>
          <a:p>
            <a:pPr lvl="2"/>
            <a:r>
              <a:rPr lang="en-US" altLang="en-US"/>
              <a:t>Consider text file, source file, executable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42BCA-F9B0-B4AD-00A2-CED20CF8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FD3AC6-C1BB-37AF-C079-1FD5440FF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Attributes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76929F9-3DFF-CFB0-F8C5-980C08CFF2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/>
              <a:t>Name </a:t>
            </a:r>
            <a:r>
              <a:rPr lang="en-US" altLang="en-US" dirty="0"/>
              <a:t>– only information kept in human-readable form</a:t>
            </a:r>
          </a:p>
          <a:p>
            <a:r>
              <a:rPr lang="en-US" altLang="en-US" b="1" dirty="0"/>
              <a:t>Identifier</a:t>
            </a:r>
            <a:r>
              <a:rPr lang="en-US" altLang="en-US" dirty="0"/>
              <a:t> – unique tag (number) identifies file within file system</a:t>
            </a:r>
          </a:p>
          <a:p>
            <a:r>
              <a:rPr lang="en-US" altLang="en-US" b="1" dirty="0"/>
              <a:t>Type</a:t>
            </a:r>
            <a:r>
              <a:rPr lang="en-US" altLang="en-US" dirty="0"/>
              <a:t> – needed for systems that support different types</a:t>
            </a:r>
          </a:p>
          <a:p>
            <a:r>
              <a:rPr lang="en-US" altLang="en-US" b="1" dirty="0"/>
              <a:t>Location</a:t>
            </a:r>
            <a:r>
              <a:rPr lang="en-US" altLang="en-US" dirty="0"/>
              <a:t> – pointer to file location on device</a:t>
            </a:r>
          </a:p>
          <a:p>
            <a:r>
              <a:rPr lang="en-US" altLang="en-US" b="1" dirty="0"/>
              <a:t>Size</a:t>
            </a:r>
            <a:r>
              <a:rPr lang="en-US" altLang="en-US" dirty="0"/>
              <a:t> – current file size</a:t>
            </a:r>
          </a:p>
          <a:p>
            <a:r>
              <a:rPr lang="en-US" altLang="en-US" b="1" dirty="0"/>
              <a:t>Protection </a:t>
            </a:r>
            <a:r>
              <a:rPr lang="en-US" altLang="en-US" dirty="0"/>
              <a:t>– controls who can do reading, writing, executing</a:t>
            </a:r>
          </a:p>
          <a:p>
            <a:r>
              <a:rPr lang="en-US" altLang="en-US" b="1" dirty="0"/>
              <a:t>Time, date, and user identification</a:t>
            </a:r>
            <a:r>
              <a:rPr lang="en-US" altLang="en-US" dirty="0"/>
              <a:t> – data for protection, security, and usage monitoring</a:t>
            </a:r>
          </a:p>
          <a:p>
            <a:r>
              <a:rPr lang="en-US" altLang="en-US" dirty="0"/>
              <a:t>Information about files are kept in the directory structure, which is maintained on the disk</a:t>
            </a:r>
          </a:p>
          <a:p>
            <a:r>
              <a:rPr lang="en-US" altLang="en-US" dirty="0"/>
              <a:t>Many variations, including extended file attributes such as file checksum</a:t>
            </a:r>
          </a:p>
          <a:p>
            <a:r>
              <a:rPr lang="en-US" altLang="en-US" dirty="0"/>
              <a:t>Information kept in the directory structure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177C-1AD4-8133-BEE6-FC427356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894A371-21A9-ED16-556F-456389F51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382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File info Window on Mac OS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2A2C3-658A-A601-AB25-903F70F3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 dirty="0"/>
          </a:p>
        </p:txBody>
      </p:sp>
      <p:pic>
        <p:nvPicPr>
          <p:cNvPr id="8195" name="Picture 4" descr="11_01.pdf">
            <a:extLst>
              <a:ext uri="{FF2B5EF4-FFF2-40B4-BE49-F238E27FC236}">
                <a16:creationId xmlns:a16="http://schemas.microsoft.com/office/drawing/2014/main" id="{4D867390-D7DD-D9DE-2950-27DF2A1B7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4" y="1041401"/>
            <a:ext cx="192087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0680E9F-E8C5-E03A-1544-75552FA74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51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File Operations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373FFD8-E411-C4CA-DBC9-29AAF33D1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313" y="1106489"/>
            <a:ext cx="6775450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File is an </a:t>
            </a:r>
            <a:r>
              <a:rPr lang="en-US" altLang="en-US" b="1" dirty="0"/>
              <a:t>abstract data type</a:t>
            </a:r>
          </a:p>
          <a:p>
            <a:r>
              <a:rPr lang="en-US" altLang="en-US" b="1" dirty="0"/>
              <a:t>Create</a:t>
            </a:r>
          </a:p>
          <a:p>
            <a:r>
              <a:rPr lang="en-US" altLang="en-US" b="1" dirty="0"/>
              <a:t>Write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write pointer </a:t>
            </a:r>
            <a:r>
              <a:rPr lang="en-US" altLang="en-US" dirty="0"/>
              <a:t>location</a:t>
            </a:r>
          </a:p>
          <a:p>
            <a:r>
              <a:rPr lang="en-US" altLang="en-US" b="1" dirty="0"/>
              <a:t>Read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read pointer </a:t>
            </a:r>
            <a:r>
              <a:rPr lang="en-US" altLang="en-US" dirty="0"/>
              <a:t>location</a:t>
            </a:r>
          </a:p>
          <a:p>
            <a:r>
              <a:rPr lang="en-US" altLang="en-US" b="1" dirty="0"/>
              <a:t>Reposition within file - </a:t>
            </a:r>
            <a:r>
              <a:rPr lang="en-US" altLang="en-US" b="1" dirty="0">
                <a:solidFill>
                  <a:srgbClr val="3366FF"/>
                </a:solidFill>
              </a:rPr>
              <a:t>seek</a:t>
            </a:r>
          </a:p>
          <a:p>
            <a:r>
              <a:rPr lang="en-US" altLang="en-US" b="1" dirty="0"/>
              <a:t>Delete</a:t>
            </a:r>
          </a:p>
          <a:p>
            <a:r>
              <a:rPr lang="en-US" altLang="en-US" b="1" dirty="0"/>
              <a:t>Truncate</a:t>
            </a:r>
          </a:p>
          <a:p>
            <a:r>
              <a:rPr lang="en-US" altLang="en-US" b="1" i="1" dirty="0"/>
              <a:t>Open(F</a:t>
            </a:r>
            <a:r>
              <a:rPr lang="en-US" altLang="en-US" b="1" i="1" baseline="-25000" dirty="0"/>
              <a:t>i</a:t>
            </a:r>
            <a:r>
              <a:rPr lang="en-US" altLang="en-US" b="1" i="1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– search the directory structure on disk for entry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, and move the content of entry to memory</a:t>
            </a:r>
          </a:p>
          <a:p>
            <a:r>
              <a:rPr lang="en-US" altLang="en-US" b="1" i="1" dirty="0"/>
              <a:t>Close (F</a:t>
            </a:r>
            <a:r>
              <a:rPr lang="en-US" altLang="en-US" b="1" i="1" baseline="-25000" dirty="0"/>
              <a:t>i</a:t>
            </a:r>
            <a:r>
              <a:rPr lang="en-US" altLang="en-US" b="1" i="1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– move the content of entry</a:t>
            </a:r>
            <a:r>
              <a:rPr lang="en-US" altLang="en-US" b="1" dirty="0"/>
              <a:t>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dirty="0"/>
              <a:t>in memory to directory structure on disk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BE693-8EAB-B5D1-2193-3AAA7AC0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00EDB-9074-3FC3-8D2E-9550611A4DC7}"/>
              </a:ext>
            </a:extLst>
          </p:cNvPr>
          <p:cNvSpPr txBox="1"/>
          <p:nvPr/>
        </p:nvSpPr>
        <p:spPr>
          <a:xfrm>
            <a:off x="2454692" y="5751511"/>
            <a:ext cx="609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3"/>
              </a:rPr>
              <a:t>C </a:t>
            </a:r>
            <a:r>
              <a:rPr lang="en-HK" dirty="0" err="1">
                <a:hlinkClick r:id="rId3"/>
              </a:rPr>
              <a:t>fopen</a:t>
            </a:r>
            <a:r>
              <a:rPr lang="en-HK" dirty="0">
                <a:hlinkClick r:id="rId3"/>
              </a:rPr>
              <a:t>() Function – </a:t>
            </a:r>
            <a:r>
              <a:rPr lang="en-HK" dirty="0" err="1">
                <a:hlinkClick r:id="rId3"/>
              </a:rPr>
              <a:t>GeeksforGeeks</a:t>
            </a:r>
            <a:endParaRPr lang="en-HK" dirty="0"/>
          </a:p>
          <a:p>
            <a:r>
              <a:rPr lang="en-US" dirty="0" err="1">
                <a:hlinkClick r:id="rId4"/>
              </a:rPr>
              <a:t>fclose</a:t>
            </a:r>
            <a:r>
              <a:rPr lang="en-US" dirty="0">
                <a:hlinkClick r:id="rId4"/>
              </a:rPr>
              <a:t>() Function in C - </a:t>
            </a:r>
            <a:r>
              <a:rPr lang="en-US" dirty="0" err="1">
                <a:hlinkClick r:id="rId4"/>
              </a:rPr>
              <a:t>GeeksforGeeks</a:t>
            </a:r>
            <a:endParaRPr lang="en-H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EEB9DBA-A7BD-7CAE-759E-2C598EEF6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Open Files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3001962-A2FB-E445-9696-AF256D4DF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59026" y="1120776"/>
            <a:ext cx="6804025" cy="4530725"/>
          </a:xfrm>
        </p:spPr>
        <p:txBody>
          <a:bodyPr>
            <a:normAutofit/>
          </a:bodyPr>
          <a:lstStyle/>
          <a:p>
            <a:r>
              <a:rPr lang="en-US" altLang="en-US"/>
              <a:t>Several pieces of data are needed to manage open files: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Open-file table</a:t>
            </a:r>
            <a:r>
              <a:rPr lang="en-US" altLang="en-US"/>
              <a:t>: tracks open files</a:t>
            </a:r>
          </a:p>
          <a:p>
            <a:pPr lvl="1"/>
            <a:r>
              <a:rPr lang="en-US" altLang="en-US"/>
              <a:t>File pointer:  pointer to last read/write location, per process that has the file open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File-open count</a:t>
            </a:r>
            <a:r>
              <a:rPr lang="en-US" altLang="en-US"/>
              <a:t>: counter of number of times a file is open – to allow removal of data from open-file table when last processes closes it</a:t>
            </a:r>
          </a:p>
          <a:p>
            <a:pPr lvl="1"/>
            <a:r>
              <a:rPr lang="en-US" altLang="en-US"/>
              <a:t>Disk location of the file: cache of data access information</a:t>
            </a:r>
          </a:p>
          <a:p>
            <a:pPr lvl="1"/>
            <a:r>
              <a:rPr lang="en-US" altLang="en-US"/>
              <a:t>Access rights: per-process access mode information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F91327-EC53-FFEA-68A7-077BA28C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5FCA3E5-DCA0-0264-D07F-7476694DC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Open File Locking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E1810C8-425E-C0F7-3554-F42A61B7D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0451" y="1106489"/>
            <a:ext cx="714216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Provided by some operating systems and file systems</a:t>
            </a:r>
          </a:p>
          <a:p>
            <a:pPr lvl="1"/>
            <a:r>
              <a:rPr lang="en-US" altLang="en-US" dirty="0"/>
              <a:t>Similar to reader-writer locks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Shared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lock</a:t>
            </a:r>
            <a:r>
              <a:rPr lang="en-US" altLang="en-US" dirty="0"/>
              <a:t> similar to reader lock – several processes can acquire concurrently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Exclusive lock </a:t>
            </a:r>
            <a:r>
              <a:rPr lang="en-US" altLang="en-US" dirty="0"/>
              <a:t>similar to writer lock</a:t>
            </a:r>
          </a:p>
          <a:p>
            <a:r>
              <a:rPr lang="en-US" altLang="en-US" dirty="0"/>
              <a:t>Mediates access to a file</a:t>
            </a:r>
          </a:p>
          <a:p>
            <a:r>
              <a:rPr lang="en-US" altLang="en-US" dirty="0"/>
              <a:t>Mandatory or advisory: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Mandatory</a:t>
            </a:r>
            <a:r>
              <a:rPr lang="en-US" altLang="en-US" dirty="0"/>
              <a:t> – access is denied depending on locks held and requested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Advisory</a:t>
            </a:r>
            <a:r>
              <a:rPr lang="en-US" altLang="en-US" dirty="0"/>
              <a:t> – processes can find status of locks and decide what to do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04A34A-57C1-2F8B-DD61-2E4EA67B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9DEEA-F2C8-EFBF-90FE-588E36306A16}"/>
              </a:ext>
            </a:extLst>
          </p:cNvPr>
          <p:cNvSpPr txBox="1"/>
          <p:nvPr/>
        </p:nvSpPr>
        <p:spPr>
          <a:xfrm>
            <a:off x="2330451" y="495744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Introduction to File Locking in Linux</a:t>
            </a:r>
            <a:endParaRPr lang="en-HK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DAB782E-09FA-DCBB-9A3B-B888B559E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2364" y="165101"/>
            <a:ext cx="78184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File Types – Name, Extension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699E8-6242-6FB8-3AD1-B6C757CD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/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63055125-4674-5C6D-A1EF-8B814F86D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4022725" y="1209676"/>
            <a:ext cx="4337050" cy="46323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232BFA-404A-AD56-C96A-00C797C02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3638" y="150813"/>
            <a:ext cx="77771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File Structure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F43E03A-9CFF-0E4F-4D42-2EB528430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313" y="1106489"/>
            <a:ext cx="6705600" cy="45307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None - sequence of words, bytes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Simple record structure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Lines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Fixed length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Variable length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Complex Structures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Formatted document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Relocatable load file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Can simulate last two with first method by inserting appropriate control characters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Who decides: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Application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783FC7-CD04-92D3-06F4-83FE4C38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4AE398A-7850-97E4-BB44-2FD3AA95C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Sequential-access File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22573D-81F1-528A-BB6C-20D3B339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/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0E4B1383-FA58-038E-D89E-C36AFC4E4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11" y="2478087"/>
            <a:ext cx="59467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CB073AA-C73F-5A95-66F0-72554B63B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Methods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9018E2-5C4F-10E5-F103-4298DE9B5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12276" y="1743647"/>
            <a:ext cx="7343775" cy="45291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 dirty="0"/>
              <a:t>Sequential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no read after last write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	(rewrite)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</a:rPr>
              <a:t>Direct Access – </a:t>
            </a:r>
            <a:r>
              <a:rPr lang="en-US" altLang="en-US" sz="1600" dirty="0">
                <a:solidFill>
                  <a:srgbClr val="000000"/>
                </a:solidFill>
              </a:rPr>
              <a:t>file is fixed length </a:t>
            </a:r>
            <a:r>
              <a:rPr lang="en-US" altLang="en-US" sz="1600" dirty="0">
                <a:solidFill>
                  <a:srgbClr val="0033CC"/>
                </a:solidFill>
              </a:rPr>
              <a:t>logical records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>
                <a:solidFill>
                  <a:srgbClr val="000000"/>
                </a:solidFill>
              </a:rPr>
              <a:t>	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position to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3203575" algn="l"/>
                <a:tab pos="4056063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rewrite </a:t>
            </a: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r>
              <a:rPr lang="en-US" altLang="en-US" sz="1600" dirty="0"/>
              <a:t>	</a:t>
            </a:r>
            <a:r>
              <a:rPr lang="en-US" altLang="en-US" sz="1600" i="1" dirty="0"/>
              <a:t>n</a:t>
            </a:r>
            <a:r>
              <a:rPr lang="en-US" altLang="en-US" sz="1600" dirty="0"/>
              <a:t> = </a:t>
            </a:r>
            <a:r>
              <a:rPr lang="en-US" altLang="en-US" sz="1600" dirty="0">
                <a:solidFill>
                  <a:srgbClr val="0033CC"/>
                </a:solidFill>
              </a:rPr>
              <a:t>relative block number</a:t>
            </a:r>
          </a:p>
          <a:p>
            <a:pPr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endParaRPr lang="en-US" altLang="en-US" sz="1600" dirty="0"/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dirty="0"/>
              <a:t>Relative block numbers allow OS to decide where file should be placed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98D519-062C-80A1-9731-62C82850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9FCA27A-0590-3C3E-BE83-DE94B4543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Simulation of Sequential Access on Direct-access File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ECA84-EEDF-02E0-3E4F-6983793C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/>
          </a:p>
        </p:txBody>
      </p:sp>
      <p:pic>
        <p:nvPicPr>
          <p:cNvPr id="18435" name="Picture 6">
            <a:extLst>
              <a:ext uri="{FF2B5EF4-FFF2-40B4-BE49-F238E27FC236}">
                <a16:creationId xmlns:a16="http://schemas.microsoft.com/office/drawing/2014/main" id="{11A7EDE8-410B-63A8-37AB-F7BF2AC1F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28" y="2417940"/>
            <a:ext cx="6129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E3295C-5139-DFA2-1901-F1501F7360F9}"/>
              </a:ext>
            </a:extLst>
          </p:cNvPr>
          <p:cNvSpPr txBox="1"/>
          <p:nvPr/>
        </p:nvSpPr>
        <p:spPr>
          <a:xfrm>
            <a:off x="7130365" y="5011648"/>
            <a:ext cx="2713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CP means current pointer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F51A29-F848-4614-10D5-4DD3338D8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53" y="2084832"/>
            <a:ext cx="5146855" cy="3237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E9F5E46-A80E-C887-4ADB-A249DE8B0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Other Access Methods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253BFA3-9D80-7B21-836F-D785331D9C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4113" y="1196976"/>
            <a:ext cx="6780212" cy="42338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Can be built on top of base methods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General involve creation of an </a:t>
            </a:r>
            <a:r>
              <a:rPr lang="en-US" altLang="en-US" dirty="0">
                <a:solidFill>
                  <a:srgbClr val="0033CC"/>
                </a:solidFill>
              </a:rPr>
              <a:t>index</a:t>
            </a:r>
            <a:r>
              <a:rPr lang="en-US" altLang="en-US" dirty="0">
                <a:solidFill>
                  <a:srgbClr val="000000"/>
                </a:solidFill>
              </a:rPr>
              <a:t> for the file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Keep index in memory for fast determination of location of data to be operated on (consider UPC code plus record of data about that item)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If too large, index (in memory) of the index (on disk)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IBM indexed sequential-access method (ISAM)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Small master index, points to disk blocks of secondary index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File kept sorted on a defined key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All done by the OS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VMS operating system provides index and relative files as another example (see next slide)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B41F47-624E-6AEA-D4CD-48292AC5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26364-0DC2-09A4-9773-9A3870AC6C90}"/>
              </a:ext>
            </a:extLst>
          </p:cNvPr>
          <p:cNvSpPr txBox="1"/>
          <p:nvPr/>
        </p:nvSpPr>
        <p:spPr>
          <a:xfrm>
            <a:off x="2473610" y="5358489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3"/>
              </a:rPr>
              <a:t>ISAM in Database - </a:t>
            </a:r>
            <a:r>
              <a:rPr lang="en-HK" dirty="0" err="1">
                <a:hlinkClick r:id="rId3"/>
              </a:rPr>
              <a:t>GeeksforGeeks</a:t>
            </a:r>
            <a:endParaRPr lang="en-HK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9EE47F7-EA21-FDC0-5038-41A9F207E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92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Index and Relative 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422862-8F6A-559E-B4F3-18412824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/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72C1FFB9-2782-59A0-D3FC-E5B27F90D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4" y="1320801"/>
            <a:ext cx="59023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04FED2E-2CAC-20A6-95D8-6FF3E616B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79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Directory Structure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81E309F-50AF-A4DF-663A-A0FF30CB71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90788" y="1374776"/>
            <a:ext cx="7370762" cy="3540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A collection of nodes containing information about all 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33E361-41B9-8182-A184-B377960D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17</a:t>
            </a:fld>
            <a:endParaRPr lang="en-US" dirty="0"/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5EE9396A-68E9-4E4D-79E8-2ACEAED3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09" name="Oval 5">
            <a:extLst>
              <a:ext uri="{FF2B5EF4-FFF2-40B4-BE49-F238E27FC236}">
                <a16:creationId xmlns:a16="http://schemas.microsoft.com/office/drawing/2014/main" id="{1B280348-252A-BD5F-34F6-E5BB0FE4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0" name="Oval 6">
            <a:extLst>
              <a:ext uri="{FF2B5EF4-FFF2-40B4-BE49-F238E27FC236}">
                <a16:creationId xmlns:a16="http://schemas.microsoft.com/office/drawing/2014/main" id="{4C1DAA5C-7C0C-CA1E-D386-EB531728D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1" name="Oval 7">
            <a:extLst>
              <a:ext uri="{FF2B5EF4-FFF2-40B4-BE49-F238E27FC236}">
                <a16:creationId xmlns:a16="http://schemas.microsoft.com/office/drawing/2014/main" id="{70E65CE2-29D0-2A15-4938-694B65A28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2" name="Oval 8">
            <a:extLst>
              <a:ext uri="{FF2B5EF4-FFF2-40B4-BE49-F238E27FC236}">
                <a16:creationId xmlns:a16="http://schemas.microsoft.com/office/drawing/2014/main" id="{83A6FA24-C76E-4ECC-17DA-97F143E3F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59629DB2-9765-AF58-A9E1-407B1DC4D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1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F38E6D4E-58E2-1AA9-34C3-F1D9418DA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2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4DF4B9BB-99B2-6E03-CF7E-83FEBD072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3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BC515354-85AB-DEBB-E348-91792CCCB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4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C0D4BFF7-F1B3-B128-A262-2124046BF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n</a:t>
            </a:r>
          </a:p>
        </p:txBody>
      </p:sp>
      <p:sp>
        <p:nvSpPr>
          <p:cNvPr id="21518" name="Line 14">
            <a:extLst>
              <a:ext uri="{FF2B5EF4-FFF2-40B4-BE49-F238E27FC236}">
                <a16:creationId xmlns:a16="http://schemas.microsoft.com/office/drawing/2014/main" id="{767C8F5C-E715-F2AF-DF11-4E117869B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58894D74-7D1C-03F2-32E8-71EA3376F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>
            <a:extLst>
              <a:ext uri="{FF2B5EF4-FFF2-40B4-BE49-F238E27FC236}">
                <a16:creationId xmlns:a16="http://schemas.microsoft.com/office/drawing/2014/main" id="{75D22AFE-3056-A30B-4966-5ED8E739B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918F01D3-BF56-C0DE-346C-47E652954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18">
            <a:extLst>
              <a:ext uri="{FF2B5EF4-FFF2-40B4-BE49-F238E27FC236}">
                <a16:creationId xmlns:a16="http://schemas.microsoft.com/office/drawing/2014/main" id="{30CE8372-3515-2C2B-4912-B9639C22A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Freeform 19">
            <a:extLst>
              <a:ext uri="{FF2B5EF4-FFF2-40B4-BE49-F238E27FC236}">
                <a16:creationId xmlns:a16="http://schemas.microsoft.com/office/drawing/2014/main" id="{8A82C41D-383D-C7B7-FE37-D6F386599C3A}"/>
              </a:ext>
            </a:extLst>
          </p:cNvPr>
          <p:cNvSpPr>
            <a:spLocks/>
          </p:cNvSpPr>
          <p:nvPr/>
        </p:nvSpPr>
        <p:spPr bwMode="auto">
          <a:xfrm>
            <a:off x="4062414" y="1962150"/>
            <a:ext cx="4186237" cy="1473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Freeform 20">
            <a:extLst>
              <a:ext uri="{FF2B5EF4-FFF2-40B4-BE49-F238E27FC236}">
                <a16:creationId xmlns:a16="http://schemas.microsoft.com/office/drawing/2014/main" id="{41B39F23-27F8-D7F4-EE79-599EB6757401}"/>
              </a:ext>
            </a:extLst>
          </p:cNvPr>
          <p:cNvSpPr>
            <a:spLocks/>
          </p:cNvSpPr>
          <p:nvPr/>
        </p:nvSpPr>
        <p:spPr bwMode="auto">
          <a:xfrm>
            <a:off x="3886200" y="3886200"/>
            <a:ext cx="4262438" cy="1600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DBBBA48C-B105-8185-F650-8EA0936D0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286001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Directory</a:t>
            </a:r>
          </a:p>
        </p:txBody>
      </p:sp>
      <p:sp>
        <p:nvSpPr>
          <p:cNvPr id="21526" name="Text Box 22">
            <a:extLst>
              <a:ext uri="{FF2B5EF4-FFF2-40B4-BE49-F238E27FC236}">
                <a16:creationId xmlns:a16="http://schemas.microsoft.com/office/drawing/2014/main" id="{957B0608-C7F6-B7CF-5A67-A2FC79C91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4191001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Files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CCD4F300-0ECD-E2CD-B5C9-F00E1D3C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638800"/>
            <a:ext cx="76025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Helvetica" panose="020B0604020202020204" pitchFamily="34" charset="0"/>
              </a:rPr>
              <a:t>Both the directory structure and the files reside on disk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9C94-EC5D-110E-1A02-9881CC8C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Disk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552A9-924C-6DAE-D4F4-891E9D63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26336"/>
            <a:ext cx="10143744" cy="4383024"/>
          </a:xfrm>
        </p:spPr>
        <p:txBody>
          <a:bodyPr>
            <a:normAutofit/>
          </a:bodyPr>
          <a:lstStyle/>
          <a:p>
            <a:r>
              <a:rPr lang="en-US" altLang="en-US" dirty="0"/>
              <a:t>Disk can be subdivided into </a:t>
            </a:r>
            <a:r>
              <a:rPr lang="en-US" altLang="en-US" b="1" dirty="0">
                <a:solidFill>
                  <a:srgbClr val="3366FF"/>
                </a:solidFill>
              </a:rPr>
              <a:t>partitions</a:t>
            </a:r>
          </a:p>
          <a:p>
            <a:r>
              <a:rPr lang="en-US" altLang="en-US" dirty="0"/>
              <a:t>Disks or partitions can be </a:t>
            </a:r>
            <a:r>
              <a:rPr lang="en-US" altLang="en-US" b="1" dirty="0">
                <a:solidFill>
                  <a:srgbClr val="3366FF"/>
                </a:solidFill>
              </a:rPr>
              <a:t>RAID </a:t>
            </a:r>
            <a:r>
              <a:rPr lang="en-US" altLang="en-US" dirty="0"/>
              <a:t>protected against failure</a:t>
            </a:r>
          </a:p>
          <a:p>
            <a:r>
              <a:rPr lang="en-US" altLang="en-US" dirty="0"/>
              <a:t>Disk or partition can be used </a:t>
            </a:r>
            <a:r>
              <a:rPr lang="en-US" altLang="en-US" b="1" dirty="0">
                <a:solidFill>
                  <a:srgbClr val="3366FF"/>
                </a:solidFill>
              </a:rPr>
              <a:t>raw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without a file system, or </a:t>
            </a:r>
            <a:r>
              <a:rPr lang="en-US" altLang="en-US" b="1" dirty="0">
                <a:solidFill>
                  <a:srgbClr val="3366FF"/>
                </a:solidFill>
              </a:rPr>
              <a:t>formatted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with a file system</a:t>
            </a:r>
          </a:p>
          <a:p>
            <a:r>
              <a:rPr lang="en-US" altLang="en-US" dirty="0"/>
              <a:t>Partitions also known as minidisks, slices</a:t>
            </a:r>
          </a:p>
          <a:p>
            <a:r>
              <a:rPr lang="en-US" altLang="en-US" dirty="0"/>
              <a:t>Entity containing file system known as a </a:t>
            </a:r>
            <a:r>
              <a:rPr lang="en-US" altLang="en-US" b="1" dirty="0">
                <a:solidFill>
                  <a:srgbClr val="3366FF"/>
                </a:solidFill>
              </a:rPr>
              <a:t>volume</a:t>
            </a:r>
          </a:p>
          <a:p>
            <a:r>
              <a:rPr lang="en-US" altLang="en-US" dirty="0"/>
              <a:t>Each volume containing file system also tracks that file system</a:t>
            </a:r>
            <a:r>
              <a:rPr lang="ja-JP" altLang="en-US"/>
              <a:t>’</a:t>
            </a:r>
            <a:r>
              <a:rPr lang="en-US" altLang="ja-JP" dirty="0"/>
              <a:t>s info in </a:t>
            </a:r>
            <a:r>
              <a:rPr lang="en-US" altLang="ja-JP" b="1" dirty="0">
                <a:solidFill>
                  <a:srgbClr val="3366FF"/>
                </a:solidFill>
              </a:rPr>
              <a:t>device directory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or </a:t>
            </a:r>
            <a:r>
              <a:rPr lang="en-US" altLang="ja-JP" b="1" dirty="0">
                <a:solidFill>
                  <a:srgbClr val="3366FF"/>
                </a:solidFill>
              </a:rPr>
              <a:t>volume table of contents</a:t>
            </a:r>
          </a:p>
          <a:p>
            <a:r>
              <a:rPr lang="en-US" altLang="en-US" dirty="0"/>
              <a:t>As well as </a:t>
            </a:r>
            <a:r>
              <a:rPr lang="en-US" altLang="en-US" b="1" dirty="0">
                <a:solidFill>
                  <a:srgbClr val="3366FF"/>
                </a:solidFill>
              </a:rPr>
              <a:t>general-purpose file systems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there are many </a:t>
            </a:r>
            <a:r>
              <a:rPr lang="en-US" altLang="en-US" b="1" dirty="0">
                <a:solidFill>
                  <a:srgbClr val="3366FF"/>
                </a:solidFill>
              </a:rPr>
              <a:t>special-purpose file systems</a:t>
            </a:r>
            <a:r>
              <a:rPr lang="en-US" altLang="en-US" dirty="0"/>
              <a:t>, frequently all within the same operating system or computer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637F4-D38B-066B-6DBC-8523ED02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57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FA0E6D6-E0B0-6977-DE5B-E0350A5E7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Typical File-system Organization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1158BC-75BE-21FE-FC41-FC118208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/>
          </a:p>
        </p:txBody>
      </p:sp>
      <p:pic>
        <p:nvPicPr>
          <p:cNvPr id="23555" name="Picture 6" descr="10">
            <a:extLst>
              <a:ext uri="{FF2B5EF4-FFF2-40B4-BE49-F238E27FC236}">
                <a16:creationId xmlns:a16="http://schemas.microsoft.com/office/drawing/2014/main" id="{420929F4-2032-B02B-CD4C-96DF316F6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749" y="2000251"/>
            <a:ext cx="691038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5413-BBEF-2447-0252-232A8CB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File Systems in Windows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6EF4F-0CDF-8EC3-FAB3-CB299E0E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B0ABE-FFA4-1741-51D6-2B559FB0C28B}"/>
              </a:ext>
            </a:extLst>
          </p:cNvPr>
          <p:cNvSpPr txBox="1"/>
          <p:nvPr/>
        </p:nvSpPr>
        <p:spPr>
          <a:xfrm>
            <a:off x="1362456" y="1913230"/>
            <a:ext cx="97200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NTFS (New Technology File System): </a:t>
            </a:r>
          </a:p>
          <a:p>
            <a:pPr lvl="1"/>
            <a:r>
              <a:rPr lang="en-US" altLang="en-US" dirty="0"/>
              <a:t>default file system used in modern Windows operating systems. </a:t>
            </a:r>
          </a:p>
          <a:p>
            <a:pPr lvl="1"/>
            <a:r>
              <a:rPr lang="en-US" altLang="en-US" dirty="0"/>
              <a:t>offers features like file and folder permissions, encryption, compression, and journaling.</a:t>
            </a:r>
          </a:p>
          <a:p>
            <a:r>
              <a:rPr lang="en-US" altLang="en-US" dirty="0"/>
              <a:t>FAT32 (File Allocation Table)</a:t>
            </a:r>
          </a:p>
          <a:p>
            <a:pPr lvl="1"/>
            <a:r>
              <a:rPr lang="en-US" altLang="en-US" dirty="0"/>
              <a:t>an older file system that is compatible with a wide range of devices and operating systems. </a:t>
            </a:r>
          </a:p>
          <a:p>
            <a:pPr lvl="1"/>
            <a:r>
              <a:rPr lang="en-US" altLang="en-US" dirty="0"/>
              <a:t>limitations on file size and partition size, </a:t>
            </a:r>
          </a:p>
          <a:p>
            <a:pPr lvl="1"/>
            <a:r>
              <a:rPr lang="en-US" altLang="en-US" dirty="0"/>
              <a:t>still used for USB drives and other portable storage devices.</a:t>
            </a:r>
          </a:p>
          <a:p>
            <a:r>
              <a:rPr lang="en-US" altLang="en-US" dirty="0" err="1"/>
              <a:t>exFAT</a:t>
            </a:r>
            <a:r>
              <a:rPr lang="en-US" altLang="en-US" dirty="0"/>
              <a:t> (Extended File Allocation Table): </a:t>
            </a:r>
          </a:p>
          <a:p>
            <a:pPr lvl="1"/>
            <a:r>
              <a:rPr lang="en-US" altLang="en-US" dirty="0"/>
              <a:t>file system designed for flash drives and other removable storage devices. </a:t>
            </a:r>
          </a:p>
          <a:p>
            <a:pPr lvl="1"/>
            <a:r>
              <a:rPr lang="en-US" altLang="en-US" dirty="0"/>
              <a:t>supports larger file sizes and partition sizes compared to FAT32 </a:t>
            </a:r>
          </a:p>
          <a:p>
            <a:pPr lvl="1"/>
            <a:r>
              <a:rPr lang="en-US" altLang="en-US" dirty="0"/>
              <a:t>compatible with both Windows and macOS.</a:t>
            </a:r>
          </a:p>
          <a:p>
            <a:r>
              <a:rPr lang="en-US" altLang="en-US" dirty="0"/>
              <a:t>FAT (File Allocation Table): </a:t>
            </a:r>
          </a:p>
          <a:p>
            <a:pPr lvl="1"/>
            <a:r>
              <a:rPr lang="en-US" altLang="en-US" dirty="0"/>
              <a:t>older file system used in early versions of Windows. </a:t>
            </a:r>
          </a:p>
          <a:p>
            <a:pPr lvl="1"/>
            <a:r>
              <a:rPr lang="en-US" altLang="en-US" dirty="0"/>
              <a:t>limitations on file size and partition size </a:t>
            </a:r>
          </a:p>
          <a:p>
            <a:pPr lvl="1"/>
            <a:r>
              <a:rPr lang="en-US" altLang="en-US" dirty="0"/>
              <a:t>not commonly used in modern Windows operating systems.</a:t>
            </a:r>
          </a:p>
        </p:txBody>
      </p:sp>
    </p:spTree>
    <p:extLst>
      <p:ext uri="{BB962C8B-B14F-4D97-AF65-F5344CB8AC3E}">
        <p14:creationId xmlns:p14="http://schemas.microsoft.com/office/powerpoint/2010/main" val="1291814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8D25F-A631-A6A9-1DF3-05B05091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Systems in Mac OS/X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4465B-6677-DC55-451E-E44B7A58D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APFS (Apple File System): </a:t>
            </a:r>
          </a:p>
          <a:p>
            <a:pPr lvl="1"/>
            <a:r>
              <a:rPr lang="en-US" dirty="0"/>
              <a:t>default file system used in macOS High Sierra and later versions. </a:t>
            </a:r>
          </a:p>
          <a:p>
            <a:pPr lvl="1"/>
            <a:r>
              <a:rPr lang="en-US" dirty="0"/>
              <a:t>designed to optimize performance, security, and reliability on solid-state drives (SSDs)</a:t>
            </a:r>
          </a:p>
          <a:p>
            <a:pPr lvl="1"/>
            <a:r>
              <a:rPr lang="en-US" dirty="0"/>
              <a:t>offers features like snapshotting, cloning, and encryption.</a:t>
            </a:r>
          </a:p>
          <a:p>
            <a:r>
              <a:rPr lang="en-US" dirty="0"/>
              <a:t>HFS+ (Hierarchical File System Plus): </a:t>
            </a:r>
          </a:p>
          <a:p>
            <a:pPr lvl="1"/>
            <a:r>
              <a:rPr lang="en-US" dirty="0"/>
              <a:t>older file system that was used in macOS versions prior to High Sierra. </a:t>
            </a:r>
          </a:p>
          <a:p>
            <a:pPr lvl="1"/>
            <a:r>
              <a:rPr lang="en-US" dirty="0"/>
              <a:t>supports features like file and folder permissions, journaling, and case-insensitive or case-sensitive file naming.</a:t>
            </a:r>
          </a:p>
          <a:p>
            <a:r>
              <a:rPr lang="en-US" dirty="0"/>
              <a:t>Other</a:t>
            </a:r>
          </a:p>
          <a:p>
            <a:pPr lvl="1"/>
            <a:r>
              <a:rPr lang="en-US" dirty="0"/>
              <a:t>FAT32, </a:t>
            </a:r>
            <a:r>
              <a:rPr lang="en-US" dirty="0" err="1"/>
              <a:t>exFAT</a:t>
            </a:r>
            <a:r>
              <a:rPr lang="en-US" dirty="0"/>
              <a:t>, NTFS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6532C8-62B9-7AE8-AC77-230CC15A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55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0D15F02-2346-A1BF-EBD9-6E6A95EA8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2293" y="967677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Operations Performed on Directory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17B9850-D4B3-3EDB-A302-7DA8BCEE9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939979"/>
            <a:ext cx="8229600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Search for a file</a:t>
            </a:r>
          </a:p>
          <a:p>
            <a:endParaRPr lang="en-US" altLang="en-US" sz="800" dirty="0"/>
          </a:p>
          <a:p>
            <a:r>
              <a:rPr lang="en-US" altLang="en-US" dirty="0"/>
              <a:t>Create a file</a:t>
            </a:r>
          </a:p>
          <a:p>
            <a:endParaRPr lang="en-US" altLang="en-US" sz="800" dirty="0"/>
          </a:p>
          <a:p>
            <a:r>
              <a:rPr lang="en-US" altLang="en-US" dirty="0"/>
              <a:t>Delete a file</a:t>
            </a:r>
          </a:p>
          <a:p>
            <a:endParaRPr lang="en-US" altLang="en-US" sz="800" dirty="0"/>
          </a:p>
          <a:p>
            <a:r>
              <a:rPr lang="en-US" altLang="en-US" dirty="0"/>
              <a:t>List a directory</a:t>
            </a:r>
          </a:p>
          <a:p>
            <a:endParaRPr lang="en-US" altLang="en-US" sz="800" dirty="0"/>
          </a:p>
          <a:p>
            <a:r>
              <a:rPr lang="en-US" altLang="en-US" dirty="0"/>
              <a:t>Rename a file</a:t>
            </a:r>
          </a:p>
          <a:p>
            <a:endParaRPr lang="en-US" altLang="en-US" sz="800" dirty="0"/>
          </a:p>
          <a:p>
            <a:r>
              <a:rPr lang="en-US" altLang="en-US" dirty="0"/>
              <a:t>Traverse the file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1FFDF-E85C-6803-0811-A28368A2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853F42D-0E29-1ED9-CAD9-1F88C8C4E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Directory Organization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F61A290-DF62-CD6C-7DA3-FDEF650CE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Efficiency – locating a file quickly</a:t>
            </a:r>
          </a:p>
          <a:p>
            <a:r>
              <a:rPr lang="en-US" altLang="en-US" dirty="0"/>
              <a:t>Naming – convenient to users</a:t>
            </a:r>
          </a:p>
          <a:p>
            <a:pPr lvl="1"/>
            <a:r>
              <a:rPr lang="en-US" altLang="en-US" dirty="0"/>
              <a:t>Two users can have same name for different files</a:t>
            </a:r>
          </a:p>
          <a:p>
            <a:pPr lvl="1"/>
            <a:r>
              <a:rPr lang="en-US" altLang="en-US" dirty="0"/>
              <a:t>The same file can have several different names</a:t>
            </a:r>
          </a:p>
          <a:p>
            <a:r>
              <a:rPr lang="en-US" altLang="en-US" dirty="0"/>
              <a:t>Grouping – logical grouping of files by properties, (e.g., all Java programs, all games, …)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Organization – Files are put into different structures and well organized.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7DA30-8466-6855-32D4-125C5EE6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E09B77B7-BA83-618F-D204-559F506E8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875" y="1720056"/>
            <a:ext cx="718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latin typeface="Helvetica" panose="020B0604020202020204" pitchFamily="34" charset="0"/>
              </a:rPr>
              <a:t>The directory is organized logically  to obtain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5821E27-D29A-A380-4D6C-E3DB54654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Single-Level Directory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D365883-C508-7598-E33D-9F474F28B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single directory for all users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Naming problem</a:t>
            </a:r>
          </a:p>
          <a:p>
            <a:r>
              <a:rPr lang="en-US" altLang="en-US" dirty="0"/>
              <a:t>Grouping problem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15B29-8C9A-CE29-A110-7F0A962C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 dirty="0"/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26D4EAB3-289A-3FE0-1FA3-88231015A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3746501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>
              <a:latin typeface="Helvetica" panose="020B0604020202020204" pitchFamily="34" charset="0"/>
            </a:endParaRPr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28688106-5941-428D-6109-403F992C8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457" y="3004344"/>
            <a:ext cx="6100762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59AC607-94C0-C09C-4883-8AEC825AB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92415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Two-Level Directory</a:t>
            </a:r>
            <a:endParaRPr lang="en-US" altLang="en-US" sz="2400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5B9C72C-B8D9-06AA-AB76-DF419E5473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53692" y="1953963"/>
            <a:ext cx="7869237" cy="555625"/>
          </a:xfrm>
        </p:spPr>
        <p:txBody>
          <a:bodyPr>
            <a:normAutofit/>
          </a:bodyPr>
          <a:lstStyle/>
          <a:p>
            <a:r>
              <a:rPr lang="en-US" altLang="en-US" dirty="0"/>
              <a:t>Separate directory for each user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72E0E8-5255-D861-8E8C-9D975B7F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 dirty="0"/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F1D83CE7-EF1D-26CA-9C19-216A7A723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692" y="5198164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Path name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Can have the same file name for different user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Efficient searching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No grouping capability</a:t>
            </a:r>
          </a:p>
        </p:txBody>
      </p:sp>
      <p:pic>
        <p:nvPicPr>
          <p:cNvPr id="28677" name="Picture 8">
            <a:extLst>
              <a:ext uri="{FF2B5EF4-FFF2-40B4-BE49-F238E27FC236}">
                <a16:creationId xmlns:a16="http://schemas.microsoft.com/office/drawing/2014/main" id="{542BEA38-CDF7-084A-CCE9-20D5F9194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493" y="2675001"/>
            <a:ext cx="6427788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D7C5DEC-F6DC-767C-2766-F6D301275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996252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Tree-Structured Directories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DBA51C-A7DC-F271-F32C-8AB77B20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 dirty="0"/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318FA89F-3AA2-E68A-87C4-62BA295C1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85" y="2204139"/>
            <a:ext cx="691515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B94833D-53E2-5081-967A-CF60D5DC5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7671" y="959642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Tree-Structured Directories (Cont.)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3FB0504-7E92-6B9A-CBCA-5CD0FE8160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27671" y="2097024"/>
            <a:ext cx="8229600" cy="3366898"/>
          </a:xfrm>
        </p:spPr>
        <p:txBody>
          <a:bodyPr/>
          <a:lstStyle/>
          <a:p>
            <a:r>
              <a:rPr lang="en-US" altLang="en-US" dirty="0"/>
              <a:t>Efficient searching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Grouping Capability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Current directory (working directory)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CEAB29-D5B5-F299-9B7E-D7DB5A9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750E9AD-32A5-9D34-1F39-BEE6B1368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1151" y="970356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Tree-Structured Directories (Cont)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B93C44C-E5AD-7DAC-AF02-D6DF16A46D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87601" y="1711395"/>
            <a:ext cx="7370763" cy="29924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b="1" dirty="0">
                <a:solidFill>
                  <a:srgbClr val="3366FF"/>
                </a:solidFill>
              </a:rPr>
              <a:t>Absolute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relative</a:t>
            </a:r>
            <a:r>
              <a:rPr lang="en-US" altLang="en-US" dirty="0"/>
              <a:t> path name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Creating a new file is done in current directory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Delete a file</a:t>
            </a:r>
          </a:p>
          <a:p>
            <a:pPr>
              <a:lnSpc>
                <a:spcPct val="90000"/>
              </a:lnSpc>
              <a:buNone/>
              <a:tabLst>
                <a:tab pos="2857500" algn="ctr"/>
              </a:tabLst>
            </a:pPr>
            <a:r>
              <a:rPr lang="en-US" altLang="en-US" dirty="0"/>
              <a:t>		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 &lt;file-name&gt;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Creating a new subdirectory is done in current directory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None/>
              <a:tabLst>
                <a:tab pos="2857500" algn="ctr"/>
              </a:tabLst>
            </a:pPr>
            <a:r>
              <a:rPr lang="en-US" altLang="en-US" dirty="0"/>
              <a:t>		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-name&gt;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None/>
              <a:tabLst>
                <a:tab pos="2857500" algn="ctr"/>
              </a:tabLst>
            </a:pPr>
            <a:r>
              <a:rPr lang="en-US" altLang="en-US" dirty="0"/>
              <a:t>	Example:  if in current directory  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/mail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None/>
              <a:tabLst>
                <a:tab pos="2857500" algn="ctr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BFA8A-A11C-1D43-802B-76D18AD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28</a:t>
            </a:fld>
            <a:endParaRPr lang="en-US" dirty="0"/>
          </a:p>
        </p:txBody>
      </p: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C1F116BB-30D0-B500-C892-6A2D95BEA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1" y="6272902"/>
            <a:ext cx="74231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Helvetica" panose="020B0604020202020204" pitchFamily="34" charset="0"/>
              </a:rPr>
              <a:t>Deleting </a:t>
            </a:r>
            <a:r>
              <a:rPr lang="ja-JP" altLang="en-US" sz="2000">
                <a:latin typeface="Helvetica" panose="020B0604020202020204" pitchFamily="34" charset="0"/>
              </a:rPr>
              <a:t>“</a:t>
            </a:r>
            <a:r>
              <a:rPr lang="en-US" altLang="ja-JP" sz="2000" dirty="0">
                <a:latin typeface="Helvetica" panose="020B0604020202020204" pitchFamily="34" charset="0"/>
              </a:rPr>
              <a:t>mail</a:t>
            </a:r>
            <a:r>
              <a:rPr lang="ja-JP" altLang="en-US" sz="2000">
                <a:latin typeface="Helvetica" panose="020B0604020202020204" pitchFamily="34" charset="0"/>
              </a:rPr>
              <a:t>”</a:t>
            </a:r>
            <a:r>
              <a:rPr lang="en-US" altLang="ja-JP" sz="2000" dirty="0">
                <a:latin typeface="Helvetica" panose="020B0604020202020204" pitchFamily="34" charset="0"/>
              </a:rPr>
              <a:t> </a:t>
            </a:r>
            <a:r>
              <a:rPr lang="en-US" altLang="ja-JP" sz="2000" dirty="0">
                <a:latin typeface="Helvetica" panose="020B0604020202020204" pitchFamily="34" charset="0"/>
                <a:sym typeface="Symbol" panose="05050102010706020507" pitchFamily="18" charset="2"/>
              </a:rPr>
              <a:t> deleting the entire subtree rooted by </a:t>
            </a:r>
            <a:r>
              <a:rPr lang="ja-JP" altLang="en-US" sz="200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ja-JP" sz="2000" dirty="0">
                <a:latin typeface="Helvetica" panose="020B0604020202020204" pitchFamily="34" charset="0"/>
                <a:sym typeface="Symbol" panose="05050102010706020507" pitchFamily="18" charset="2"/>
              </a:rPr>
              <a:t>mail</a:t>
            </a:r>
            <a:r>
              <a:rPr lang="ja-JP" altLang="en-US" sz="200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endParaRPr lang="en-US" altLang="en-US" sz="2000" dirty="0">
              <a:latin typeface="Helvetica" panose="020B0604020202020204" pitchFamily="34" charset="0"/>
            </a:endParaRPr>
          </a:p>
        </p:txBody>
      </p:sp>
      <p:pic>
        <p:nvPicPr>
          <p:cNvPr id="31749" name="Picture 1">
            <a:extLst>
              <a:ext uri="{FF2B5EF4-FFF2-40B4-BE49-F238E27FC236}">
                <a16:creationId xmlns:a16="http://schemas.microsoft.com/office/drawing/2014/main" id="{2E807961-B654-9F87-E343-927230348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36" y="4868610"/>
            <a:ext cx="31321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115C185-1505-58E0-46C9-39149994B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199" y="979869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Acyclic-Graph Directories</a:t>
            </a:r>
            <a:endParaRPr lang="en-US" altLang="en-US" sz="2400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938F7CE-EC86-C300-E9B4-25B066ABC2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5213" y="1861885"/>
            <a:ext cx="7029450" cy="522287"/>
          </a:xfrm>
        </p:spPr>
        <p:txBody>
          <a:bodyPr>
            <a:normAutofit/>
          </a:bodyPr>
          <a:lstStyle/>
          <a:p>
            <a:r>
              <a:rPr lang="en-US" altLang="en-US" dirty="0"/>
              <a:t>Have shared subdirectories and 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15DB44-EF6E-30D6-D0BF-511DC87B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29</a:t>
            </a:fld>
            <a:endParaRPr lang="en-US" dirty="0"/>
          </a:p>
        </p:txBody>
      </p:sp>
      <p:pic>
        <p:nvPicPr>
          <p:cNvPr id="32772" name="Picture 7" descr="10">
            <a:extLst>
              <a:ext uri="{FF2B5EF4-FFF2-40B4-BE49-F238E27FC236}">
                <a16:creationId xmlns:a16="http://schemas.microsoft.com/office/drawing/2014/main" id="{623E2082-0B89-1360-B771-682F32511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531" y="2599427"/>
            <a:ext cx="4960937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46C3D6F-B99B-0197-1199-9BCB6B8F6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063" y="1014350"/>
            <a:ext cx="77184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Acyclic-Graph Directories (Cont.)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5938A2E-BC0A-55B6-E57D-5406962865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6781" y="1939979"/>
            <a:ext cx="7564437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Two different names (aliasing)</a:t>
            </a:r>
          </a:p>
          <a:p>
            <a:r>
              <a:rPr lang="en-US" altLang="en-US" dirty="0"/>
              <a:t>If </a:t>
            </a:r>
            <a:r>
              <a:rPr lang="en-US" altLang="en-US" b="1" i="1" dirty="0" err="1"/>
              <a:t>dict</a:t>
            </a:r>
            <a:r>
              <a:rPr lang="en-US" altLang="en-US" dirty="0"/>
              <a:t> deletes </a:t>
            </a:r>
            <a:r>
              <a:rPr lang="en-US" altLang="en-US" b="1" i="1" dirty="0"/>
              <a:t>list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dangling pointer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Solutions:</a:t>
            </a:r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, so we can delete all pointers</a:t>
            </a:r>
            <a:br>
              <a:rPr lang="en-US" altLang="en-US" dirty="0"/>
            </a:br>
            <a:r>
              <a:rPr lang="en-US" altLang="en-US" dirty="0"/>
              <a:t>Variable size records a problem</a:t>
            </a:r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 using a daisy chain organization</a:t>
            </a:r>
          </a:p>
          <a:p>
            <a:pPr lvl="1"/>
            <a:r>
              <a:rPr lang="en-US" altLang="en-US" dirty="0"/>
              <a:t>Entry-hold-count solution</a:t>
            </a:r>
          </a:p>
          <a:p>
            <a:r>
              <a:rPr lang="en-US" altLang="en-US" dirty="0"/>
              <a:t>New directory entry type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Link</a:t>
            </a:r>
            <a:r>
              <a:rPr lang="en-US" altLang="en-US" dirty="0"/>
              <a:t> – another name (pointer) to an existing file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Resolve the link </a:t>
            </a:r>
            <a:r>
              <a:rPr lang="en-US" altLang="en-US" dirty="0"/>
              <a:t>– follow pointer to locate the file</a:t>
            </a:r>
            <a:endParaRPr lang="en-US" alt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E97074-CD90-C537-EC60-F9B5F314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D216ED3-6FC0-B66A-F5A1-39FDDC744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3728" y="984060"/>
            <a:ext cx="76565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General Graph Directory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B4803-1707-C357-D54E-330CD71A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31</a:t>
            </a:fld>
            <a:endParaRPr lang="en-US" dirty="0"/>
          </a:p>
        </p:txBody>
      </p:sp>
      <p:pic>
        <p:nvPicPr>
          <p:cNvPr id="34819" name="Picture 6" descr="10">
            <a:extLst>
              <a:ext uri="{FF2B5EF4-FFF2-40B4-BE49-F238E27FC236}">
                <a16:creationId xmlns:a16="http://schemas.microsoft.com/office/drawing/2014/main" id="{DB0D603B-ECD2-F66D-DA24-B66F4FDD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2551167"/>
            <a:ext cx="661670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DAD1C52-DCEF-D540-E318-A12BE0DA5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1503" y="1045020"/>
            <a:ext cx="77073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General Graph Directory (Cont.)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99D13A-415D-13BA-E960-0CDA52E40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51901" y="2207961"/>
            <a:ext cx="6959600" cy="3034600"/>
          </a:xfrm>
        </p:spPr>
        <p:txBody>
          <a:bodyPr/>
          <a:lstStyle/>
          <a:p>
            <a:r>
              <a:rPr lang="en-US" altLang="en-US" dirty="0"/>
              <a:t>How do we guarantee no cycles?</a:t>
            </a:r>
          </a:p>
          <a:p>
            <a:pPr lvl="1"/>
            <a:r>
              <a:rPr lang="en-US" altLang="en-US" dirty="0"/>
              <a:t>Allow only links to file not subdirectories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Garbage collection</a:t>
            </a:r>
          </a:p>
          <a:p>
            <a:pPr lvl="1"/>
            <a:r>
              <a:rPr lang="en-US" altLang="en-US" dirty="0"/>
              <a:t>Every time a new link is added use a cycle detection algorithm to determine whether it is OK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CC36F4-3109-657F-7518-BF1493F3F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2EF7E03-1241-9CAC-CD73-1D0121388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System Mounting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899E993-2435-8DB2-D393-B7519B2C2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file system must be mounted before it can be accessed</a:t>
            </a:r>
          </a:p>
          <a:p>
            <a:r>
              <a:rPr lang="en-US" altLang="en-US" dirty="0"/>
              <a:t>An unmounted file system (i.e., Fig. 11-11(b)) is mounted at a mount point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856A7-AC60-23B0-3885-89239990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80232EA-1EDA-EE41-DD07-EDFAC9AAF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96012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Mount Point</a:t>
            </a: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EFF3DD-09E3-E920-95B9-A96B93CD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34</a:t>
            </a:fld>
            <a:endParaRPr lang="en-US"/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27E960CB-9C7E-35BE-7B9E-E42D6258F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704" y="1544877"/>
            <a:ext cx="3858323" cy="442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11_14.pdf">
            <a:extLst>
              <a:ext uri="{FF2B5EF4-FFF2-40B4-BE49-F238E27FC236}">
                <a16:creationId xmlns:a16="http://schemas.microsoft.com/office/drawing/2014/main" id="{B2F27383-6D26-BE55-63BC-5F1D01821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86" y="2414270"/>
            <a:ext cx="5368158" cy="3116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94DD52F-0319-9539-CC3B-D461D462E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4208" y="101435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File Sharing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BF65F61-53CF-1C63-013E-97E22BB121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4872" y="1939979"/>
            <a:ext cx="7882255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Sharing of files on multi-user systems is desirable</a:t>
            </a:r>
          </a:p>
          <a:p>
            <a:r>
              <a:rPr lang="en-US" altLang="en-US" dirty="0"/>
              <a:t>Sharing may be done through a </a:t>
            </a:r>
            <a:r>
              <a:rPr lang="en-US" altLang="en-US" b="1" dirty="0">
                <a:solidFill>
                  <a:srgbClr val="3366FF"/>
                </a:solidFill>
              </a:rPr>
              <a:t>protection</a:t>
            </a:r>
            <a:r>
              <a:rPr lang="en-US" altLang="en-US" dirty="0"/>
              <a:t> scheme</a:t>
            </a:r>
          </a:p>
          <a:p>
            <a:r>
              <a:rPr lang="en-US" altLang="en-US" dirty="0"/>
              <a:t>On distributed systems, files may be shared across a network</a:t>
            </a:r>
          </a:p>
          <a:p>
            <a:r>
              <a:rPr lang="en-US" altLang="en-US" dirty="0"/>
              <a:t>Network File System (NFS) is a common distributed file-sharing method</a:t>
            </a:r>
          </a:p>
          <a:p>
            <a:r>
              <a:rPr lang="en-US" altLang="en-US" dirty="0"/>
              <a:t>If multi-user system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User IDs </a:t>
            </a:r>
            <a:r>
              <a:rPr lang="en-US" altLang="en-US" dirty="0"/>
              <a:t>identify users, allowing permissions and protections to be per-user</a:t>
            </a:r>
            <a:br>
              <a:rPr lang="en-US" altLang="en-US" dirty="0"/>
            </a:br>
            <a:r>
              <a:rPr lang="en-US" altLang="en-US" b="1" dirty="0">
                <a:solidFill>
                  <a:srgbClr val="3366FF"/>
                </a:solidFill>
              </a:rPr>
              <a:t>Group IDs </a:t>
            </a:r>
            <a:r>
              <a:rPr lang="en-US" altLang="en-US" dirty="0"/>
              <a:t>allow users to be in groups, permitting group access rights</a:t>
            </a:r>
          </a:p>
          <a:p>
            <a:pPr lvl="1"/>
            <a:r>
              <a:rPr lang="en-US" altLang="en-US" dirty="0"/>
              <a:t>Owner of a file / directory</a:t>
            </a:r>
          </a:p>
          <a:p>
            <a:pPr lvl="1"/>
            <a:r>
              <a:rPr lang="en-US" altLang="en-US" dirty="0"/>
              <a:t>Group of a file / directory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1F7D3B-425D-C6AC-A106-092D434F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3EC48CE-D6F6-9FFA-BBD5-01ED37761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0" y="1000443"/>
            <a:ext cx="85312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File Sharing – Remote File Systems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3DA87E4-1B27-7942-99CD-A99A2600D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14500" y="1887857"/>
            <a:ext cx="9122833" cy="4695824"/>
          </a:xfrm>
        </p:spPr>
        <p:txBody>
          <a:bodyPr>
            <a:normAutofit/>
          </a:bodyPr>
          <a:lstStyle/>
          <a:p>
            <a:r>
              <a:rPr lang="en-US" altLang="en-US" dirty="0"/>
              <a:t>Uses networking to allow file system access between systems</a:t>
            </a:r>
          </a:p>
          <a:p>
            <a:pPr lvl="1"/>
            <a:r>
              <a:rPr lang="en-US" altLang="en-US" dirty="0"/>
              <a:t>Manually via programs like FTP</a:t>
            </a:r>
          </a:p>
          <a:p>
            <a:pPr lvl="1"/>
            <a:r>
              <a:rPr lang="en-US" altLang="en-US" dirty="0"/>
              <a:t>Automatically, seamlessly using </a:t>
            </a:r>
            <a:r>
              <a:rPr lang="en-US" altLang="en-US" b="1" dirty="0">
                <a:solidFill>
                  <a:srgbClr val="3366FF"/>
                </a:solidFill>
              </a:rPr>
              <a:t>distributed file systems</a:t>
            </a:r>
          </a:p>
          <a:p>
            <a:pPr lvl="1"/>
            <a:r>
              <a:rPr lang="en-US" altLang="en-US" dirty="0"/>
              <a:t>Semi automatically via the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world wide web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Client-server </a:t>
            </a:r>
            <a:r>
              <a:rPr lang="en-US" altLang="en-US" dirty="0"/>
              <a:t>model allows clients to mount remote file systems from servers</a:t>
            </a:r>
          </a:p>
          <a:p>
            <a:pPr lvl="1"/>
            <a:r>
              <a:rPr lang="en-US" altLang="en-US" dirty="0"/>
              <a:t>Server can serve multiple clients</a:t>
            </a:r>
          </a:p>
          <a:p>
            <a:pPr lvl="1"/>
            <a:r>
              <a:rPr lang="en-US" altLang="en-US" dirty="0"/>
              <a:t>Client and user-on-client identification is insecure or complicated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NFS</a:t>
            </a:r>
            <a:r>
              <a:rPr lang="en-US" altLang="en-US" dirty="0"/>
              <a:t> is standard UNIX client-server file sharing protocol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CIFS</a:t>
            </a:r>
            <a:r>
              <a:rPr lang="en-US" altLang="en-US" dirty="0"/>
              <a:t> is standard Windows protocol</a:t>
            </a:r>
          </a:p>
          <a:p>
            <a:pPr lvl="1"/>
            <a:r>
              <a:rPr lang="en-US" altLang="en-US" dirty="0"/>
              <a:t>Standard operating system file calls are translated into remote calls</a:t>
            </a:r>
          </a:p>
          <a:p>
            <a:r>
              <a:rPr lang="en-US" altLang="en-US" dirty="0"/>
              <a:t>Distributed Information Systems </a:t>
            </a:r>
            <a:r>
              <a:rPr lang="en-US" altLang="en-US" b="1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distributed naming services</a:t>
            </a:r>
            <a:r>
              <a:rPr lang="en-US" altLang="en-US" b="1" dirty="0"/>
              <a:t>)</a:t>
            </a:r>
            <a:r>
              <a:rPr lang="en-US" altLang="en-US" dirty="0"/>
              <a:t> such as LDAP, DNS, NIS, Active Directory implement unified access to information needed for remote computing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2DCB3-023A-70E9-7DCD-DF9483AF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DDF28A7-3BF4-62A7-865F-942A9325D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4048" y="989966"/>
            <a:ext cx="788828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File Sharing – Failure Modes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BFF7C0A-82B6-6F73-31A1-C42A52AB0B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6800" y="2041579"/>
            <a:ext cx="6916737" cy="4429125"/>
          </a:xfrm>
        </p:spPr>
        <p:txBody>
          <a:bodyPr>
            <a:normAutofit/>
          </a:bodyPr>
          <a:lstStyle/>
          <a:p>
            <a:r>
              <a:rPr lang="en-US" altLang="en-US" dirty="0"/>
              <a:t>All file systems have failure modes</a:t>
            </a:r>
          </a:p>
          <a:p>
            <a:pPr lvl="1"/>
            <a:r>
              <a:rPr lang="en-US" altLang="en-US" dirty="0"/>
              <a:t>For example corruption of directory structures or other non-user data, called </a:t>
            </a:r>
            <a:r>
              <a:rPr lang="en-US" altLang="en-US" b="1" dirty="0">
                <a:solidFill>
                  <a:srgbClr val="3366FF"/>
                </a:solidFill>
              </a:rPr>
              <a:t>metadata</a:t>
            </a:r>
          </a:p>
          <a:p>
            <a:r>
              <a:rPr lang="en-US" altLang="en-US" dirty="0"/>
              <a:t>Remote file systems add new failure modes, due to network failure, server failure</a:t>
            </a:r>
          </a:p>
          <a:p>
            <a:r>
              <a:rPr lang="en-US" altLang="en-US" dirty="0"/>
              <a:t>Recovery from failure can involve </a:t>
            </a:r>
            <a:r>
              <a:rPr lang="en-US" altLang="en-US" b="1" dirty="0">
                <a:solidFill>
                  <a:srgbClr val="3366FF"/>
                </a:solidFill>
              </a:rPr>
              <a:t>state information </a:t>
            </a:r>
            <a:r>
              <a:rPr lang="en-US" altLang="en-US" dirty="0"/>
              <a:t>about status of each remote request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Stateless</a:t>
            </a:r>
            <a:r>
              <a:rPr lang="en-US" altLang="en-US" dirty="0"/>
              <a:t> protocols such as NFS v3 include all information in each request, allowing easy recovery but less security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A67AE-C59A-64B5-3E57-35E3484A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8633CBB-94E6-84A9-1D85-90C408D84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3924" y="955422"/>
            <a:ext cx="85010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File Sharing – Consistency Semantics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95BDDA1-5BB5-A01C-571F-842BFD75C2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313" y="1987295"/>
            <a:ext cx="7296150" cy="4126167"/>
          </a:xfrm>
        </p:spPr>
        <p:txBody>
          <a:bodyPr>
            <a:normAutofit/>
          </a:bodyPr>
          <a:lstStyle/>
          <a:p>
            <a:r>
              <a:rPr lang="en-US" altLang="en-US" dirty="0"/>
              <a:t>Specify how multiple users are to access a shared file simultaneously</a:t>
            </a:r>
          </a:p>
          <a:p>
            <a:pPr lvl="1"/>
            <a:r>
              <a:rPr lang="en-US" altLang="en-US" dirty="0"/>
              <a:t>Similar to process synchronization algorithms</a:t>
            </a:r>
          </a:p>
          <a:p>
            <a:pPr lvl="2"/>
            <a:r>
              <a:rPr lang="en-US" altLang="en-US" dirty="0"/>
              <a:t>Tend to be less complex due to disk I/O and network latency (for remote file systems</a:t>
            </a:r>
          </a:p>
          <a:p>
            <a:pPr lvl="1"/>
            <a:r>
              <a:rPr lang="en-US" altLang="en-US" dirty="0"/>
              <a:t>Andrew File System (AFS) implemented complex remote file sharing semantics</a:t>
            </a:r>
          </a:p>
          <a:p>
            <a:pPr lvl="1"/>
            <a:r>
              <a:rPr lang="en-US" altLang="en-US" dirty="0"/>
              <a:t>Unix file system (UFS) implements:</a:t>
            </a:r>
          </a:p>
          <a:p>
            <a:pPr lvl="2"/>
            <a:r>
              <a:rPr lang="en-US" altLang="en-US" dirty="0"/>
              <a:t>Writes to an open file visible immediately to other users of the same open file</a:t>
            </a:r>
          </a:p>
          <a:p>
            <a:pPr lvl="2"/>
            <a:r>
              <a:rPr lang="en-US" altLang="en-US" dirty="0"/>
              <a:t>Sharing file pointer to allow multiple users to read and write concurrently</a:t>
            </a:r>
          </a:p>
          <a:p>
            <a:pPr lvl="1"/>
            <a:r>
              <a:rPr lang="en-US" altLang="en-US" dirty="0"/>
              <a:t>AFS has session semantics</a:t>
            </a:r>
          </a:p>
          <a:p>
            <a:pPr lvl="2"/>
            <a:r>
              <a:rPr lang="en-US" altLang="en-US" dirty="0"/>
              <a:t>Writes only visible to sessions starting after the file is closed</a:t>
            </a:r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49C750-086E-2324-ED95-F55654A9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B604FC5-1821-A3FD-B4BF-07311AA11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53AE3D4-EA5B-3099-EDF1-B63EB9A3E4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File owner/creator should be able to control:</a:t>
            </a:r>
          </a:p>
          <a:p>
            <a:pPr lvl="1"/>
            <a:r>
              <a:rPr lang="en-US" altLang="en-US" dirty="0"/>
              <a:t>what can be done</a:t>
            </a:r>
          </a:p>
          <a:p>
            <a:pPr lvl="1"/>
            <a:r>
              <a:rPr lang="en-US" altLang="en-US" dirty="0"/>
              <a:t>by whom</a:t>
            </a:r>
          </a:p>
          <a:p>
            <a:r>
              <a:rPr lang="en-US" altLang="en-US" dirty="0"/>
              <a:t>Types of access</a:t>
            </a:r>
          </a:p>
          <a:p>
            <a:pPr lvl="1"/>
            <a:r>
              <a:rPr lang="en-US" altLang="en-US" dirty="0"/>
              <a:t>Read</a:t>
            </a:r>
          </a:p>
          <a:p>
            <a:pPr lvl="1"/>
            <a:r>
              <a:rPr lang="en-US" altLang="en-US" dirty="0"/>
              <a:t>Write</a:t>
            </a:r>
          </a:p>
          <a:p>
            <a:pPr lvl="1"/>
            <a:r>
              <a:rPr lang="en-US" altLang="en-US" dirty="0"/>
              <a:t>Execute</a:t>
            </a:r>
          </a:p>
          <a:p>
            <a:pPr lvl="1"/>
            <a:r>
              <a:rPr lang="en-US" altLang="en-US" dirty="0"/>
              <a:t>Append</a:t>
            </a:r>
          </a:p>
          <a:p>
            <a:pPr lvl="1"/>
            <a:r>
              <a:rPr lang="en-US" altLang="en-US" dirty="0"/>
              <a:t>Delete</a:t>
            </a:r>
          </a:p>
          <a:p>
            <a:pPr lvl="1"/>
            <a:r>
              <a:rPr lang="en-US" altLang="en-US" dirty="0"/>
              <a:t>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D5550-3878-B167-6956-4EAED2DE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BC51ADF-9D49-7143-E2BF-86CA3D493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7711" y="1041463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Access Lists and Groups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C29B604-DD36-5309-5AC4-B344EF975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1384" y="1665224"/>
            <a:ext cx="10045128" cy="35750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3 classes of users on Unix / Linux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</a:t>
            </a:r>
            <a:r>
              <a:rPr lang="en-US" altLang="en-US" sz="800" dirty="0"/>
              <a:t>	</a:t>
            </a:r>
            <a:r>
              <a:rPr lang="en-US" altLang="en-US" sz="1600" dirty="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	a) </a:t>
            </a:r>
            <a:r>
              <a:rPr lang="en-US" altLang="en-US" sz="1600" b="1" dirty="0"/>
              <a:t>owner access</a:t>
            </a:r>
            <a:r>
              <a:rPr lang="en-US" altLang="en-US" sz="1600" dirty="0"/>
              <a:t> 	7	</a:t>
            </a:r>
            <a:r>
              <a:rPr lang="en-US" altLang="en-US" sz="1600" dirty="0">
                <a:sym typeface="Symbol" panose="05050102010706020507" pitchFamily="18" charset="2"/>
              </a:rPr>
              <a:t>	1 1 1</a:t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b) </a:t>
            </a:r>
            <a:r>
              <a:rPr lang="en-US" altLang="en-US" sz="1600" b="1" dirty="0">
                <a:sym typeface="Symbol" panose="05050102010706020507" pitchFamily="18" charset="2"/>
              </a:rPr>
              <a:t>group access</a:t>
            </a:r>
            <a:r>
              <a:rPr lang="en-US" altLang="en-US" sz="1600" dirty="0">
                <a:sym typeface="Symbol" panose="05050102010706020507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c) </a:t>
            </a:r>
            <a:r>
              <a:rPr lang="en-US" altLang="en-US" sz="1600" b="1" dirty="0">
                <a:sym typeface="Symbol" panose="05050102010706020507" pitchFamily="18" charset="2"/>
              </a:rPr>
              <a:t>public access</a:t>
            </a:r>
            <a:r>
              <a:rPr lang="en-US" altLang="en-US" sz="1600" dirty="0"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Ask manager to create a group (unique name), say G, and add some users to the group.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For a particular file (say </a:t>
            </a:r>
            <a:r>
              <a:rPr lang="en-US" altLang="en-US" i="1" dirty="0">
                <a:sym typeface="Symbol" panose="05050102010706020507" pitchFamily="18" charset="2"/>
              </a:rPr>
              <a:t>game</a:t>
            </a:r>
            <a:r>
              <a:rPr lang="en-US" altLang="en-US" dirty="0">
                <a:sym typeface="Symbol" panose="05050102010706020507" pitchFamily="18" charset="2"/>
              </a:rPr>
              <a:t>) or subdirectory, define an appropriate access.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5CEF8-E540-919F-BEDE-1CB8EDE1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40</a:t>
            </a:fld>
            <a:endParaRPr lang="en-US" dirty="0"/>
          </a:p>
        </p:txBody>
      </p:sp>
      <p:sp>
        <p:nvSpPr>
          <p:cNvPr id="44036" name="Rectangle 13">
            <a:extLst>
              <a:ext uri="{FF2B5EF4-FFF2-40B4-BE49-F238E27FC236}">
                <a16:creationId xmlns:a16="http://schemas.microsoft.com/office/drawing/2014/main" id="{36CDE498-275F-C04F-A954-496E7E9C7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009" y="6216588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  <a:t>Attach a group to a file</a:t>
            </a:r>
            <a:b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kumimoji="1" lang="en-US" altLang="en-US">
                <a:latin typeface="Arial" panose="020B0604020202020204" pitchFamily="34" charset="0"/>
                <a:sym typeface="Symbol" panose="05050102010706020507" pitchFamily="18" charset="2"/>
              </a:rPr>
              <a:t>	         </a:t>
            </a:r>
            <a:r>
              <a:rPr kumimoji="1" lang="en-US" altLang="en-US" b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     G    game</a:t>
            </a:r>
          </a:p>
        </p:txBody>
      </p:sp>
      <p:pic>
        <p:nvPicPr>
          <p:cNvPr id="44037" name="Picture 1">
            <a:extLst>
              <a:ext uri="{FF2B5EF4-FFF2-40B4-BE49-F238E27FC236}">
                <a16:creationId xmlns:a16="http://schemas.microsoft.com/office/drawing/2014/main" id="{720841BE-2232-B143-C163-5F3B0767F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672" y="5233924"/>
            <a:ext cx="2513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3AF658-9A1C-47CE-8097-361D156F8171}"/>
              </a:ext>
            </a:extLst>
          </p:cNvPr>
          <p:cNvSpPr txBox="1"/>
          <p:nvPr/>
        </p:nvSpPr>
        <p:spPr>
          <a:xfrm>
            <a:off x="8552793" y="6070594"/>
            <a:ext cx="34636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00" dirty="0">
                <a:hlinkClick r:id="rId4"/>
              </a:rPr>
              <a:t>https://www.maths.cam.ac.uk/computing/linux/unixinfo/perms</a:t>
            </a:r>
            <a:endParaRPr lang="en-HK" sz="1000" dirty="0"/>
          </a:p>
          <a:p>
            <a:endParaRPr lang="en-HK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63FCC-80D9-A5E7-4B9B-3B9C2112A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7624240" y="301606"/>
            <a:ext cx="4278849" cy="1956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BD31D8B-B6A0-A620-B22C-3CDEC7D17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5891" y="980504"/>
            <a:ext cx="7864475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Windows 10 Access-Control List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B285F-FA87-9692-3B7B-D1DB0F8A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41</a:t>
            </a:fld>
            <a:endParaRPr lang="en-US" dirty="0"/>
          </a:p>
        </p:txBody>
      </p:sp>
      <p:pic>
        <p:nvPicPr>
          <p:cNvPr id="45059" name="Picture 2" descr="11_16.pdf">
            <a:extLst>
              <a:ext uri="{FF2B5EF4-FFF2-40B4-BE49-F238E27FC236}">
                <a16:creationId xmlns:a16="http://schemas.microsoft.com/office/drawing/2014/main" id="{0742AE64-A783-6FFD-3304-27C210464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112" y="1903412"/>
            <a:ext cx="3533775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9F0D68B-F83A-3D00-8999-CEFC5D83F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3225" y="953547"/>
            <a:ext cx="77374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 Sample UNIX Directory Listing</a:t>
            </a: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2C6885AB-1C88-B71C-89C1-850B9B1827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2781300" y="2585785"/>
            <a:ext cx="6629400" cy="3030537"/>
          </a:xfr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88E444-B27E-2772-1B03-7FDE3E90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42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BFC6E3-A980-4DEC-A54B-F57AB042A59B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4b97df95-d6ed-4c71-86d4-bf7c4bd3aaf0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30d3476f-ec53-4671-8980-d10767fdaaec"/>
  </ds:schemaRefs>
</ds:datastoreItem>
</file>

<file path=customXml/itemProps3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457</TotalTime>
  <Words>2112</Words>
  <Application>Microsoft Office PowerPoint</Application>
  <PresentationFormat>Widescreen</PresentationFormat>
  <Paragraphs>379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Monotype Sorts</vt:lpstr>
      <vt:lpstr>Arial</vt:lpstr>
      <vt:lpstr>Calibri</vt:lpstr>
      <vt:lpstr>Courier New</vt:lpstr>
      <vt:lpstr>Helvetica</vt:lpstr>
      <vt:lpstr>Symbol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Overview</vt:lpstr>
      <vt:lpstr>File Concept</vt:lpstr>
      <vt:lpstr>File Attributes</vt:lpstr>
      <vt:lpstr>File info Window on Mac OS X</vt:lpstr>
      <vt:lpstr>File Operations</vt:lpstr>
      <vt:lpstr>Open Files</vt:lpstr>
      <vt:lpstr>Open File Locking</vt:lpstr>
      <vt:lpstr>File Types – Name, Extension</vt:lpstr>
      <vt:lpstr>File Structure</vt:lpstr>
      <vt:lpstr>Sequential-access File</vt:lpstr>
      <vt:lpstr>Access Methods</vt:lpstr>
      <vt:lpstr>Simulation of Sequential Access on Direct-access File</vt:lpstr>
      <vt:lpstr>Other Access Methods</vt:lpstr>
      <vt:lpstr>Example of Index and Relative Files</vt:lpstr>
      <vt:lpstr>Directory Structure</vt:lpstr>
      <vt:lpstr>Disk Structure</vt:lpstr>
      <vt:lpstr>A Typical File-system Organization</vt:lpstr>
      <vt:lpstr>Types of File Systems in Windows</vt:lpstr>
      <vt:lpstr>File Systems in Mac OS/X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Tree-Structured Directories (Cont.)</vt:lpstr>
      <vt:lpstr>Tree-Structured Directories (Cont)</vt:lpstr>
      <vt:lpstr>Acyclic-Graph Directories</vt:lpstr>
      <vt:lpstr>Acyclic-Graph Directories (Cont.)</vt:lpstr>
      <vt:lpstr>General Graph Directory</vt:lpstr>
      <vt:lpstr>General Graph Directory (Cont.)</vt:lpstr>
      <vt:lpstr>File System Mounting</vt:lpstr>
      <vt:lpstr>Mount Point</vt:lpstr>
      <vt:lpstr>File Sharing</vt:lpstr>
      <vt:lpstr>File Sharing – Remote File Systems</vt:lpstr>
      <vt:lpstr>File Sharing – Failure Modes</vt:lpstr>
      <vt:lpstr>File Sharing – Consistency Semantics</vt:lpstr>
      <vt:lpstr>Protection</vt:lpstr>
      <vt:lpstr>Access Lists and Groups</vt:lpstr>
      <vt:lpstr>Windows 10 Access-Control List Management</vt:lpstr>
      <vt:lpstr>A Sample UNIX Directory Listing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44</cp:revision>
  <cp:lastPrinted>2023-01-12T02:19:31Z</cp:lastPrinted>
  <dcterms:created xsi:type="dcterms:W3CDTF">2023-01-11T06:01:27Z</dcterms:created>
  <dcterms:modified xsi:type="dcterms:W3CDTF">2026-02-12T13:23:42Z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